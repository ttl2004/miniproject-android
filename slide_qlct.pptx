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8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9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23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7" r:id="rId2"/>
    <p:sldId id="266" r:id="rId3"/>
    <p:sldId id="7194" r:id="rId4"/>
    <p:sldId id="7198" r:id="rId5"/>
    <p:sldId id="305" r:id="rId6"/>
    <p:sldId id="275" r:id="rId7"/>
    <p:sldId id="7278" r:id="rId8"/>
    <p:sldId id="7285" r:id="rId9"/>
    <p:sldId id="7280" r:id="rId10"/>
    <p:sldId id="7281" r:id="rId11"/>
    <p:sldId id="7282" r:id="rId12"/>
    <p:sldId id="7283" r:id="rId13"/>
    <p:sldId id="7286" r:id="rId14"/>
    <p:sldId id="7287" r:id="rId15"/>
    <p:sldId id="7277" r:id="rId16"/>
    <p:sldId id="302" r:id="rId17"/>
    <p:sldId id="307" r:id="rId18"/>
    <p:sldId id="7284" r:id="rId19"/>
    <p:sldId id="336" r:id="rId20"/>
    <p:sldId id="281" r:id="rId21"/>
    <p:sldId id="280" r:id="rId22"/>
    <p:sldId id="306" r:id="rId23"/>
    <p:sldId id="7279" r:id="rId24"/>
    <p:sldId id="282" r:id="rId25"/>
    <p:sldId id="277" r:id="rId26"/>
    <p:sldId id="7199" r:id="rId27"/>
    <p:sldId id="283" r:id="rId28"/>
    <p:sldId id="7206" r:id="rId29"/>
    <p:sldId id="321" r:id="rId30"/>
    <p:sldId id="4254" r:id="rId31"/>
    <p:sldId id="7232" r:id="rId32"/>
    <p:sldId id="7276" r:id="rId33"/>
    <p:sldId id="274" r:id="rId34"/>
    <p:sldId id="278" r:id="rId35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5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7731"/>
    <a:srgbClr val="FFFFFF"/>
    <a:srgbClr val="F2F2F2"/>
    <a:srgbClr val="666E77"/>
    <a:srgbClr val="1E1F23"/>
    <a:srgbClr val="F53741"/>
    <a:srgbClr val="F43841"/>
    <a:srgbClr val="E5175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9" autoAdjust="0"/>
    <p:restoredTop sz="94722"/>
  </p:normalViewPr>
  <p:slideViewPr>
    <p:cSldViewPr snapToGrid="0">
      <p:cViewPr varScale="1">
        <p:scale>
          <a:sx n="78" d="100"/>
          <a:sy n="78" d="100"/>
        </p:scale>
        <p:origin x="821" y="43"/>
      </p:cViewPr>
      <p:guideLst>
        <p:guide orient="horz" pos="2160"/>
        <p:guide pos="45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fld id="{DD0BDBCA-FF9D-40BF-9765-C439B5E4102F}" type="datetimeFigureOut">
              <a:rPr lang="zh-CN" altLang="en-US" smtClean="0"/>
              <a:pPr/>
              <a:t>2026/7/30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fld id="{DD94E205-C561-42D8-BB05-644FBBFED3D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0990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Source Han Sans CN Medium" panose="020B0500000000000000" pitchFamily="34" charset="-128"/>
        <a:ea typeface="Source Han Sans CN Medium" panose="020B0500000000000000" pitchFamily="34" charset="-128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Source Han Sans CN Medium" panose="020B0500000000000000" pitchFamily="34" charset="-128"/>
        <a:ea typeface="Source Han Sans CN Medium" panose="020B0500000000000000" pitchFamily="34" charset="-128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Source Han Sans CN Medium" panose="020B0500000000000000" pitchFamily="34" charset="-128"/>
        <a:ea typeface="Source Han Sans CN Medium" panose="020B0500000000000000" pitchFamily="34" charset="-128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Source Han Sans CN Medium" panose="020B0500000000000000" pitchFamily="34" charset="-128"/>
        <a:ea typeface="Source Han Sans CN Medium" panose="020B0500000000000000" pitchFamily="34" charset="-128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Source Han Sans CN Medium" panose="020B0500000000000000" pitchFamily="34" charset="-128"/>
        <a:ea typeface="Source Han Sans CN Medium" panose="020B0500000000000000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F7806-FFD4-4A26-AB1E-4F454648155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19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F7806-FFD4-4A26-AB1E-4F454648155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443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B9F4BA-21B3-473B-87F5-FAD6A56C8DC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881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8C9FA-B345-4379-926A-541A3D68B68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323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4E205-C561-42D8-BB05-644FBBFED3D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360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B27ADD-E3AA-4D98-9536-2A375D0D1F7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784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B343B-DB79-C5BA-E107-4F3CC161F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52FD2B-058E-3796-F642-98C863500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59D652-F1E6-4D50-E01C-7C4B64AB1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528FE9-96E0-AB9E-1873-7A9F382ED6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B27ADD-E3AA-4D98-9536-2A375D0D1F7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323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7E2BF-9437-2AF2-4EFC-196B543ED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3DA782-47FF-B4CC-996A-9D593169D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6CF89D-CEF8-4277-3C1F-467548B22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AAEBB9-797A-0700-0C02-F817EFB72D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B27ADD-E3AA-4D98-9536-2A375D0D1F7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989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57DD0-FD82-8212-281A-A97458D62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398BD8-7E25-1B02-13FC-6717E9E8D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23EF2E-5A95-4462-D208-8D2578FFF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43B103-6DF0-0A81-3D7E-61B991C45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B27ADD-E3AA-4D98-9536-2A375D0D1F7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016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EF88B-1A76-00E5-4DFC-582E9DB61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E487A5-89E7-AF25-DA21-607CC33AE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84F312-9FA0-519B-8623-4C58CC677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E4774-0D80-45CE-4AD8-B38E214DD8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B27ADD-E3AA-4D98-9536-2A375D0D1F7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5518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B6531-EF88-396E-34D0-086803ACB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E37B01-ECC7-C844-CAC0-36A0318D1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52039A-1DC7-0C38-6CCD-59F53D516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849124-8428-239C-0389-E6FA4E3B50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B27ADD-E3AA-4D98-9536-2A375D0D1F7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47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F51E-E98B-83BD-263A-07C095326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985F50-B81E-E860-A827-C61BDDC9C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D62FFF-D681-8E93-7CC8-81BBA2D18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CAA30E-BA83-455B-41A9-329AB8EF17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B27ADD-E3AA-4D98-9536-2A375D0D1F7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687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CC5B0-DAB0-8C2F-2E53-CA81BDE8B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BB4476-06AA-37CE-0A42-CA47267A0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DCAE74-2C19-CE2F-B749-FF99A27EC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71089D-C853-71BC-FA7E-0D439D146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4E205-C561-42D8-BB05-644FBBFED3D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5988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63B6C-9BE2-3A77-EE90-385350311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E8D1AD-64AA-695B-2475-19B4FE9C0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5E05E5-486E-710F-EDA4-65FC58051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D59D11-E041-6FF9-3236-CDD13889B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4E205-C561-42D8-BB05-644FBBFED3D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9768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4E205-C561-42D8-BB05-644FBBFED3D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0223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4E205-C561-42D8-BB05-644FBBFED3D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1081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B9F4BA-21B3-473B-87F5-FAD6A56C8DC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3950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BCD5A-8D60-DFDD-03B4-8F111DF0C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97523A-8E2E-7D6E-DEC2-A7F865C8E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1A1A83-DC1B-BB9F-91F4-44411ECDC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937F20-6C1A-4BEF-3A27-B6D53A18AF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B27ADD-E3AA-4D98-9536-2A375D0D1F7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1752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F7806-FFD4-4A26-AB1E-4F454648155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2487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4E205-C561-42D8-BB05-644FBBFED3D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0463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B27ADD-E3AA-4D98-9536-2A375D0D1F7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7097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D914D7-F920-4CFC-9A44-0A24832BAFAD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FFE18-226F-0ADE-144D-692C0596F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8BC0C0-5753-408A-EE35-2707BA42C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6AF9BA-9784-8EA9-4C82-AD36F0AEC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FE3D0F-221C-429D-C6AF-634252ED9E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B27ADD-E3AA-4D98-9536-2A375D0D1F7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1434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4E205-C561-42D8-BB05-644FBBFED3D4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843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4E205-C561-42D8-BB05-644FBBFED3D4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2295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8C9FA-B345-4379-926A-541A3D68B68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6471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4E205-C561-42D8-BB05-644FBBFED3D4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2330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7BF2FF-AB26-42B1-B18B-19F5B70C603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0417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16817160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5794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11862577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FF205A-453C-422B-A9C6-29F76601C214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1013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4E205-C561-42D8-BB05-644FBBFED3D4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7022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4E205-C561-42D8-BB05-644FBBFED3D4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455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15C9-696F-4FC3-8255-996158C623B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3A07-E8BA-4E6A-B8D1-92C6F9065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65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15C9-696F-4FC3-8255-996158C623B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3A07-E8BA-4E6A-B8D1-92C6F9065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209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15C9-696F-4FC3-8255-996158C623B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3A07-E8BA-4E6A-B8D1-92C6F9065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58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15C9-696F-4FC3-8255-996158C623B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3A07-E8BA-4E6A-B8D1-92C6F9065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756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15C9-696F-4FC3-8255-996158C623B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3A07-E8BA-4E6A-B8D1-92C6F9065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272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15C9-696F-4FC3-8255-996158C623B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3A07-E8BA-4E6A-B8D1-92C6F9065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91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15C9-696F-4FC3-8255-996158C623B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3A07-E8BA-4E6A-B8D1-92C6F9065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411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15C9-696F-4FC3-8255-996158C623B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3A07-E8BA-4E6A-B8D1-92C6F9065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491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15C9-696F-4FC3-8255-996158C623B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3A07-E8BA-4E6A-B8D1-92C6F9065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905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15C9-696F-4FC3-8255-996158C623B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3A07-E8BA-4E6A-B8D1-92C6F9065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291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15C9-696F-4FC3-8255-996158C623B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F3A07-E8BA-4E6A-B8D1-92C6F9065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92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672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61" y="6513514"/>
            <a:ext cx="4114800" cy="263525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962" y="6513514"/>
            <a:ext cx="338139" cy="2635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38B1AB7-65BE-463D-9AF3-0E306DDDB8C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646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7104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864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6081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Source Han Sans CN Medium" panose="020B0500000000000000" pitchFamily="34" charset="-128"/>
              </a:defRPr>
            </a:lvl1pPr>
          </a:lstStyle>
          <a:p>
            <a:fld id="{C12115C9-696F-4FC3-8255-996158C623B5}" type="datetimeFigureOut">
              <a:rPr lang="zh-CN" altLang="en-US" smtClean="0"/>
              <a:pPr/>
              <a:t>2026/7/30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Source Han Sans CN Medium" panose="020B0500000000000000" pitchFamily="34" charset="-128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Source Han Sans CN Medium" panose="020B0500000000000000" pitchFamily="34" charset="-128"/>
              </a:defRPr>
            </a:lvl1pPr>
          </a:lstStyle>
          <a:p>
            <a:fld id="{9FDF3A07-E8BA-4E6A-B8D1-92C6F9065C0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8044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Source Han Sans CN Medium" panose="020B0500000000000000" pitchFamily="34" charset="-128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Source Han Sans CN Medium" panose="020B0500000000000000" pitchFamily="34" charset="-128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Source Han Sans CN Medium" panose="020B0500000000000000" pitchFamily="34" charset="-128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Source Han Sans CN Medium" panose="020B0500000000000000" pitchFamily="34" charset="-128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ource Han Sans CN Medium" panose="020B0500000000000000" pitchFamily="34" charset="-128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ource Han Sans CN Medium" panose="020B0500000000000000" pitchFamily="34" charset="-128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notesSlide" Target="../notesSlides/notesSlide6.xml"/><Relationship Id="rId3" Type="http://schemas.openxmlformats.org/officeDocument/2006/relationships/tags" Target="../tags/tag4.xml"/><Relationship Id="rId21" Type="http://schemas.openxmlformats.org/officeDocument/2006/relationships/image" Target="../media/image4.png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image" Target="../media/image3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2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20.xml"/><Relationship Id="rId7" Type="http://schemas.openxmlformats.org/officeDocument/2006/relationships/image" Target="../media/image8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1.png"/><Relationship Id="rId4" Type="http://schemas.openxmlformats.org/officeDocument/2006/relationships/tags" Target="../tags/tag21.xml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3" Type="http://schemas.openxmlformats.org/officeDocument/2006/relationships/tags" Target="../tags/tag24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9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7" Type="http://schemas.openxmlformats.org/officeDocument/2006/relationships/image" Target="../media/image24.jpe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24.jpe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3" Type="http://schemas.openxmlformats.org/officeDocument/2006/relationships/tags" Target="../tags/tag38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9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24.jpe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7" Type="http://schemas.openxmlformats.org/officeDocument/2006/relationships/image" Target="../media/image24.jpe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8A0375-31D2-44CE-509B-227FCAFF9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559" y="1080940"/>
            <a:ext cx="5093198" cy="4840773"/>
          </a:xfrm>
          <a:prstGeom prst="rect">
            <a:avLst/>
          </a:prstGeom>
        </p:spPr>
      </p:pic>
      <p:grpSp>
        <p:nvGrpSpPr>
          <p:cNvPr id="33" name="组合 32">
            <a:extLst>
              <a:ext uri="{FF2B5EF4-FFF2-40B4-BE49-F238E27FC236}">
                <a16:creationId xmlns:a16="http://schemas.microsoft.com/office/drawing/2014/main" id="{2CDC2CCB-DE3E-45B6-ADA9-530176E79365}"/>
              </a:ext>
            </a:extLst>
          </p:cNvPr>
          <p:cNvGrpSpPr/>
          <p:nvPr/>
        </p:nvGrpSpPr>
        <p:grpSpPr>
          <a:xfrm flipH="1">
            <a:off x="-61306" y="-883958"/>
            <a:ext cx="12073252" cy="7741958"/>
            <a:chOff x="0" y="-883958"/>
            <a:chExt cx="12192000" cy="7741958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079ED87-93E3-47E7-9052-8BEBFC7CDC97}"/>
                </a:ext>
              </a:extLst>
            </p:cNvPr>
            <p:cNvSpPr/>
            <p:nvPr/>
          </p:nvSpPr>
          <p:spPr>
            <a:xfrm>
              <a:off x="0" y="6415088"/>
              <a:ext cx="12192000" cy="4429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089F9CB-AA72-4EA6-A163-99436B2B6910}"/>
                </a:ext>
              </a:extLst>
            </p:cNvPr>
            <p:cNvSpPr/>
            <p:nvPr/>
          </p:nvSpPr>
          <p:spPr>
            <a:xfrm rot="19036547">
              <a:off x="274718" y="-883958"/>
              <a:ext cx="1547614" cy="199643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BD3D6A1-00E5-42B7-B873-BA90C790A931}"/>
                </a:ext>
              </a:extLst>
            </p:cNvPr>
            <p:cNvSpPr/>
            <p:nvPr/>
          </p:nvSpPr>
          <p:spPr>
            <a:xfrm>
              <a:off x="9958388" y="0"/>
              <a:ext cx="2233612" cy="4429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1FBC2EAA-78DB-44A6-9B0D-1DD9DC5396D5}"/>
              </a:ext>
            </a:extLst>
          </p:cNvPr>
          <p:cNvSpPr txBox="1"/>
          <p:nvPr/>
        </p:nvSpPr>
        <p:spPr>
          <a:xfrm flipH="1">
            <a:off x="979034" y="1080940"/>
            <a:ext cx="6016154" cy="280076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>
                <a:rot lat="0" lon="0" rev="0"/>
              </a:lightRig>
            </a:scene3d>
            <a:sp3d contourW="12700"/>
          </a:bodyPr>
          <a:lstStyle>
            <a:defPPr>
              <a:defRPr lang="zh-CN"/>
            </a:defPPr>
            <a:lvl1pPr algn="dist">
              <a:defRPr sz="9600"/>
            </a:lvl1pPr>
          </a:lstStyle>
          <a:p>
            <a:pPr lvl="0" algn="l">
              <a:defRPr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Emerald Finance - </a:t>
            </a:r>
          </a:p>
          <a:p>
            <a:pPr lvl="0" algn="l">
              <a:defRPr/>
            </a:pP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zh-CN" sz="4400" u="none" strike="noStrike" kern="1200" cap="none" spc="0" normalizeH="0" baseline="0" noProof="0" dirty="0">
              <a:ln>
                <a:noFill/>
              </a:ln>
              <a:solidFill>
                <a:srgbClr val="487731"/>
              </a:solidFill>
              <a:effectLst>
                <a:outerShdw blurRad="63500" sx="102000" sy="102000" algn="ctr" rotWithShape="0">
                  <a:schemeClr val="bg1">
                    <a:alpha val="20000"/>
                  </a:schemeClr>
                </a:outerShdw>
              </a:effectLst>
              <a:uLnTx/>
              <a:uFillTx/>
              <a:latin typeface="Times New Roman" panose="02020603050405020304" pitchFamily="18" charset="0"/>
              <a:ea typeface="思源黑体 CN Heavy" panose="020B0A00000000000000" pitchFamily="34" charset="-122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C431A3E6-B40F-48FD-B530-894BFD4C3CA3}"/>
              </a:ext>
            </a:extLst>
          </p:cNvPr>
          <p:cNvSpPr/>
          <p:nvPr/>
        </p:nvSpPr>
        <p:spPr>
          <a:xfrm flipH="1">
            <a:off x="4127380" y="1836155"/>
            <a:ext cx="4451676" cy="10441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endParaRPr lang="zh-CN" altLang="en-US" sz="8000" spc="400" dirty="0">
              <a:solidFill>
                <a:srgbClr val="48773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5329DF0-FC26-69AD-FB2E-EEFDF071044E}"/>
              </a:ext>
            </a:extLst>
          </p:cNvPr>
          <p:cNvGrpSpPr/>
          <p:nvPr/>
        </p:nvGrpSpPr>
        <p:grpSpPr>
          <a:xfrm>
            <a:off x="185432" y="538952"/>
            <a:ext cx="926112" cy="838463"/>
            <a:chOff x="5300281" y="5407493"/>
            <a:chExt cx="1879700" cy="1701800"/>
          </a:xfrm>
          <a:effectLst>
            <a:outerShdw blurRad="1270000" dist="266700" dir="5400000" sx="90000" sy="90000" algn="t" rotWithShape="0">
              <a:prstClr val="black">
                <a:alpha val="40000"/>
              </a:prstClr>
            </a:outerShdw>
          </a:effectLst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CCE4389-8082-DC74-2944-D4DDBC3E2764}"/>
                </a:ext>
              </a:extLst>
            </p:cNvPr>
            <p:cNvSpPr/>
            <p:nvPr/>
          </p:nvSpPr>
          <p:spPr>
            <a:xfrm rot="2100000">
              <a:off x="5300281" y="5725344"/>
              <a:ext cx="1879700" cy="106609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751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4A587BC-2250-4524-8D9A-B89211831CA8}"/>
                </a:ext>
              </a:extLst>
            </p:cNvPr>
            <p:cNvSpPr/>
            <p:nvPr/>
          </p:nvSpPr>
          <p:spPr>
            <a:xfrm rot="5400000" flipH="1">
              <a:off x="5389231" y="5775793"/>
              <a:ext cx="1701800" cy="9652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751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7426243-E70F-1AE9-C177-14290EEF5EDF}"/>
                </a:ext>
              </a:extLst>
            </p:cNvPr>
            <p:cNvSpPr/>
            <p:nvPr/>
          </p:nvSpPr>
          <p:spPr>
            <a:xfrm rot="19500000" flipH="1">
              <a:off x="5300281" y="5725344"/>
              <a:ext cx="1879700" cy="106609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751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1FEF497-EE05-E90C-18A4-16CDB3BAD004}"/>
              </a:ext>
            </a:extLst>
          </p:cNvPr>
          <p:cNvSpPr txBox="1"/>
          <p:nvPr/>
        </p:nvSpPr>
        <p:spPr>
          <a:xfrm>
            <a:off x="3802380" y="34922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1BBF85-A4A6-0103-C95E-D69B5FCE6EA6}"/>
              </a:ext>
            </a:extLst>
          </p:cNvPr>
          <p:cNvSpPr txBox="1"/>
          <p:nvPr/>
        </p:nvSpPr>
        <p:spPr>
          <a:xfrm>
            <a:off x="979034" y="3676961"/>
            <a:ext cx="31696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Thành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Phạm Thị Minh Anh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 Thị Lụa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52F4A8-A0F8-C6A7-B3BB-CA3D1F609B0B}"/>
              </a:ext>
            </a:extLst>
          </p:cNvPr>
          <p:cNvGrpSpPr/>
          <p:nvPr/>
        </p:nvGrpSpPr>
        <p:grpSpPr>
          <a:xfrm>
            <a:off x="9869066" y="3925274"/>
            <a:ext cx="1163815" cy="1996439"/>
            <a:chOff x="8467192" y="2880271"/>
            <a:chExt cx="1163815" cy="1996439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C33E60D-7FE3-4CF4-8D81-A46FD624607C}"/>
                </a:ext>
              </a:extLst>
            </p:cNvPr>
            <p:cNvSpPr/>
            <p:nvPr/>
          </p:nvSpPr>
          <p:spPr>
            <a:xfrm flipH="1">
              <a:off x="8467192" y="2880271"/>
              <a:ext cx="1163815" cy="199643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24" name="Shape 586">
              <a:extLst>
                <a:ext uri="{FF2B5EF4-FFF2-40B4-BE49-F238E27FC236}">
                  <a16:creationId xmlns:a16="http://schemas.microsoft.com/office/drawing/2014/main" id="{3A54CC46-6D66-4CA1-96AA-B9B23A517CFB}"/>
                </a:ext>
              </a:extLst>
            </p:cNvPr>
            <p:cNvSpPr/>
            <p:nvPr/>
          </p:nvSpPr>
          <p:spPr>
            <a:xfrm>
              <a:off x="8658952" y="3429000"/>
              <a:ext cx="789847" cy="857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0" h="21600" extrusionOk="0">
                  <a:moveTo>
                    <a:pt x="21221" y="19912"/>
                  </a:moveTo>
                  <a:cubicBezTo>
                    <a:pt x="20377" y="21262"/>
                    <a:pt x="14977" y="21600"/>
                    <a:pt x="10758" y="21600"/>
                  </a:cubicBezTo>
                  <a:cubicBezTo>
                    <a:pt x="6539" y="21600"/>
                    <a:pt x="1139" y="21262"/>
                    <a:pt x="127" y="19912"/>
                  </a:cubicBezTo>
                  <a:cubicBezTo>
                    <a:pt x="-42" y="19575"/>
                    <a:pt x="-42" y="19069"/>
                    <a:pt x="127" y="18731"/>
                  </a:cubicBezTo>
                  <a:cubicBezTo>
                    <a:pt x="970" y="16200"/>
                    <a:pt x="2658" y="15525"/>
                    <a:pt x="4008" y="15356"/>
                  </a:cubicBezTo>
                  <a:cubicBezTo>
                    <a:pt x="5189" y="15188"/>
                    <a:pt x="6202" y="14850"/>
                    <a:pt x="6708" y="14512"/>
                  </a:cubicBezTo>
                  <a:cubicBezTo>
                    <a:pt x="6708" y="14344"/>
                    <a:pt x="6708" y="13331"/>
                    <a:pt x="6708" y="12656"/>
                  </a:cubicBezTo>
                  <a:cubicBezTo>
                    <a:pt x="5527" y="11306"/>
                    <a:pt x="4683" y="9281"/>
                    <a:pt x="4683" y="7425"/>
                  </a:cubicBezTo>
                  <a:cubicBezTo>
                    <a:pt x="4683" y="3375"/>
                    <a:pt x="6708" y="0"/>
                    <a:pt x="10758" y="0"/>
                  </a:cubicBezTo>
                  <a:cubicBezTo>
                    <a:pt x="14808" y="0"/>
                    <a:pt x="16833" y="3375"/>
                    <a:pt x="16833" y="7425"/>
                  </a:cubicBezTo>
                  <a:cubicBezTo>
                    <a:pt x="16833" y="9281"/>
                    <a:pt x="15989" y="11306"/>
                    <a:pt x="14808" y="12656"/>
                  </a:cubicBezTo>
                  <a:cubicBezTo>
                    <a:pt x="14808" y="12994"/>
                    <a:pt x="14808" y="13331"/>
                    <a:pt x="14808" y="14512"/>
                  </a:cubicBezTo>
                  <a:cubicBezTo>
                    <a:pt x="15314" y="14850"/>
                    <a:pt x="16327" y="15188"/>
                    <a:pt x="17508" y="15356"/>
                  </a:cubicBezTo>
                  <a:cubicBezTo>
                    <a:pt x="18858" y="15525"/>
                    <a:pt x="20546" y="16200"/>
                    <a:pt x="21389" y="18731"/>
                  </a:cubicBezTo>
                  <a:cubicBezTo>
                    <a:pt x="21558" y="19069"/>
                    <a:pt x="21558" y="19575"/>
                    <a:pt x="21221" y="19912"/>
                  </a:cubicBezTo>
                  <a:close/>
                  <a:moveTo>
                    <a:pt x="15483" y="7425"/>
                  </a:moveTo>
                  <a:cubicBezTo>
                    <a:pt x="15483" y="4050"/>
                    <a:pt x="13964" y="1350"/>
                    <a:pt x="10758" y="1350"/>
                  </a:cubicBezTo>
                  <a:cubicBezTo>
                    <a:pt x="7552" y="1350"/>
                    <a:pt x="6033" y="4050"/>
                    <a:pt x="6033" y="7425"/>
                  </a:cubicBezTo>
                  <a:cubicBezTo>
                    <a:pt x="6033" y="10125"/>
                    <a:pt x="8227" y="13500"/>
                    <a:pt x="10758" y="13500"/>
                  </a:cubicBezTo>
                  <a:cubicBezTo>
                    <a:pt x="13289" y="13500"/>
                    <a:pt x="15483" y="10125"/>
                    <a:pt x="15483" y="7425"/>
                  </a:cubicBezTo>
                  <a:close/>
                  <a:moveTo>
                    <a:pt x="17171" y="16706"/>
                  </a:moveTo>
                  <a:cubicBezTo>
                    <a:pt x="15989" y="16537"/>
                    <a:pt x="14808" y="16031"/>
                    <a:pt x="14133" y="15694"/>
                  </a:cubicBezTo>
                  <a:cubicBezTo>
                    <a:pt x="13458" y="15356"/>
                    <a:pt x="13458" y="15356"/>
                    <a:pt x="13458" y="15356"/>
                  </a:cubicBezTo>
                  <a:cubicBezTo>
                    <a:pt x="13458" y="15356"/>
                    <a:pt x="13458" y="14512"/>
                    <a:pt x="13458" y="14006"/>
                  </a:cubicBezTo>
                  <a:cubicBezTo>
                    <a:pt x="12614" y="14512"/>
                    <a:pt x="11771" y="14850"/>
                    <a:pt x="10758" y="14850"/>
                  </a:cubicBezTo>
                  <a:cubicBezTo>
                    <a:pt x="9746" y="14850"/>
                    <a:pt x="8902" y="14512"/>
                    <a:pt x="8058" y="14006"/>
                  </a:cubicBezTo>
                  <a:cubicBezTo>
                    <a:pt x="8058" y="14512"/>
                    <a:pt x="8058" y="15356"/>
                    <a:pt x="8058" y="15356"/>
                  </a:cubicBezTo>
                  <a:cubicBezTo>
                    <a:pt x="7383" y="15694"/>
                    <a:pt x="7383" y="15694"/>
                    <a:pt x="7383" y="15694"/>
                  </a:cubicBezTo>
                  <a:cubicBezTo>
                    <a:pt x="6708" y="16031"/>
                    <a:pt x="5527" y="16537"/>
                    <a:pt x="4177" y="16706"/>
                  </a:cubicBezTo>
                  <a:cubicBezTo>
                    <a:pt x="3164" y="16875"/>
                    <a:pt x="2152" y="17212"/>
                    <a:pt x="1308" y="19069"/>
                  </a:cubicBezTo>
                  <a:cubicBezTo>
                    <a:pt x="1308" y="19237"/>
                    <a:pt x="2489" y="20250"/>
                    <a:pt x="10758" y="20250"/>
                  </a:cubicBezTo>
                  <a:cubicBezTo>
                    <a:pt x="19027" y="20250"/>
                    <a:pt x="20039" y="19237"/>
                    <a:pt x="20208" y="19069"/>
                  </a:cubicBezTo>
                  <a:cubicBezTo>
                    <a:pt x="19364" y="17212"/>
                    <a:pt x="18183" y="16875"/>
                    <a:pt x="17171" y="1670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dirty="0">
                <a:solidFill>
                  <a:schemeClr val="l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1363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:push dir="u"/>
      </p:transition>
    </mc:Choice>
    <mc:Fallback xmlns="">
      <p:transition spd="slow" advTm="0"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23603ED-96EF-5F48-92A5-6A4A239AC4D5}"/>
              </a:ext>
            </a:extLst>
          </p:cNvPr>
          <p:cNvSpPr/>
          <p:nvPr/>
        </p:nvSpPr>
        <p:spPr>
          <a:xfrm>
            <a:off x="652400" y="2615689"/>
            <a:ext cx="443252" cy="14401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4" name="直角三角形 3">
            <a:extLst>
              <a:ext uri="{FF2B5EF4-FFF2-40B4-BE49-F238E27FC236}">
                <a16:creationId xmlns:a16="http://schemas.microsoft.com/office/drawing/2014/main" id="{8BEC251C-D70B-A54D-ACA4-E94015FE75E7}"/>
              </a:ext>
            </a:extLst>
          </p:cNvPr>
          <p:cNvSpPr/>
          <p:nvPr/>
        </p:nvSpPr>
        <p:spPr>
          <a:xfrm rot="16200000">
            <a:off x="9910447" y="4576446"/>
            <a:ext cx="2100262" cy="2462844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15" name="直角三角形 14">
            <a:extLst>
              <a:ext uri="{FF2B5EF4-FFF2-40B4-BE49-F238E27FC236}">
                <a16:creationId xmlns:a16="http://schemas.microsoft.com/office/drawing/2014/main" id="{64912B97-897B-AE4F-91A9-02383E8F7AE7}"/>
              </a:ext>
            </a:extLst>
          </p:cNvPr>
          <p:cNvSpPr/>
          <p:nvPr/>
        </p:nvSpPr>
        <p:spPr>
          <a:xfrm rot="5400000">
            <a:off x="107294" y="-107294"/>
            <a:ext cx="1243013" cy="1457602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D368DF0-3C60-4A18-A0C5-28651723FC6B}"/>
              </a:ext>
            </a:extLst>
          </p:cNvPr>
          <p:cNvSpPr txBox="1"/>
          <p:nvPr/>
        </p:nvSpPr>
        <p:spPr>
          <a:xfrm>
            <a:off x="1095652" y="2519676"/>
            <a:ext cx="4571231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>
                <a:rot lat="0" lon="0" rev="0"/>
              </a:lightRig>
            </a:scene3d>
            <a:sp3d contourW="12700"/>
          </a:bodyPr>
          <a:lstStyle>
            <a:defPPr>
              <a:defRPr lang="zh-CN"/>
            </a:defPPr>
            <a:lvl1pPr algn="dist">
              <a:defRPr sz="9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6000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3500" sx="102000" sy="102000" algn="ctr" rotWithShape="0">
                    <a:schemeClr val="bg1">
                      <a:alpha val="20000"/>
                    </a:schemeClr>
                  </a:outerShdw>
                </a:effectLst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Nội</a:t>
            </a:r>
            <a:r>
              <a:rPr lang="en-US" altLang="zh-CN" sz="6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3500" sx="102000" sy="102000" algn="ctr" rotWithShape="0">
                    <a:schemeClr val="bg1">
                      <a:alpha val="20000"/>
                    </a:schemeClr>
                  </a:outerShdw>
                </a:effectLst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dung </a:t>
            </a:r>
            <a:r>
              <a:rPr lang="en-US" altLang="zh-CN" sz="6000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3500" sx="102000" sy="102000" algn="ctr" rotWithShape="0">
                    <a:schemeClr val="bg1">
                      <a:alpha val="20000"/>
                    </a:schemeClr>
                  </a:outerShdw>
                </a:effectLst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chính</a:t>
            </a:r>
            <a:r>
              <a:rPr lang="en-US" altLang="zh-CN" sz="6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3500" sx="102000" sy="102000" algn="ctr" rotWithShape="0">
                    <a:schemeClr val="bg1">
                      <a:alpha val="20000"/>
                    </a:schemeClr>
                  </a:outerShdw>
                </a:effectLst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endParaRPr kumimoji="0" lang="zh-CN" altLang="en-US" sz="6000" u="none" strike="noStrike" kern="1200" cap="none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63500" sx="102000" sy="102000" algn="ctr" rotWithShape="0">
                  <a:schemeClr val="bg1">
                    <a:alpha val="20000"/>
                  </a:schemeClr>
                </a:outerShdw>
              </a:effectLst>
              <a:uLnTx/>
              <a:uFillTx/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grpSp>
        <p:nvGrpSpPr>
          <p:cNvPr id="14" name="Group 55">
            <a:extLst>
              <a:ext uri="{FF2B5EF4-FFF2-40B4-BE49-F238E27FC236}">
                <a16:creationId xmlns:a16="http://schemas.microsoft.com/office/drawing/2014/main" id="{07B46944-08BD-4142-BBF0-088FD83FB607}"/>
              </a:ext>
            </a:extLst>
          </p:cNvPr>
          <p:cNvGrpSpPr/>
          <p:nvPr/>
        </p:nvGrpSpPr>
        <p:grpSpPr>
          <a:xfrm>
            <a:off x="5198520" y="182423"/>
            <a:ext cx="7666454" cy="983154"/>
            <a:chOff x="2311176" y="6218243"/>
            <a:chExt cx="6168130" cy="1573049"/>
          </a:xfrm>
        </p:grpSpPr>
        <p:sp>
          <p:nvSpPr>
            <p:cNvPr id="16" name="Rectangle 56">
              <a:extLst>
                <a:ext uri="{FF2B5EF4-FFF2-40B4-BE49-F238E27FC236}">
                  <a16:creationId xmlns:a16="http://schemas.microsoft.com/office/drawing/2014/main" id="{4C6F09F7-EB18-4BB9-8BAC-329092917BAD}"/>
                </a:ext>
              </a:extLst>
            </p:cNvPr>
            <p:cNvSpPr/>
            <p:nvPr/>
          </p:nvSpPr>
          <p:spPr>
            <a:xfrm>
              <a:off x="2311176" y="6218243"/>
              <a:ext cx="6168130" cy="10341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id-ID" altLang="zh-CN" sz="3600" dirty="0">
                <a:solidFill>
                  <a:schemeClr val="tx2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Segoe UI" panose="020B0502040204020203" pitchFamily="34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17" name="Rectangle 57">
              <a:extLst>
                <a:ext uri="{FF2B5EF4-FFF2-40B4-BE49-F238E27FC236}">
                  <a16:creationId xmlns:a16="http://schemas.microsoft.com/office/drawing/2014/main" id="{666583EF-B78E-4FCC-85E0-8ADF5592004D}"/>
                </a:ext>
              </a:extLst>
            </p:cNvPr>
            <p:cNvSpPr/>
            <p:nvPr/>
          </p:nvSpPr>
          <p:spPr>
            <a:xfrm>
              <a:off x="2311177" y="7252374"/>
              <a:ext cx="4352139" cy="5389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endParaRPr lang="id-ID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Segoe UI Light" panose="020B0502040204020203" pitchFamily="34" charset="0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18" name="Group 55">
            <a:extLst>
              <a:ext uri="{FF2B5EF4-FFF2-40B4-BE49-F238E27FC236}">
                <a16:creationId xmlns:a16="http://schemas.microsoft.com/office/drawing/2014/main" id="{CEA63031-887B-4AB0-802E-708CBB261925}"/>
              </a:ext>
            </a:extLst>
          </p:cNvPr>
          <p:cNvGrpSpPr/>
          <p:nvPr/>
        </p:nvGrpSpPr>
        <p:grpSpPr>
          <a:xfrm>
            <a:off x="5126094" y="1873345"/>
            <a:ext cx="7738880" cy="983154"/>
            <a:chOff x="2311177" y="6218243"/>
            <a:chExt cx="6226401" cy="1573048"/>
          </a:xfrm>
        </p:grpSpPr>
        <p:sp>
          <p:nvSpPr>
            <p:cNvPr id="19" name="Rectangle 56">
              <a:extLst>
                <a:ext uri="{FF2B5EF4-FFF2-40B4-BE49-F238E27FC236}">
                  <a16:creationId xmlns:a16="http://schemas.microsoft.com/office/drawing/2014/main" id="{EC58EB67-730D-463D-B945-D494F3AF9E3A}"/>
                </a:ext>
              </a:extLst>
            </p:cNvPr>
            <p:cNvSpPr/>
            <p:nvPr/>
          </p:nvSpPr>
          <p:spPr>
            <a:xfrm>
              <a:off x="2311177" y="6218243"/>
              <a:ext cx="6226401" cy="10341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dirty="0" err="1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rPr>
                <a:t>Bài</a:t>
              </a:r>
              <a:r>
                <a:rPr lang="en-US" altLang="zh-CN" sz="36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rPr>
                <a:t> </a:t>
              </a:r>
              <a:r>
                <a:rPr lang="en-US" altLang="zh-CN" sz="3600" dirty="0" err="1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rPr>
                <a:t>toán</a:t>
              </a:r>
              <a:endParaRPr lang="id-ID" altLang="zh-CN" sz="36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20" name="Rectangle 57">
              <a:extLst>
                <a:ext uri="{FF2B5EF4-FFF2-40B4-BE49-F238E27FC236}">
                  <a16:creationId xmlns:a16="http://schemas.microsoft.com/office/drawing/2014/main" id="{86E3D16B-0206-44C7-84D8-C135AD4566A9}"/>
                </a:ext>
              </a:extLst>
            </p:cNvPr>
            <p:cNvSpPr/>
            <p:nvPr/>
          </p:nvSpPr>
          <p:spPr>
            <a:xfrm>
              <a:off x="2311177" y="7252374"/>
              <a:ext cx="4352139" cy="538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endParaRPr lang="id-ID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Segoe UI Light" panose="020B0502040204020203" pitchFamily="34" charset="0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22" name="Rectangle 56">
            <a:extLst>
              <a:ext uri="{FF2B5EF4-FFF2-40B4-BE49-F238E27FC236}">
                <a16:creationId xmlns:a16="http://schemas.microsoft.com/office/drawing/2014/main" id="{E23526F6-46F3-4AEE-95CC-402DF48BE118}"/>
              </a:ext>
            </a:extLst>
          </p:cNvPr>
          <p:cNvSpPr/>
          <p:nvPr/>
        </p:nvSpPr>
        <p:spPr>
          <a:xfrm>
            <a:off x="5142276" y="3415167"/>
            <a:ext cx="7738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Hạn</a:t>
            </a:r>
            <a:r>
              <a:rPr lang="en-US" altLang="zh-CN" sz="36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6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chế</a:t>
            </a:r>
            <a:endParaRPr lang="id-ID" altLang="zh-CN" sz="36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25" name="Rectangle 56">
            <a:extLst>
              <a:ext uri="{FF2B5EF4-FFF2-40B4-BE49-F238E27FC236}">
                <a16:creationId xmlns:a16="http://schemas.microsoft.com/office/drawing/2014/main" id="{F7B6B30D-5CBE-4C0A-8F94-341926C7BAF9}"/>
              </a:ext>
            </a:extLst>
          </p:cNvPr>
          <p:cNvSpPr/>
          <p:nvPr/>
        </p:nvSpPr>
        <p:spPr>
          <a:xfrm>
            <a:off x="5142276" y="4939167"/>
            <a:ext cx="78675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Hướng</a:t>
            </a:r>
            <a:r>
              <a:rPr lang="en-US" altLang="zh-CN" sz="36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6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phát</a:t>
            </a:r>
            <a:r>
              <a:rPr lang="en-US" altLang="zh-CN" sz="36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6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triển</a:t>
            </a:r>
            <a:r>
              <a:rPr lang="en-US" altLang="zh-CN" sz="36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endParaRPr lang="id-ID" altLang="zh-CN" sz="36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E000CE-2F5D-48FC-2505-3D10F8E0A554}"/>
              </a:ext>
            </a:extLst>
          </p:cNvPr>
          <p:cNvGrpSpPr/>
          <p:nvPr/>
        </p:nvGrpSpPr>
        <p:grpSpPr>
          <a:xfrm>
            <a:off x="9619723" y="-1264418"/>
            <a:ext cx="3390107" cy="3604386"/>
            <a:chOff x="5300281" y="5407493"/>
            <a:chExt cx="1879700" cy="1701800"/>
          </a:xfrm>
          <a:effectLst>
            <a:outerShdw blurRad="1270000" dist="266700" dir="5400000" sx="90000" sy="90000" algn="t" rotWithShape="0">
              <a:prstClr val="black">
                <a:alpha val="40000"/>
              </a:prstClr>
            </a:outerShdw>
          </a:effectLst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349F50A-82B2-B29E-0EAA-E4244AFD0B09}"/>
                </a:ext>
              </a:extLst>
            </p:cNvPr>
            <p:cNvSpPr/>
            <p:nvPr/>
          </p:nvSpPr>
          <p:spPr>
            <a:xfrm rot="2100000">
              <a:off x="5300281" y="5725344"/>
              <a:ext cx="1879700" cy="106609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751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2AB50C6-D366-9CC1-E1CA-EDE9A0F405C2}"/>
                </a:ext>
              </a:extLst>
            </p:cNvPr>
            <p:cNvSpPr/>
            <p:nvPr/>
          </p:nvSpPr>
          <p:spPr>
            <a:xfrm rot="5400000" flipH="1">
              <a:off x="5389231" y="5775793"/>
              <a:ext cx="1701800" cy="9652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751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B67465A-2A22-4093-AB78-C5BACCF7C7A7}"/>
                </a:ext>
              </a:extLst>
            </p:cNvPr>
            <p:cNvSpPr/>
            <p:nvPr/>
          </p:nvSpPr>
          <p:spPr>
            <a:xfrm rot="19500000" flipH="1">
              <a:off x="5300281" y="5725344"/>
              <a:ext cx="1879700" cy="106609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751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7725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:push dir="u"/>
      </p:transition>
    </mc:Choice>
    <mc:Fallback xmlns="">
      <p:transition spd="slow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560490" y="1709903"/>
            <a:ext cx="1080000" cy="1080000"/>
            <a:chOff x="2967127" y="3028128"/>
            <a:chExt cx="1080000" cy="1080000"/>
          </a:xfrm>
          <a:solidFill>
            <a:schemeClr val="accent1"/>
          </a:solidFill>
        </p:grpSpPr>
        <p:sp>
          <p:nvSpPr>
            <p:cNvPr id="7" name="圆角矩形 6"/>
            <p:cNvSpPr>
              <a:spLocks noChangeAspect="1"/>
            </p:cNvSpPr>
            <p:nvPr/>
          </p:nvSpPr>
          <p:spPr>
            <a:xfrm rot="1800000">
              <a:off x="2967127" y="3028128"/>
              <a:ext cx="1080000" cy="1080000"/>
            </a:xfrm>
            <a:prstGeom prst="roundRect">
              <a:avLst>
                <a:gd name="adj" fmla="val 3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8" name="圆角矩形 7"/>
            <p:cNvSpPr>
              <a:spLocks noChangeAspect="1"/>
            </p:cNvSpPr>
            <p:nvPr/>
          </p:nvSpPr>
          <p:spPr>
            <a:xfrm rot="2700000">
              <a:off x="2967127" y="3028128"/>
              <a:ext cx="1080000" cy="1080000"/>
            </a:xfrm>
            <a:prstGeom prst="roundRect">
              <a:avLst>
                <a:gd name="adj" fmla="val 3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cxnSp>
        <p:nvCxnSpPr>
          <p:cNvPr id="9" name="直接连接符 8"/>
          <p:cNvCxnSpPr/>
          <p:nvPr/>
        </p:nvCxnSpPr>
        <p:spPr>
          <a:xfrm>
            <a:off x="2100490" y="2880055"/>
            <a:ext cx="0" cy="540000"/>
          </a:xfrm>
          <a:prstGeom prst="line">
            <a:avLst/>
          </a:prstGeom>
          <a:ln w="19050">
            <a:solidFill>
              <a:srgbClr val="E25E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840490" y="3572073"/>
            <a:ext cx="2520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soát</a:t>
            </a:r>
            <a:endParaRPr lang="zh-CN" altLang="en-US" sz="28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188245" y="1709903"/>
            <a:ext cx="1080000" cy="1080000"/>
            <a:chOff x="2967127" y="3028128"/>
            <a:chExt cx="1080000" cy="1080000"/>
          </a:xfrm>
          <a:solidFill>
            <a:schemeClr val="accent2"/>
          </a:solidFill>
        </p:grpSpPr>
        <p:sp>
          <p:nvSpPr>
            <p:cNvPr id="13" name="圆角矩形 12"/>
            <p:cNvSpPr>
              <a:spLocks noChangeAspect="1"/>
            </p:cNvSpPr>
            <p:nvPr/>
          </p:nvSpPr>
          <p:spPr>
            <a:xfrm rot="1800000">
              <a:off x="2967127" y="3028128"/>
              <a:ext cx="1080000" cy="1080000"/>
            </a:xfrm>
            <a:prstGeom prst="roundRect">
              <a:avLst>
                <a:gd name="adj" fmla="val 3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4" name="圆角矩形 13"/>
            <p:cNvSpPr>
              <a:spLocks noChangeAspect="1"/>
            </p:cNvSpPr>
            <p:nvPr/>
          </p:nvSpPr>
          <p:spPr>
            <a:xfrm rot="2700000">
              <a:off x="2967127" y="3028128"/>
              <a:ext cx="1080000" cy="1080000"/>
            </a:xfrm>
            <a:prstGeom prst="roundRect">
              <a:avLst>
                <a:gd name="adj" fmla="val 3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cxnSp>
        <p:nvCxnSpPr>
          <p:cNvPr id="15" name="直接连接符 14"/>
          <p:cNvCxnSpPr/>
          <p:nvPr/>
        </p:nvCxnSpPr>
        <p:spPr>
          <a:xfrm>
            <a:off x="4728245" y="2880055"/>
            <a:ext cx="0" cy="540000"/>
          </a:xfrm>
          <a:prstGeom prst="line">
            <a:avLst/>
          </a:prstGeom>
          <a:ln w="19050">
            <a:solidFill>
              <a:srgbClr val="E25E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468245" y="3572073"/>
            <a:ext cx="2520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đâu</a:t>
            </a:r>
            <a:endParaRPr lang="zh-CN" altLang="en-US" sz="28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816000" y="1709903"/>
            <a:ext cx="1080000" cy="1080000"/>
            <a:chOff x="2967127" y="3028128"/>
            <a:chExt cx="1080000" cy="1080000"/>
          </a:xfrm>
          <a:solidFill>
            <a:schemeClr val="accent3"/>
          </a:solidFill>
        </p:grpSpPr>
        <p:sp>
          <p:nvSpPr>
            <p:cNvPr id="19" name="圆角矩形 18"/>
            <p:cNvSpPr>
              <a:spLocks noChangeAspect="1"/>
            </p:cNvSpPr>
            <p:nvPr/>
          </p:nvSpPr>
          <p:spPr>
            <a:xfrm rot="1800000">
              <a:off x="2967127" y="3028128"/>
              <a:ext cx="1080000" cy="1080000"/>
            </a:xfrm>
            <a:prstGeom prst="roundRect">
              <a:avLst>
                <a:gd name="adj" fmla="val 3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20" name="圆角矩形 19"/>
            <p:cNvSpPr>
              <a:spLocks noChangeAspect="1"/>
            </p:cNvSpPr>
            <p:nvPr/>
          </p:nvSpPr>
          <p:spPr>
            <a:xfrm rot="2700000">
              <a:off x="2967127" y="3028128"/>
              <a:ext cx="1080000" cy="1080000"/>
            </a:xfrm>
            <a:prstGeom prst="roundRect">
              <a:avLst>
                <a:gd name="adj" fmla="val 3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>
            <a:off x="7356000" y="2880055"/>
            <a:ext cx="0" cy="540000"/>
          </a:xfrm>
          <a:prstGeom prst="line">
            <a:avLst/>
          </a:prstGeom>
          <a:ln w="19050">
            <a:solidFill>
              <a:srgbClr val="E25E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6096000" y="3572073"/>
            <a:ext cx="2520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dõi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chi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endParaRPr lang="zh-CN" altLang="en-US" sz="28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9443756" y="1709903"/>
            <a:ext cx="1080000" cy="1080000"/>
            <a:chOff x="2967127" y="3028128"/>
            <a:chExt cx="1080000" cy="1080000"/>
          </a:xfrm>
          <a:solidFill>
            <a:schemeClr val="accent4"/>
          </a:solidFill>
        </p:grpSpPr>
        <p:sp>
          <p:nvSpPr>
            <p:cNvPr id="25" name="圆角矩形 24"/>
            <p:cNvSpPr>
              <a:spLocks noChangeAspect="1"/>
            </p:cNvSpPr>
            <p:nvPr/>
          </p:nvSpPr>
          <p:spPr>
            <a:xfrm rot="1800000">
              <a:off x="2967127" y="3028128"/>
              <a:ext cx="1080000" cy="1080000"/>
            </a:xfrm>
            <a:prstGeom prst="roundRect">
              <a:avLst>
                <a:gd name="adj" fmla="val 3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26" name="圆角矩形 25"/>
            <p:cNvSpPr>
              <a:spLocks noChangeAspect="1"/>
            </p:cNvSpPr>
            <p:nvPr/>
          </p:nvSpPr>
          <p:spPr>
            <a:xfrm rot="2700000">
              <a:off x="2967127" y="3028128"/>
              <a:ext cx="1080000" cy="1080000"/>
            </a:xfrm>
            <a:prstGeom prst="roundRect">
              <a:avLst>
                <a:gd name="adj" fmla="val 3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cxnSp>
        <p:nvCxnSpPr>
          <p:cNvPr id="27" name="直接连接符 26"/>
          <p:cNvCxnSpPr/>
          <p:nvPr/>
        </p:nvCxnSpPr>
        <p:spPr>
          <a:xfrm>
            <a:off x="9983756" y="2880055"/>
            <a:ext cx="0" cy="540000"/>
          </a:xfrm>
          <a:prstGeom prst="line">
            <a:avLst/>
          </a:prstGeom>
          <a:ln w="19050">
            <a:solidFill>
              <a:srgbClr val="E25E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8723756" y="3572073"/>
            <a:ext cx="25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Vượt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KSO_Shape"/>
          <p:cNvSpPr>
            <a:spLocks noChangeAspect="1"/>
          </p:cNvSpPr>
          <p:nvPr/>
        </p:nvSpPr>
        <p:spPr bwMode="auto">
          <a:xfrm>
            <a:off x="1740490" y="1929568"/>
            <a:ext cx="720000" cy="714000"/>
          </a:xfrm>
          <a:custGeom>
            <a:avLst/>
            <a:gdLst>
              <a:gd name="T0" fmla="*/ 1420802 w 2262188"/>
              <a:gd name="T1" fmla="*/ 2155372 h 2241550"/>
              <a:gd name="T2" fmla="*/ 0 w 2262188"/>
              <a:gd name="T3" fmla="*/ 1901959 h 2241550"/>
              <a:gd name="T4" fmla="*/ 966787 w 2262188"/>
              <a:gd name="T5" fmla="*/ 2002745 h 2241550"/>
              <a:gd name="T6" fmla="*/ 463550 w 2262188"/>
              <a:gd name="T7" fmla="*/ 1799189 h 2241550"/>
              <a:gd name="T8" fmla="*/ 1920875 w 2262188"/>
              <a:gd name="T9" fmla="*/ 1721932 h 2241550"/>
              <a:gd name="T10" fmla="*/ 1920875 w 2262188"/>
              <a:gd name="T11" fmla="*/ 1643063 h 2241550"/>
              <a:gd name="T12" fmla="*/ 1920875 w 2262188"/>
              <a:gd name="T13" fmla="*/ 1520825 h 2241550"/>
              <a:gd name="T14" fmla="*/ 1437365 w 2262188"/>
              <a:gd name="T15" fmla="*/ 1781511 h 2241550"/>
              <a:gd name="T16" fmla="*/ 0 w 2262188"/>
              <a:gd name="T17" fmla="*/ 1470217 h 2241550"/>
              <a:gd name="T18" fmla="*/ 1304860 w 2262188"/>
              <a:gd name="T19" fmla="*/ 1658938 h 2241550"/>
              <a:gd name="T20" fmla="*/ 1333924 w 2262188"/>
              <a:gd name="T21" fmla="*/ 1648052 h 2241550"/>
              <a:gd name="T22" fmla="*/ 1395684 w 2262188"/>
              <a:gd name="T23" fmla="*/ 1641022 h 2241550"/>
              <a:gd name="T24" fmla="*/ 1448362 w 2262188"/>
              <a:gd name="T25" fmla="*/ 1646011 h 2241550"/>
              <a:gd name="T26" fmla="*/ 1677920 w 2262188"/>
              <a:gd name="T27" fmla="*/ 1506991 h 2241550"/>
              <a:gd name="T28" fmla="*/ 1657031 w 2262188"/>
              <a:gd name="T29" fmla="*/ 1492023 h 2241550"/>
              <a:gd name="T30" fmla="*/ 1654306 w 2262188"/>
              <a:gd name="T31" fmla="*/ 1479097 h 2241550"/>
              <a:gd name="T32" fmla="*/ 1663843 w 2262188"/>
              <a:gd name="T33" fmla="*/ 1466170 h 2241550"/>
              <a:gd name="T34" fmla="*/ 995838 w 2262188"/>
              <a:gd name="T35" fmla="*/ 1258888 h 2241550"/>
              <a:gd name="T36" fmla="*/ 489738 w 2262188"/>
              <a:gd name="T37" fmla="*/ 1130300 h 2241550"/>
              <a:gd name="T38" fmla="*/ 594035 w 2262188"/>
              <a:gd name="T39" fmla="*/ 1213404 h 2241550"/>
              <a:gd name="T40" fmla="*/ 555491 w 2262188"/>
              <a:gd name="T41" fmla="*/ 1222487 h 2241550"/>
              <a:gd name="T42" fmla="*/ 486564 w 2262188"/>
              <a:gd name="T43" fmla="*/ 1223168 h 2241550"/>
              <a:gd name="T44" fmla="*/ 211086 w 2262188"/>
              <a:gd name="T45" fmla="*/ 1351684 h 2241550"/>
              <a:gd name="T46" fmla="*/ 251218 w 2262188"/>
              <a:gd name="T47" fmla="*/ 1368941 h 2241550"/>
              <a:gd name="T48" fmla="*/ 259153 w 2262188"/>
              <a:gd name="T49" fmla="*/ 1381429 h 2241550"/>
              <a:gd name="T50" fmla="*/ 255072 w 2262188"/>
              <a:gd name="T51" fmla="*/ 1394599 h 2241550"/>
              <a:gd name="T52" fmla="*/ 240561 w 2262188"/>
              <a:gd name="T53" fmla="*/ 1405498 h 2241550"/>
              <a:gd name="T54" fmla="*/ 810075 w 2262188"/>
              <a:gd name="T55" fmla="*/ 1021049 h 2241550"/>
              <a:gd name="T56" fmla="*/ 341312 w 2262188"/>
              <a:gd name="T57" fmla="*/ 771297 h 2241550"/>
              <a:gd name="T58" fmla="*/ 2262188 w 2262188"/>
              <a:gd name="T59" fmla="*/ 687389 h 2241550"/>
              <a:gd name="T60" fmla="*/ 830949 w 2262188"/>
              <a:gd name="T61" fmla="*/ 982664 h 2241550"/>
              <a:gd name="T62" fmla="*/ 1797050 w 2262188"/>
              <a:gd name="T63" fmla="*/ 752476 h 2241550"/>
              <a:gd name="T64" fmla="*/ 1295400 w 2262188"/>
              <a:gd name="T65" fmla="*/ 660174 h 2241550"/>
              <a:gd name="T66" fmla="*/ 2262188 w 2262188"/>
              <a:gd name="T67" fmla="*/ 462607 h 2241550"/>
              <a:gd name="T68" fmla="*/ 824823 w 2262188"/>
              <a:gd name="T69" fmla="*/ 651157 h 2241550"/>
              <a:gd name="T70" fmla="*/ 341312 w 2262188"/>
              <a:gd name="T71" fmla="*/ 390526 h 2241550"/>
              <a:gd name="T72" fmla="*/ 786730 w 2262188"/>
              <a:gd name="T73" fmla="*/ 233363 h 2241550"/>
              <a:gd name="T74" fmla="*/ 600403 w 2262188"/>
              <a:gd name="T75" fmla="*/ 336703 h 2241550"/>
              <a:gd name="T76" fmla="*/ 608110 w 2262188"/>
              <a:gd name="T77" fmla="*/ 349677 h 2241550"/>
              <a:gd name="T78" fmla="*/ 603350 w 2262188"/>
              <a:gd name="T79" fmla="*/ 362651 h 2241550"/>
              <a:gd name="T80" fmla="*/ 576602 w 2262188"/>
              <a:gd name="T81" fmla="*/ 378585 h 2241550"/>
              <a:gd name="T82" fmla="*/ 820278 w 2262188"/>
              <a:gd name="T83" fmla="*/ 514246 h 2241550"/>
              <a:gd name="T84" fmla="*/ 878761 w 2262188"/>
              <a:gd name="T85" fmla="*/ 510831 h 2241550"/>
              <a:gd name="T86" fmla="*/ 932710 w 2262188"/>
              <a:gd name="T87" fmla="*/ 519026 h 2241550"/>
              <a:gd name="T88" fmla="*/ 1216508 w 2262188"/>
              <a:gd name="T89" fmla="*/ 466218 h 2241550"/>
              <a:gd name="T90" fmla="*/ 1749425 w 2262188"/>
              <a:gd name="T91" fmla="*/ 883986 h 2241550"/>
              <a:gd name="T92" fmla="*/ 1798297 w 2262188"/>
              <a:gd name="T93" fmla="*/ 374650 h 2241550"/>
              <a:gd name="T94" fmla="*/ 2012784 w 2262188"/>
              <a:gd name="T95" fmla="*/ 269585 h 2241550"/>
              <a:gd name="T96" fmla="*/ 2003262 w 2262188"/>
              <a:gd name="T97" fmla="*/ 256650 h 2241550"/>
              <a:gd name="T98" fmla="*/ 2006209 w 2262188"/>
              <a:gd name="T99" fmla="*/ 243943 h 2241550"/>
              <a:gd name="T100" fmla="*/ 2027068 w 2262188"/>
              <a:gd name="T101" fmla="*/ 228966 h 2241550"/>
              <a:gd name="T102" fmla="*/ 1797843 w 2262188"/>
              <a:gd name="T103" fmla="*/ 89635 h 2241550"/>
              <a:gd name="T104" fmla="*/ 1745015 w 2262188"/>
              <a:gd name="T105" fmla="*/ 94400 h 2241550"/>
              <a:gd name="T106" fmla="*/ 1683571 w 2262188"/>
              <a:gd name="T107" fmla="*/ 87820 h 2241550"/>
              <a:gd name="T108" fmla="*/ 1651602 w 2262188"/>
              <a:gd name="T109" fmla="*/ 75112 h 2241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262188" h="2241550">
                <a:moveTo>
                  <a:pt x="1920875" y="1898650"/>
                </a:moveTo>
                <a:lnTo>
                  <a:pt x="1920875" y="1901598"/>
                </a:lnTo>
                <a:lnTo>
                  <a:pt x="1920875" y="1977571"/>
                </a:lnTo>
                <a:lnTo>
                  <a:pt x="1431239" y="2241550"/>
                </a:lnTo>
                <a:lnTo>
                  <a:pt x="966787" y="2131332"/>
                </a:lnTo>
                <a:lnTo>
                  <a:pt x="966787" y="2047648"/>
                </a:lnTo>
                <a:lnTo>
                  <a:pt x="1420802" y="2155372"/>
                </a:lnTo>
                <a:lnTo>
                  <a:pt x="1437365" y="2159227"/>
                </a:lnTo>
                <a:lnTo>
                  <a:pt x="1452113" y="2151289"/>
                </a:lnTo>
                <a:lnTo>
                  <a:pt x="1920875" y="1898650"/>
                </a:lnTo>
                <a:close/>
                <a:moveTo>
                  <a:pt x="0" y="1817688"/>
                </a:moveTo>
                <a:lnTo>
                  <a:pt x="463550" y="1928451"/>
                </a:lnTo>
                <a:lnTo>
                  <a:pt x="463550" y="2012951"/>
                </a:lnTo>
                <a:lnTo>
                  <a:pt x="0" y="1901959"/>
                </a:lnTo>
                <a:lnTo>
                  <a:pt x="0" y="1848519"/>
                </a:lnTo>
                <a:lnTo>
                  <a:pt x="0" y="1817688"/>
                </a:lnTo>
                <a:close/>
                <a:moveTo>
                  <a:pt x="1920875" y="1770063"/>
                </a:moveTo>
                <a:lnTo>
                  <a:pt x="1920875" y="1772784"/>
                </a:lnTo>
                <a:lnTo>
                  <a:pt x="1920875" y="1848984"/>
                </a:lnTo>
                <a:lnTo>
                  <a:pt x="1431239" y="2112963"/>
                </a:lnTo>
                <a:lnTo>
                  <a:pt x="966787" y="2002745"/>
                </a:lnTo>
                <a:lnTo>
                  <a:pt x="966787" y="1919061"/>
                </a:lnTo>
                <a:lnTo>
                  <a:pt x="1420802" y="2026784"/>
                </a:lnTo>
                <a:lnTo>
                  <a:pt x="1437365" y="2030867"/>
                </a:lnTo>
                <a:lnTo>
                  <a:pt x="1452113" y="2022702"/>
                </a:lnTo>
                <a:lnTo>
                  <a:pt x="1920875" y="1770063"/>
                </a:lnTo>
                <a:close/>
                <a:moveTo>
                  <a:pt x="0" y="1689100"/>
                </a:moveTo>
                <a:lnTo>
                  <a:pt x="463550" y="1799189"/>
                </a:lnTo>
                <a:lnTo>
                  <a:pt x="463550" y="1882775"/>
                </a:lnTo>
                <a:lnTo>
                  <a:pt x="0" y="1772460"/>
                </a:lnTo>
                <a:lnTo>
                  <a:pt x="0" y="1719680"/>
                </a:lnTo>
                <a:lnTo>
                  <a:pt x="0" y="1689100"/>
                </a:lnTo>
                <a:close/>
                <a:moveTo>
                  <a:pt x="1920875" y="1643063"/>
                </a:moveTo>
                <a:lnTo>
                  <a:pt x="1920875" y="1646009"/>
                </a:lnTo>
                <a:lnTo>
                  <a:pt x="1920875" y="1721932"/>
                </a:lnTo>
                <a:lnTo>
                  <a:pt x="1431239" y="1985963"/>
                </a:lnTo>
                <a:lnTo>
                  <a:pt x="966787" y="1875591"/>
                </a:lnTo>
                <a:lnTo>
                  <a:pt x="966787" y="1791963"/>
                </a:lnTo>
                <a:lnTo>
                  <a:pt x="1420802" y="1899841"/>
                </a:lnTo>
                <a:lnTo>
                  <a:pt x="1437365" y="1903694"/>
                </a:lnTo>
                <a:lnTo>
                  <a:pt x="1452113" y="1895762"/>
                </a:lnTo>
                <a:lnTo>
                  <a:pt x="1920875" y="1643063"/>
                </a:lnTo>
                <a:close/>
                <a:moveTo>
                  <a:pt x="0" y="1562100"/>
                </a:moveTo>
                <a:lnTo>
                  <a:pt x="463550" y="1672189"/>
                </a:lnTo>
                <a:lnTo>
                  <a:pt x="463550" y="1755775"/>
                </a:lnTo>
                <a:lnTo>
                  <a:pt x="0" y="1645686"/>
                </a:lnTo>
                <a:lnTo>
                  <a:pt x="0" y="1592907"/>
                </a:lnTo>
                <a:lnTo>
                  <a:pt x="0" y="1562100"/>
                </a:lnTo>
                <a:close/>
                <a:moveTo>
                  <a:pt x="1920875" y="1520825"/>
                </a:moveTo>
                <a:lnTo>
                  <a:pt x="1920875" y="1523996"/>
                </a:lnTo>
                <a:lnTo>
                  <a:pt x="1920875" y="1599869"/>
                </a:lnTo>
                <a:lnTo>
                  <a:pt x="1431239" y="1863725"/>
                </a:lnTo>
                <a:lnTo>
                  <a:pt x="966787" y="1753426"/>
                </a:lnTo>
                <a:lnTo>
                  <a:pt x="966787" y="1669853"/>
                </a:lnTo>
                <a:lnTo>
                  <a:pt x="1420802" y="1777660"/>
                </a:lnTo>
                <a:lnTo>
                  <a:pt x="1437365" y="1781511"/>
                </a:lnTo>
                <a:lnTo>
                  <a:pt x="1452113" y="1773584"/>
                </a:lnTo>
                <a:lnTo>
                  <a:pt x="1920875" y="1520825"/>
                </a:lnTo>
                <a:close/>
                <a:moveTo>
                  <a:pt x="0" y="1439863"/>
                </a:moveTo>
                <a:lnTo>
                  <a:pt x="463550" y="1549725"/>
                </a:lnTo>
                <a:lnTo>
                  <a:pt x="463550" y="1633538"/>
                </a:lnTo>
                <a:lnTo>
                  <a:pt x="0" y="1523223"/>
                </a:lnTo>
                <a:lnTo>
                  <a:pt x="0" y="1470217"/>
                </a:lnTo>
                <a:lnTo>
                  <a:pt x="0" y="1439863"/>
                </a:lnTo>
                <a:close/>
                <a:moveTo>
                  <a:pt x="1474701" y="1365250"/>
                </a:moveTo>
                <a:lnTo>
                  <a:pt x="1920875" y="1470932"/>
                </a:lnTo>
                <a:lnTo>
                  <a:pt x="1430878" y="1735138"/>
                </a:lnTo>
                <a:lnTo>
                  <a:pt x="984250" y="1629229"/>
                </a:lnTo>
                <a:lnTo>
                  <a:pt x="1044194" y="1597025"/>
                </a:lnTo>
                <a:lnTo>
                  <a:pt x="1304860" y="1658938"/>
                </a:lnTo>
                <a:lnTo>
                  <a:pt x="1305314" y="1658258"/>
                </a:lnTo>
                <a:lnTo>
                  <a:pt x="1309401" y="1656217"/>
                </a:lnTo>
                <a:lnTo>
                  <a:pt x="1313942" y="1654402"/>
                </a:lnTo>
                <a:lnTo>
                  <a:pt x="1318483" y="1652588"/>
                </a:lnTo>
                <a:lnTo>
                  <a:pt x="1323479" y="1651227"/>
                </a:lnTo>
                <a:lnTo>
                  <a:pt x="1328474" y="1649640"/>
                </a:lnTo>
                <a:lnTo>
                  <a:pt x="1333924" y="1648052"/>
                </a:lnTo>
                <a:lnTo>
                  <a:pt x="1339373" y="1646692"/>
                </a:lnTo>
                <a:lnTo>
                  <a:pt x="1345050" y="1645784"/>
                </a:lnTo>
                <a:lnTo>
                  <a:pt x="1350953" y="1644650"/>
                </a:lnTo>
                <a:lnTo>
                  <a:pt x="1357311" y="1643743"/>
                </a:lnTo>
                <a:lnTo>
                  <a:pt x="1369572" y="1642383"/>
                </a:lnTo>
                <a:lnTo>
                  <a:pt x="1382515" y="1641249"/>
                </a:lnTo>
                <a:lnTo>
                  <a:pt x="1395684" y="1641022"/>
                </a:lnTo>
                <a:lnTo>
                  <a:pt x="1403177" y="1641249"/>
                </a:lnTo>
                <a:lnTo>
                  <a:pt x="1410897" y="1641475"/>
                </a:lnTo>
                <a:lnTo>
                  <a:pt x="1418617" y="1642156"/>
                </a:lnTo>
                <a:lnTo>
                  <a:pt x="1426110" y="1642836"/>
                </a:lnTo>
                <a:lnTo>
                  <a:pt x="1433603" y="1643743"/>
                </a:lnTo>
                <a:lnTo>
                  <a:pt x="1441096" y="1644650"/>
                </a:lnTo>
                <a:lnTo>
                  <a:pt x="1448362" y="1646011"/>
                </a:lnTo>
                <a:lnTo>
                  <a:pt x="1455401" y="1647599"/>
                </a:lnTo>
                <a:lnTo>
                  <a:pt x="1460623" y="1648959"/>
                </a:lnTo>
                <a:lnTo>
                  <a:pt x="1707665" y="1516063"/>
                </a:lnTo>
                <a:lnTo>
                  <a:pt x="1701989" y="1514702"/>
                </a:lnTo>
                <a:lnTo>
                  <a:pt x="1693133" y="1512434"/>
                </a:lnTo>
                <a:lnTo>
                  <a:pt x="1685186" y="1509713"/>
                </a:lnTo>
                <a:lnTo>
                  <a:pt x="1677920" y="1506991"/>
                </a:lnTo>
                <a:lnTo>
                  <a:pt x="1671790" y="1503816"/>
                </a:lnTo>
                <a:lnTo>
                  <a:pt x="1666340" y="1500641"/>
                </a:lnTo>
                <a:lnTo>
                  <a:pt x="1664070" y="1499054"/>
                </a:lnTo>
                <a:lnTo>
                  <a:pt x="1662026" y="1497240"/>
                </a:lnTo>
                <a:lnTo>
                  <a:pt x="1659983" y="1495652"/>
                </a:lnTo>
                <a:lnTo>
                  <a:pt x="1658393" y="1493838"/>
                </a:lnTo>
                <a:lnTo>
                  <a:pt x="1657031" y="1492023"/>
                </a:lnTo>
                <a:lnTo>
                  <a:pt x="1655668" y="1490209"/>
                </a:lnTo>
                <a:lnTo>
                  <a:pt x="1654987" y="1488395"/>
                </a:lnTo>
                <a:lnTo>
                  <a:pt x="1654306" y="1486581"/>
                </a:lnTo>
                <a:lnTo>
                  <a:pt x="1653852" y="1484540"/>
                </a:lnTo>
                <a:lnTo>
                  <a:pt x="1653625" y="1482725"/>
                </a:lnTo>
                <a:lnTo>
                  <a:pt x="1653625" y="1480911"/>
                </a:lnTo>
                <a:lnTo>
                  <a:pt x="1654306" y="1479097"/>
                </a:lnTo>
                <a:lnTo>
                  <a:pt x="1654760" y="1477282"/>
                </a:lnTo>
                <a:lnTo>
                  <a:pt x="1655441" y="1475241"/>
                </a:lnTo>
                <a:lnTo>
                  <a:pt x="1656577" y="1473427"/>
                </a:lnTo>
                <a:lnTo>
                  <a:pt x="1658166" y="1471613"/>
                </a:lnTo>
                <a:lnTo>
                  <a:pt x="1659528" y="1469798"/>
                </a:lnTo>
                <a:lnTo>
                  <a:pt x="1661345" y="1467984"/>
                </a:lnTo>
                <a:lnTo>
                  <a:pt x="1663843" y="1466170"/>
                </a:lnTo>
                <a:lnTo>
                  <a:pt x="1666113" y="1464356"/>
                </a:lnTo>
                <a:lnTo>
                  <a:pt x="1668611" y="1462768"/>
                </a:lnTo>
                <a:lnTo>
                  <a:pt x="1671790" y="1461181"/>
                </a:lnTo>
                <a:lnTo>
                  <a:pt x="1675650" y="1459366"/>
                </a:lnTo>
                <a:lnTo>
                  <a:pt x="1414984" y="1397454"/>
                </a:lnTo>
                <a:lnTo>
                  <a:pt x="1474701" y="1365250"/>
                </a:lnTo>
                <a:close/>
                <a:moveTo>
                  <a:pt x="995838" y="1258888"/>
                </a:moveTo>
                <a:lnTo>
                  <a:pt x="1393825" y="1352349"/>
                </a:lnTo>
                <a:lnTo>
                  <a:pt x="918237" y="1608912"/>
                </a:lnTo>
                <a:lnTo>
                  <a:pt x="918237" y="2111376"/>
                </a:lnTo>
                <a:lnTo>
                  <a:pt x="512762" y="2014286"/>
                </a:lnTo>
                <a:lnTo>
                  <a:pt x="512762" y="1518854"/>
                </a:lnTo>
                <a:lnTo>
                  <a:pt x="995838" y="1258888"/>
                </a:lnTo>
                <a:close/>
                <a:moveTo>
                  <a:pt x="489738" y="1130300"/>
                </a:moveTo>
                <a:lnTo>
                  <a:pt x="935038" y="1236110"/>
                </a:lnTo>
                <a:lnTo>
                  <a:pt x="875408" y="1268353"/>
                </a:lnTo>
                <a:lnTo>
                  <a:pt x="610586" y="1205457"/>
                </a:lnTo>
                <a:lnTo>
                  <a:pt x="606959" y="1207501"/>
                </a:lnTo>
                <a:lnTo>
                  <a:pt x="603104" y="1209544"/>
                </a:lnTo>
                <a:lnTo>
                  <a:pt x="598796" y="1211588"/>
                </a:lnTo>
                <a:lnTo>
                  <a:pt x="594035" y="1213404"/>
                </a:lnTo>
                <a:lnTo>
                  <a:pt x="589274" y="1214994"/>
                </a:lnTo>
                <a:lnTo>
                  <a:pt x="584059" y="1216583"/>
                </a:lnTo>
                <a:lnTo>
                  <a:pt x="578617" y="1218172"/>
                </a:lnTo>
                <a:lnTo>
                  <a:pt x="573176" y="1219308"/>
                </a:lnTo>
                <a:lnTo>
                  <a:pt x="567281" y="1220443"/>
                </a:lnTo>
                <a:lnTo>
                  <a:pt x="561386" y="1221351"/>
                </a:lnTo>
                <a:lnTo>
                  <a:pt x="555491" y="1222487"/>
                </a:lnTo>
                <a:lnTo>
                  <a:pt x="543021" y="1223849"/>
                </a:lnTo>
                <a:lnTo>
                  <a:pt x="530097" y="1224530"/>
                </a:lnTo>
                <a:lnTo>
                  <a:pt x="516947" y="1224757"/>
                </a:lnTo>
                <a:lnTo>
                  <a:pt x="509464" y="1224757"/>
                </a:lnTo>
                <a:lnTo>
                  <a:pt x="501755" y="1224530"/>
                </a:lnTo>
                <a:lnTo>
                  <a:pt x="494046" y="1224076"/>
                </a:lnTo>
                <a:lnTo>
                  <a:pt x="486564" y="1223168"/>
                </a:lnTo>
                <a:lnTo>
                  <a:pt x="479082" y="1222487"/>
                </a:lnTo>
                <a:lnTo>
                  <a:pt x="471600" y="1221124"/>
                </a:lnTo>
                <a:lnTo>
                  <a:pt x="464345" y="1219989"/>
                </a:lnTo>
                <a:lnTo>
                  <a:pt x="457543" y="1218399"/>
                </a:lnTo>
                <a:lnTo>
                  <a:pt x="456409" y="1218172"/>
                </a:lnTo>
                <a:lnTo>
                  <a:pt x="209953" y="1351230"/>
                </a:lnTo>
                <a:lnTo>
                  <a:pt x="211086" y="1351684"/>
                </a:lnTo>
                <a:lnTo>
                  <a:pt x="219929" y="1353955"/>
                </a:lnTo>
                <a:lnTo>
                  <a:pt x="227864" y="1356452"/>
                </a:lnTo>
                <a:lnTo>
                  <a:pt x="235120" y="1359404"/>
                </a:lnTo>
                <a:lnTo>
                  <a:pt x="241241" y="1362356"/>
                </a:lnTo>
                <a:lnTo>
                  <a:pt x="246683" y="1365535"/>
                </a:lnTo>
                <a:lnTo>
                  <a:pt x="249177" y="1367351"/>
                </a:lnTo>
                <a:lnTo>
                  <a:pt x="251218" y="1368941"/>
                </a:lnTo>
                <a:lnTo>
                  <a:pt x="253031" y="1370757"/>
                </a:lnTo>
                <a:lnTo>
                  <a:pt x="254845" y="1372574"/>
                </a:lnTo>
                <a:lnTo>
                  <a:pt x="255979" y="1374390"/>
                </a:lnTo>
                <a:lnTo>
                  <a:pt x="257113" y="1376207"/>
                </a:lnTo>
                <a:lnTo>
                  <a:pt x="258019" y="1378023"/>
                </a:lnTo>
                <a:lnTo>
                  <a:pt x="258926" y="1379613"/>
                </a:lnTo>
                <a:lnTo>
                  <a:pt x="259153" y="1381429"/>
                </a:lnTo>
                <a:lnTo>
                  <a:pt x="259380" y="1383246"/>
                </a:lnTo>
                <a:lnTo>
                  <a:pt x="259153" y="1385289"/>
                </a:lnTo>
                <a:lnTo>
                  <a:pt x="258926" y="1387106"/>
                </a:lnTo>
                <a:lnTo>
                  <a:pt x="258473" y="1388922"/>
                </a:lnTo>
                <a:lnTo>
                  <a:pt x="257566" y="1390739"/>
                </a:lnTo>
                <a:lnTo>
                  <a:pt x="256206" y="1392555"/>
                </a:lnTo>
                <a:lnTo>
                  <a:pt x="255072" y="1394599"/>
                </a:lnTo>
                <a:lnTo>
                  <a:pt x="253485" y="1396415"/>
                </a:lnTo>
                <a:lnTo>
                  <a:pt x="251444" y="1398232"/>
                </a:lnTo>
                <a:lnTo>
                  <a:pt x="249404" y="1399821"/>
                </a:lnTo>
                <a:lnTo>
                  <a:pt x="246910" y="1401638"/>
                </a:lnTo>
                <a:lnTo>
                  <a:pt x="244189" y="1403454"/>
                </a:lnTo>
                <a:lnTo>
                  <a:pt x="241241" y="1405043"/>
                </a:lnTo>
                <a:lnTo>
                  <a:pt x="240561" y="1405498"/>
                </a:lnTo>
                <a:lnTo>
                  <a:pt x="504929" y="1468393"/>
                </a:lnTo>
                <a:lnTo>
                  <a:pt x="463891" y="1490418"/>
                </a:lnTo>
                <a:lnTo>
                  <a:pt x="463891" y="1504950"/>
                </a:lnTo>
                <a:lnTo>
                  <a:pt x="0" y="1394599"/>
                </a:lnTo>
                <a:lnTo>
                  <a:pt x="489738" y="1130300"/>
                </a:lnTo>
                <a:close/>
                <a:moveTo>
                  <a:pt x="341312" y="768350"/>
                </a:moveTo>
                <a:lnTo>
                  <a:pt x="810075" y="1021049"/>
                </a:lnTo>
                <a:lnTo>
                  <a:pt x="824823" y="1028755"/>
                </a:lnTo>
                <a:lnTo>
                  <a:pt x="841386" y="1024902"/>
                </a:lnTo>
                <a:lnTo>
                  <a:pt x="1295400" y="917250"/>
                </a:lnTo>
                <a:lnTo>
                  <a:pt x="1295400" y="1000879"/>
                </a:lnTo>
                <a:lnTo>
                  <a:pt x="830949" y="1111250"/>
                </a:lnTo>
                <a:lnTo>
                  <a:pt x="341312" y="847220"/>
                </a:lnTo>
                <a:lnTo>
                  <a:pt x="341312" y="771297"/>
                </a:lnTo>
                <a:lnTo>
                  <a:pt x="341312" y="768350"/>
                </a:lnTo>
                <a:close/>
                <a:moveTo>
                  <a:pt x="2262188" y="687389"/>
                </a:moveTo>
                <a:lnTo>
                  <a:pt x="2262188" y="717969"/>
                </a:lnTo>
                <a:lnTo>
                  <a:pt x="2262188" y="770974"/>
                </a:lnTo>
                <a:lnTo>
                  <a:pt x="1797050" y="881063"/>
                </a:lnTo>
                <a:lnTo>
                  <a:pt x="1797050" y="797477"/>
                </a:lnTo>
                <a:lnTo>
                  <a:pt x="2262188" y="687389"/>
                </a:lnTo>
                <a:close/>
                <a:moveTo>
                  <a:pt x="341312" y="639763"/>
                </a:moveTo>
                <a:lnTo>
                  <a:pt x="810075" y="892403"/>
                </a:lnTo>
                <a:lnTo>
                  <a:pt x="824823" y="900340"/>
                </a:lnTo>
                <a:lnTo>
                  <a:pt x="841386" y="896485"/>
                </a:lnTo>
                <a:lnTo>
                  <a:pt x="1295400" y="788762"/>
                </a:lnTo>
                <a:lnTo>
                  <a:pt x="1295400" y="872672"/>
                </a:lnTo>
                <a:lnTo>
                  <a:pt x="830949" y="982664"/>
                </a:lnTo>
                <a:lnTo>
                  <a:pt x="341312" y="718685"/>
                </a:lnTo>
                <a:lnTo>
                  <a:pt x="341312" y="642938"/>
                </a:lnTo>
                <a:lnTo>
                  <a:pt x="341312" y="639763"/>
                </a:lnTo>
                <a:close/>
                <a:moveTo>
                  <a:pt x="2262188" y="558801"/>
                </a:moveTo>
                <a:lnTo>
                  <a:pt x="2262188" y="589381"/>
                </a:lnTo>
                <a:lnTo>
                  <a:pt x="2262188" y="642613"/>
                </a:lnTo>
                <a:lnTo>
                  <a:pt x="1797050" y="752476"/>
                </a:lnTo>
                <a:lnTo>
                  <a:pt x="1797050" y="668663"/>
                </a:lnTo>
                <a:lnTo>
                  <a:pt x="2262188" y="558801"/>
                </a:lnTo>
                <a:close/>
                <a:moveTo>
                  <a:pt x="341312" y="511175"/>
                </a:moveTo>
                <a:lnTo>
                  <a:pt x="810075" y="763815"/>
                </a:lnTo>
                <a:lnTo>
                  <a:pt x="824823" y="771979"/>
                </a:lnTo>
                <a:lnTo>
                  <a:pt x="841386" y="768124"/>
                </a:lnTo>
                <a:lnTo>
                  <a:pt x="1295400" y="660174"/>
                </a:lnTo>
                <a:lnTo>
                  <a:pt x="1295400" y="744084"/>
                </a:lnTo>
                <a:lnTo>
                  <a:pt x="830949" y="854075"/>
                </a:lnTo>
                <a:lnTo>
                  <a:pt x="341312" y="590097"/>
                </a:lnTo>
                <a:lnTo>
                  <a:pt x="341312" y="514350"/>
                </a:lnTo>
                <a:lnTo>
                  <a:pt x="341312" y="511175"/>
                </a:lnTo>
                <a:close/>
                <a:moveTo>
                  <a:pt x="2262188" y="431801"/>
                </a:moveTo>
                <a:lnTo>
                  <a:pt x="2262188" y="462607"/>
                </a:lnTo>
                <a:lnTo>
                  <a:pt x="2262188" y="515613"/>
                </a:lnTo>
                <a:lnTo>
                  <a:pt x="1797050" y="625476"/>
                </a:lnTo>
                <a:lnTo>
                  <a:pt x="1797050" y="541889"/>
                </a:lnTo>
                <a:lnTo>
                  <a:pt x="2262188" y="431801"/>
                </a:lnTo>
                <a:close/>
                <a:moveTo>
                  <a:pt x="341312" y="390526"/>
                </a:moveTo>
                <a:lnTo>
                  <a:pt x="810075" y="643225"/>
                </a:lnTo>
                <a:lnTo>
                  <a:pt x="824823" y="651157"/>
                </a:lnTo>
                <a:lnTo>
                  <a:pt x="841386" y="647304"/>
                </a:lnTo>
                <a:lnTo>
                  <a:pt x="1295400" y="539652"/>
                </a:lnTo>
                <a:lnTo>
                  <a:pt x="1295400" y="623054"/>
                </a:lnTo>
                <a:lnTo>
                  <a:pt x="830949" y="733425"/>
                </a:lnTo>
                <a:lnTo>
                  <a:pt x="341312" y="469395"/>
                </a:lnTo>
                <a:lnTo>
                  <a:pt x="341312" y="393472"/>
                </a:lnTo>
                <a:lnTo>
                  <a:pt x="341312" y="390526"/>
                </a:lnTo>
                <a:close/>
                <a:moveTo>
                  <a:pt x="2262188" y="309564"/>
                </a:moveTo>
                <a:lnTo>
                  <a:pt x="2262188" y="340144"/>
                </a:lnTo>
                <a:lnTo>
                  <a:pt x="2262188" y="392923"/>
                </a:lnTo>
                <a:lnTo>
                  <a:pt x="1797050" y="503239"/>
                </a:lnTo>
                <a:lnTo>
                  <a:pt x="1797050" y="419426"/>
                </a:lnTo>
                <a:lnTo>
                  <a:pt x="2262188" y="309564"/>
                </a:lnTo>
                <a:close/>
                <a:moveTo>
                  <a:pt x="786730" y="233363"/>
                </a:moveTo>
                <a:lnTo>
                  <a:pt x="846346" y="265913"/>
                </a:lnTo>
                <a:lnTo>
                  <a:pt x="585896" y="328053"/>
                </a:lnTo>
                <a:lnTo>
                  <a:pt x="589976" y="329646"/>
                </a:lnTo>
                <a:lnTo>
                  <a:pt x="593149" y="331467"/>
                </a:lnTo>
                <a:lnTo>
                  <a:pt x="595643" y="333288"/>
                </a:lnTo>
                <a:lnTo>
                  <a:pt x="597909" y="334882"/>
                </a:lnTo>
                <a:lnTo>
                  <a:pt x="600403" y="336703"/>
                </a:lnTo>
                <a:lnTo>
                  <a:pt x="602216" y="338524"/>
                </a:lnTo>
                <a:lnTo>
                  <a:pt x="603576" y="340344"/>
                </a:lnTo>
                <a:lnTo>
                  <a:pt x="605163" y="342165"/>
                </a:lnTo>
                <a:lnTo>
                  <a:pt x="606296" y="344214"/>
                </a:lnTo>
                <a:lnTo>
                  <a:pt x="606976" y="346035"/>
                </a:lnTo>
                <a:lnTo>
                  <a:pt x="607430" y="347856"/>
                </a:lnTo>
                <a:lnTo>
                  <a:pt x="608110" y="349677"/>
                </a:lnTo>
                <a:lnTo>
                  <a:pt x="608110" y="351498"/>
                </a:lnTo>
                <a:lnTo>
                  <a:pt x="607883" y="353546"/>
                </a:lnTo>
                <a:lnTo>
                  <a:pt x="607430" y="355367"/>
                </a:lnTo>
                <a:lnTo>
                  <a:pt x="606750" y="357188"/>
                </a:lnTo>
                <a:lnTo>
                  <a:pt x="606070" y="359009"/>
                </a:lnTo>
                <a:lnTo>
                  <a:pt x="604710" y="360830"/>
                </a:lnTo>
                <a:lnTo>
                  <a:pt x="603350" y="362651"/>
                </a:lnTo>
                <a:lnTo>
                  <a:pt x="601536" y="364472"/>
                </a:lnTo>
                <a:lnTo>
                  <a:pt x="599723" y="366293"/>
                </a:lnTo>
                <a:lnTo>
                  <a:pt x="597683" y="367886"/>
                </a:lnTo>
                <a:lnTo>
                  <a:pt x="595416" y="369707"/>
                </a:lnTo>
                <a:lnTo>
                  <a:pt x="589976" y="372666"/>
                </a:lnTo>
                <a:lnTo>
                  <a:pt x="583855" y="375853"/>
                </a:lnTo>
                <a:lnTo>
                  <a:pt x="576602" y="378585"/>
                </a:lnTo>
                <a:lnTo>
                  <a:pt x="568668" y="381316"/>
                </a:lnTo>
                <a:lnTo>
                  <a:pt x="559828" y="383592"/>
                </a:lnTo>
                <a:lnTo>
                  <a:pt x="554161" y="384958"/>
                </a:lnTo>
                <a:lnTo>
                  <a:pt x="800558" y="518343"/>
                </a:lnTo>
                <a:lnTo>
                  <a:pt x="805998" y="517205"/>
                </a:lnTo>
                <a:lnTo>
                  <a:pt x="813025" y="515611"/>
                </a:lnTo>
                <a:lnTo>
                  <a:pt x="820278" y="514246"/>
                </a:lnTo>
                <a:lnTo>
                  <a:pt x="827759" y="513108"/>
                </a:lnTo>
                <a:lnTo>
                  <a:pt x="835239" y="512197"/>
                </a:lnTo>
                <a:lnTo>
                  <a:pt x="842719" y="511514"/>
                </a:lnTo>
                <a:lnTo>
                  <a:pt x="850426" y="510831"/>
                </a:lnTo>
                <a:lnTo>
                  <a:pt x="858133" y="510604"/>
                </a:lnTo>
                <a:lnTo>
                  <a:pt x="865614" y="510604"/>
                </a:lnTo>
                <a:lnTo>
                  <a:pt x="878761" y="510831"/>
                </a:lnTo>
                <a:lnTo>
                  <a:pt x="891681" y="511742"/>
                </a:lnTo>
                <a:lnTo>
                  <a:pt x="903922" y="513108"/>
                </a:lnTo>
                <a:lnTo>
                  <a:pt x="910269" y="514018"/>
                </a:lnTo>
                <a:lnTo>
                  <a:pt x="916162" y="515156"/>
                </a:lnTo>
                <a:lnTo>
                  <a:pt x="921829" y="516067"/>
                </a:lnTo>
                <a:lnTo>
                  <a:pt x="927269" y="517432"/>
                </a:lnTo>
                <a:lnTo>
                  <a:pt x="932710" y="519026"/>
                </a:lnTo>
                <a:lnTo>
                  <a:pt x="937696" y="520619"/>
                </a:lnTo>
                <a:lnTo>
                  <a:pt x="942683" y="521985"/>
                </a:lnTo>
                <a:lnTo>
                  <a:pt x="947217" y="523806"/>
                </a:lnTo>
                <a:lnTo>
                  <a:pt x="951750" y="525854"/>
                </a:lnTo>
                <a:lnTo>
                  <a:pt x="955604" y="528131"/>
                </a:lnTo>
                <a:lnTo>
                  <a:pt x="956284" y="528358"/>
                </a:lnTo>
                <a:lnTo>
                  <a:pt x="1216508" y="466218"/>
                </a:lnTo>
                <a:lnTo>
                  <a:pt x="1276350" y="498540"/>
                </a:lnTo>
                <a:lnTo>
                  <a:pt x="830479" y="604838"/>
                </a:lnTo>
                <a:lnTo>
                  <a:pt x="341312" y="339889"/>
                </a:lnTo>
                <a:lnTo>
                  <a:pt x="786730" y="233363"/>
                </a:lnTo>
                <a:close/>
                <a:moveTo>
                  <a:pt x="1266452" y="128588"/>
                </a:moveTo>
                <a:lnTo>
                  <a:pt x="1749425" y="388781"/>
                </a:lnTo>
                <a:lnTo>
                  <a:pt x="1749425" y="883986"/>
                </a:lnTo>
                <a:lnTo>
                  <a:pt x="1344073" y="981076"/>
                </a:lnTo>
                <a:lnTo>
                  <a:pt x="1343846" y="478612"/>
                </a:lnTo>
                <a:lnTo>
                  <a:pt x="868362" y="222276"/>
                </a:lnTo>
                <a:lnTo>
                  <a:pt x="1266452" y="128588"/>
                </a:lnTo>
                <a:close/>
                <a:moveTo>
                  <a:pt x="1772450" y="0"/>
                </a:moveTo>
                <a:lnTo>
                  <a:pt x="2262188" y="264139"/>
                </a:lnTo>
                <a:lnTo>
                  <a:pt x="1798297" y="374650"/>
                </a:lnTo>
                <a:lnTo>
                  <a:pt x="1798297" y="359900"/>
                </a:lnTo>
                <a:lnTo>
                  <a:pt x="1757259" y="338116"/>
                </a:lnTo>
                <a:lnTo>
                  <a:pt x="2021627" y="275031"/>
                </a:lnTo>
                <a:lnTo>
                  <a:pt x="2020947" y="274804"/>
                </a:lnTo>
                <a:lnTo>
                  <a:pt x="2017772" y="272989"/>
                </a:lnTo>
                <a:lnTo>
                  <a:pt x="2015278" y="271173"/>
                </a:lnTo>
                <a:lnTo>
                  <a:pt x="2012784" y="269585"/>
                </a:lnTo>
                <a:lnTo>
                  <a:pt x="2010517" y="267770"/>
                </a:lnTo>
                <a:lnTo>
                  <a:pt x="2008703" y="265954"/>
                </a:lnTo>
                <a:lnTo>
                  <a:pt x="2007116" y="264139"/>
                </a:lnTo>
                <a:lnTo>
                  <a:pt x="2005982" y="262323"/>
                </a:lnTo>
                <a:lnTo>
                  <a:pt x="2004622" y="260508"/>
                </a:lnTo>
                <a:lnTo>
                  <a:pt x="2003942" y="258466"/>
                </a:lnTo>
                <a:lnTo>
                  <a:pt x="2003262" y="256650"/>
                </a:lnTo>
                <a:lnTo>
                  <a:pt x="2002808" y="254835"/>
                </a:lnTo>
                <a:lnTo>
                  <a:pt x="2002808" y="253020"/>
                </a:lnTo>
                <a:lnTo>
                  <a:pt x="2003035" y="251431"/>
                </a:lnTo>
                <a:lnTo>
                  <a:pt x="2003262" y="249162"/>
                </a:lnTo>
                <a:lnTo>
                  <a:pt x="2004169" y="247346"/>
                </a:lnTo>
                <a:lnTo>
                  <a:pt x="2004849" y="245758"/>
                </a:lnTo>
                <a:lnTo>
                  <a:pt x="2006209" y="243943"/>
                </a:lnTo>
                <a:lnTo>
                  <a:pt x="2007343" y="242127"/>
                </a:lnTo>
                <a:lnTo>
                  <a:pt x="2009157" y="240312"/>
                </a:lnTo>
                <a:lnTo>
                  <a:pt x="2010970" y="238723"/>
                </a:lnTo>
                <a:lnTo>
                  <a:pt x="2013011" y="236908"/>
                </a:lnTo>
                <a:lnTo>
                  <a:pt x="2015505" y="235320"/>
                </a:lnTo>
                <a:lnTo>
                  <a:pt x="2020947" y="231916"/>
                </a:lnTo>
                <a:lnTo>
                  <a:pt x="2027068" y="228966"/>
                </a:lnTo>
                <a:lnTo>
                  <a:pt x="2034324" y="226016"/>
                </a:lnTo>
                <a:lnTo>
                  <a:pt x="2042259" y="223520"/>
                </a:lnTo>
                <a:lnTo>
                  <a:pt x="2051102" y="221023"/>
                </a:lnTo>
                <a:lnTo>
                  <a:pt x="2052009" y="220797"/>
                </a:lnTo>
                <a:lnTo>
                  <a:pt x="1805779" y="87820"/>
                </a:lnTo>
                <a:lnTo>
                  <a:pt x="1804872" y="88046"/>
                </a:lnTo>
                <a:lnTo>
                  <a:pt x="1797843" y="89635"/>
                </a:lnTo>
                <a:lnTo>
                  <a:pt x="1790588" y="90996"/>
                </a:lnTo>
                <a:lnTo>
                  <a:pt x="1783106" y="92131"/>
                </a:lnTo>
                <a:lnTo>
                  <a:pt x="1775624" y="92812"/>
                </a:lnTo>
                <a:lnTo>
                  <a:pt x="1768142" y="93720"/>
                </a:lnTo>
                <a:lnTo>
                  <a:pt x="1760433" y="94173"/>
                </a:lnTo>
                <a:lnTo>
                  <a:pt x="1752724" y="94400"/>
                </a:lnTo>
                <a:lnTo>
                  <a:pt x="1745015" y="94400"/>
                </a:lnTo>
                <a:lnTo>
                  <a:pt x="1732092" y="94173"/>
                </a:lnTo>
                <a:lnTo>
                  <a:pt x="1719168" y="93493"/>
                </a:lnTo>
                <a:lnTo>
                  <a:pt x="1706698" y="92131"/>
                </a:lnTo>
                <a:lnTo>
                  <a:pt x="1700576" y="90996"/>
                </a:lnTo>
                <a:lnTo>
                  <a:pt x="1694681" y="90089"/>
                </a:lnTo>
                <a:lnTo>
                  <a:pt x="1689013" y="88954"/>
                </a:lnTo>
                <a:lnTo>
                  <a:pt x="1683571" y="87820"/>
                </a:lnTo>
                <a:lnTo>
                  <a:pt x="1678130" y="86231"/>
                </a:lnTo>
                <a:lnTo>
                  <a:pt x="1672915" y="84643"/>
                </a:lnTo>
                <a:lnTo>
                  <a:pt x="1668153" y="83054"/>
                </a:lnTo>
                <a:lnTo>
                  <a:pt x="1663392" y="81239"/>
                </a:lnTo>
                <a:lnTo>
                  <a:pt x="1659084" y="79196"/>
                </a:lnTo>
                <a:lnTo>
                  <a:pt x="1655230" y="77154"/>
                </a:lnTo>
                <a:lnTo>
                  <a:pt x="1651602" y="75112"/>
                </a:lnTo>
                <a:lnTo>
                  <a:pt x="1386780" y="137970"/>
                </a:lnTo>
                <a:lnTo>
                  <a:pt x="1327150" y="105973"/>
                </a:lnTo>
                <a:lnTo>
                  <a:pt x="177245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31" name="KSO_Shape"/>
          <p:cNvSpPr>
            <a:spLocks noChangeAspect="1"/>
          </p:cNvSpPr>
          <p:nvPr/>
        </p:nvSpPr>
        <p:spPr bwMode="auto">
          <a:xfrm>
            <a:off x="4464245" y="1854890"/>
            <a:ext cx="528000" cy="720000"/>
          </a:xfrm>
          <a:custGeom>
            <a:avLst/>
            <a:gdLst>
              <a:gd name="T0" fmla="*/ 821150 w 1122363"/>
              <a:gd name="T1" fmla="*/ 1319439 h 1531938"/>
              <a:gd name="T2" fmla="*/ 818610 w 1122363"/>
              <a:gd name="T3" fmla="*/ 1374324 h 1531938"/>
              <a:gd name="T4" fmla="*/ 763001 w 1122363"/>
              <a:gd name="T5" fmla="*/ 1407818 h 1531938"/>
              <a:gd name="T6" fmla="*/ 617712 w 1122363"/>
              <a:gd name="T7" fmla="*/ 1069756 h 1531938"/>
              <a:gd name="T8" fmla="*/ 595045 w 1122363"/>
              <a:gd name="T9" fmla="*/ 1020228 h 1531938"/>
              <a:gd name="T10" fmla="*/ 616862 w 1122363"/>
              <a:gd name="T11" fmla="*/ 985788 h 1531938"/>
              <a:gd name="T12" fmla="*/ 638822 w 1122363"/>
              <a:gd name="T13" fmla="*/ 861065 h 1531938"/>
              <a:gd name="T14" fmla="*/ 533011 w 1122363"/>
              <a:gd name="T15" fmla="*/ 900272 h 1531938"/>
              <a:gd name="T16" fmla="*/ 472344 w 1122363"/>
              <a:gd name="T17" fmla="*/ 959225 h 1531938"/>
              <a:gd name="T18" fmla="*/ 447514 w 1122363"/>
              <a:gd name="T19" fmla="*/ 1068950 h 1531938"/>
              <a:gd name="T20" fmla="*/ 483631 w 1122363"/>
              <a:gd name="T21" fmla="*/ 1155544 h 1531938"/>
              <a:gd name="T22" fmla="*/ 563202 w 1122363"/>
              <a:gd name="T23" fmla="*/ 1213369 h 1531938"/>
              <a:gd name="T24" fmla="*/ 641644 w 1122363"/>
              <a:gd name="T25" fmla="*/ 1407149 h 1531938"/>
              <a:gd name="T26" fmla="*/ 522288 w 1122363"/>
              <a:gd name="T27" fmla="*/ 1360326 h 1531938"/>
              <a:gd name="T28" fmla="*/ 562920 w 1122363"/>
              <a:gd name="T29" fmla="*/ 1503052 h 1531938"/>
              <a:gd name="T30" fmla="*/ 767489 w 1122363"/>
              <a:gd name="T31" fmla="*/ 1526182 h 1531938"/>
              <a:gd name="T32" fmla="*/ 873019 w 1122363"/>
              <a:gd name="T33" fmla="*/ 1493462 h 1531938"/>
              <a:gd name="T34" fmla="*/ 940739 w 1122363"/>
              <a:gd name="T35" fmla="*/ 1437049 h 1531938"/>
              <a:gd name="T36" fmla="*/ 975445 w 1122363"/>
              <a:gd name="T37" fmla="*/ 1352710 h 1531938"/>
              <a:gd name="T38" fmla="*/ 957387 w 1122363"/>
              <a:gd name="T39" fmla="*/ 1244960 h 1531938"/>
              <a:gd name="T40" fmla="*/ 862579 w 1122363"/>
              <a:gd name="T41" fmla="*/ 1159211 h 1531938"/>
              <a:gd name="T42" fmla="*/ 777366 w 1122363"/>
              <a:gd name="T43" fmla="*/ 984893 h 1531938"/>
              <a:gd name="T44" fmla="*/ 941021 w 1122363"/>
              <a:gd name="T45" fmla="*/ 1068103 h 1531938"/>
              <a:gd name="T46" fmla="*/ 812918 w 1122363"/>
              <a:gd name="T47" fmla="*/ 868963 h 1531938"/>
              <a:gd name="T48" fmla="*/ 768618 w 1122363"/>
              <a:gd name="T49" fmla="*/ 464758 h 1531938"/>
              <a:gd name="T50" fmla="*/ 956258 w 1122363"/>
              <a:gd name="T51" fmla="*/ 515531 h 1531938"/>
              <a:gd name="T52" fmla="*/ 1106652 w 1122363"/>
              <a:gd name="T53" fmla="*/ 632589 h 1531938"/>
              <a:gd name="T54" fmla="*/ 1227702 w 1122363"/>
              <a:gd name="T55" fmla="*/ 820164 h 1531938"/>
              <a:gd name="T56" fmla="*/ 1327023 w 1122363"/>
              <a:gd name="T57" fmla="*/ 1081925 h 1531938"/>
              <a:gd name="T58" fmla="*/ 1396717 w 1122363"/>
              <a:gd name="T59" fmla="*/ 1393892 h 1531938"/>
              <a:gd name="T60" fmla="*/ 1355239 w 1122363"/>
              <a:gd name="T61" fmla="*/ 1597827 h 1531938"/>
              <a:gd name="T62" fmla="*/ 1228829 w 1122363"/>
              <a:gd name="T63" fmla="*/ 1750144 h 1531938"/>
              <a:gd name="T64" fmla="*/ 1040908 w 1122363"/>
              <a:gd name="T65" fmla="*/ 1850561 h 1531938"/>
              <a:gd name="T66" fmla="*/ 813764 w 1122363"/>
              <a:gd name="T67" fmla="*/ 1899358 h 1531938"/>
              <a:gd name="T68" fmla="*/ 571385 w 1122363"/>
              <a:gd name="T69" fmla="*/ 1896538 h 1531938"/>
              <a:gd name="T70" fmla="*/ 341985 w 1122363"/>
              <a:gd name="T71" fmla="*/ 1837867 h 1531938"/>
              <a:gd name="T72" fmla="*/ 152933 w 1122363"/>
              <a:gd name="T73" fmla="*/ 1725604 h 1531938"/>
              <a:gd name="T74" fmla="*/ 31320 w 1122363"/>
              <a:gd name="T75" fmla="*/ 1563133 h 1531938"/>
              <a:gd name="T76" fmla="*/ 3668 w 1122363"/>
              <a:gd name="T77" fmla="*/ 1352710 h 1531938"/>
              <a:gd name="T78" fmla="*/ 126691 w 1122363"/>
              <a:gd name="T79" fmla="*/ 958096 h 1531938"/>
              <a:gd name="T80" fmla="*/ 230811 w 1122363"/>
              <a:gd name="T81" fmla="*/ 743160 h 1531938"/>
              <a:gd name="T82" fmla="*/ 362301 w 1122363"/>
              <a:gd name="T83" fmla="*/ 582099 h 1531938"/>
              <a:gd name="T84" fmla="*/ 534421 w 1122363"/>
              <a:gd name="T85" fmla="*/ 485632 h 1531938"/>
              <a:gd name="T86" fmla="*/ 596426 w 1122363"/>
              <a:gd name="T87" fmla="*/ 1978 h 1531938"/>
              <a:gd name="T88" fmla="*/ 686940 w 1122363"/>
              <a:gd name="T89" fmla="*/ 37299 h 1531938"/>
              <a:gd name="T90" fmla="*/ 778299 w 1122363"/>
              <a:gd name="T91" fmla="*/ 32213 h 1531938"/>
              <a:gd name="T92" fmla="*/ 882912 w 1122363"/>
              <a:gd name="T93" fmla="*/ 282 h 1531938"/>
              <a:gd name="T94" fmla="*/ 944383 w 1122363"/>
              <a:gd name="T95" fmla="*/ 34192 h 1531938"/>
              <a:gd name="T96" fmla="*/ 991755 w 1122363"/>
              <a:gd name="T97" fmla="*/ 157394 h 1531938"/>
              <a:gd name="T98" fmla="*/ 1048714 w 1122363"/>
              <a:gd name="T99" fmla="*/ 165023 h 1531938"/>
              <a:gd name="T100" fmla="*/ 1092702 w 1122363"/>
              <a:gd name="T101" fmla="*/ 159655 h 1531938"/>
              <a:gd name="T102" fmla="*/ 1063377 w 1122363"/>
              <a:gd name="T103" fmla="*/ 261663 h 1531938"/>
              <a:gd name="T104" fmla="*/ 978784 w 1122363"/>
              <a:gd name="T105" fmla="*/ 348130 h 1531938"/>
              <a:gd name="T106" fmla="*/ 836387 w 1122363"/>
              <a:gd name="T107" fmla="*/ 422166 h 1531938"/>
              <a:gd name="T108" fmla="*/ 657614 w 1122363"/>
              <a:gd name="T109" fmla="*/ 404646 h 1531938"/>
              <a:gd name="T110" fmla="*/ 554694 w 1122363"/>
              <a:gd name="T111" fmla="*/ 419340 h 1531938"/>
              <a:gd name="T112" fmla="*/ 313322 w 1122363"/>
              <a:gd name="T113" fmla="*/ 219560 h 1531938"/>
              <a:gd name="T114" fmla="*/ 410321 w 1122363"/>
              <a:gd name="T115" fmla="*/ 170392 h 1531938"/>
              <a:gd name="T116" fmla="*/ 485327 w 1122363"/>
              <a:gd name="T117" fmla="*/ 159089 h 1531938"/>
              <a:gd name="T118" fmla="*/ 519164 w 1122363"/>
              <a:gd name="T119" fmla="*/ 54537 h 1531938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122363" h="1531938">
                <a:moveTo>
                  <a:pt x="600075" y="1019175"/>
                </a:moveTo>
                <a:lnTo>
                  <a:pt x="608240" y="1022344"/>
                </a:lnTo>
                <a:lnTo>
                  <a:pt x="615950" y="1025965"/>
                </a:lnTo>
                <a:lnTo>
                  <a:pt x="622981" y="1029134"/>
                </a:lnTo>
                <a:lnTo>
                  <a:pt x="629331" y="1032303"/>
                </a:lnTo>
                <a:lnTo>
                  <a:pt x="635227" y="1035925"/>
                </a:lnTo>
                <a:lnTo>
                  <a:pt x="640443" y="1039093"/>
                </a:lnTo>
                <a:lnTo>
                  <a:pt x="644979" y="1042488"/>
                </a:lnTo>
                <a:lnTo>
                  <a:pt x="649061" y="1045884"/>
                </a:lnTo>
                <a:lnTo>
                  <a:pt x="652236" y="1049505"/>
                </a:lnTo>
                <a:lnTo>
                  <a:pt x="655411" y="1053127"/>
                </a:lnTo>
                <a:lnTo>
                  <a:pt x="657906" y="1056974"/>
                </a:lnTo>
                <a:lnTo>
                  <a:pt x="659720" y="1061049"/>
                </a:lnTo>
                <a:lnTo>
                  <a:pt x="661534" y="1065576"/>
                </a:lnTo>
                <a:lnTo>
                  <a:pt x="662668" y="1070329"/>
                </a:lnTo>
                <a:lnTo>
                  <a:pt x="663348" y="1074856"/>
                </a:lnTo>
                <a:lnTo>
                  <a:pt x="663575" y="1080062"/>
                </a:lnTo>
                <a:lnTo>
                  <a:pt x="663575" y="1083230"/>
                </a:lnTo>
                <a:lnTo>
                  <a:pt x="663348" y="1086626"/>
                </a:lnTo>
                <a:lnTo>
                  <a:pt x="662895" y="1089568"/>
                </a:lnTo>
                <a:lnTo>
                  <a:pt x="662441" y="1092510"/>
                </a:lnTo>
                <a:lnTo>
                  <a:pt x="661761" y="1095227"/>
                </a:lnTo>
                <a:lnTo>
                  <a:pt x="660854" y="1097716"/>
                </a:lnTo>
                <a:lnTo>
                  <a:pt x="659947" y="1100432"/>
                </a:lnTo>
                <a:lnTo>
                  <a:pt x="659040" y="1102922"/>
                </a:lnTo>
                <a:lnTo>
                  <a:pt x="657679" y="1105186"/>
                </a:lnTo>
                <a:lnTo>
                  <a:pt x="656545" y="1107449"/>
                </a:lnTo>
                <a:lnTo>
                  <a:pt x="654957" y="1109486"/>
                </a:lnTo>
                <a:lnTo>
                  <a:pt x="653143" y="1111523"/>
                </a:lnTo>
                <a:lnTo>
                  <a:pt x="651556" y="1113334"/>
                </a:lnTo>
                <a:lnTo>
                  <a:pt x="649515" y="1115145"/>
                </a:lnTo>
                <a:lnTo>
                  <a:pt x="647473" y="1116729"/>
                </a:lnTo>
                <a:lnTo>
                  <a:pt x="645206" y="1118087"/>
                </a:lnTo>
                <a:lnTo>
                  <a:pt x="640670" y="1120803"/>
                </a:lnTo>
                <a:lnTo>
                  <a:pt x="635681" y="1123520"/>
                </a:lnTo>
                <a:lnTo>
                  <a:pt x="630238" y="1126009"/>
                </a:lnTo>
                <a:lnTo>
                  <a:pt x="625022" y="1128046"/>
                </a:lnTo>
                <a:lnTo>
                  <a:pt x="619125" y="1130310"/>
                </a:lnTo>
                <a:lnTo>
                  <a:pt x="613002" y="1132121"/>
                </a:lnTo>
                <a:lnTo>
                  <a:pt x="606652" y="1133705"/>
                </a:lnTo>
                <a:lnTo>
                  <a:pt x="600075" y="1135063"/>
                </a:lnTo>
                <a:lnTo>
                  <a:pt x="600075" y="1019175"/>
                </a:lnTo>
                <a:close/>
                <a:moveTo>
                  <a:pt x="538162" y="779462"/>
                </a:moveTo>
                <a:lnTo>
                  <a:pt x="538162" y="877887"/>
                </a:lnTo>
                <a:lnTo>
                  <a:pt x="529967" y="875827"/>
                </a:lnTo>
                <a:lnTo>
                  <a:pt x="522227" y="873538"/>
                </a:lnTo>
                <a:lnTo>
                  <a:pt x="515398" y="870791"/>
                </a:lnTo>
                <a:lnTo>
                  <a:pt x="509024" y="868273"/>
                </a:lnTo>
                <a:lnTo>
                  <a:pt x="503333" y="865298"/>
                </a:lnTo>
                <a:lnTo>
                  <a:pt x="500829" y="863467"/>
                </a:lnTo>
                <a:lnTo>
                  <a:pt x="498553" y="861864"/>
                </a:lnTo>
                <a:lnTo>
                  <a:pt x="496276" y="860262"/>
                </a:lnTo>
                <a:lnTo>
                  <a:pt x="494227" y="858431"/>
                </a:lnTo>
                <a:lnTo>
                  <a:pt x="492406" y="856600"/>
                </a:lnTo>
                <a:lnTo>
                  <a:pt x="490813" y="854540"/>
                </a:lnTo>
                <a:lnTo>
                  <a:pt x="487626" y="850877"/>
                </a:lnTo>
                <a:lnTo>
                  <a:pt x="485122" y="846986"/>
                </a:lnTo>
                <a:lnTo>
                  <a:pt x="482618" y="843324"/>
                </a:lnTo>
                <a:lnTo>
                  <a:pt x="481024" y="839662"/>
                </a:lnTo>
                <a:lnTo>
                  <a:pt x="479658" y="835999"/>
                </a:lnTo>
                <a:lnTo>
                  <a:pt x="478520" y="832337"/>
                </a:lnTo>
                <a:lnTo>
                  <a:pt x="478065" y="828903"/>
                </a:lnTo>
                <a:lnTo>
                  <a:pt x="477837" y="825241"/>
                </a:lnTo>
                <a:lnTo>
                  <a:pt x="477837" y="822952"/>
                </a:lnTo>
                <a:lnTo>
                  <a:pt x="478065" y="820434"/>
                </a:lnTo>
                <a:lnTo>
                  <a:pt x="478520" y="817916"/>
                </a:lnTo>
                <a:lnTo>
                  <a:pt x="478975" y="815627"/>
                </a:lnTo>
                <a:lnTo>
                  <a:pt x="479431" y="813339"/>
                </a:lnTo>
                <a:lnTo>
                  <a:pt x="480341" y="810821"/>
                </a:lnTo>
                <a:lnTo>
                  <a:pt x="481252" y="808761"/>
                </a:lnTo>
                <a:lnTo>
                  <a:pt x="482162" y="806701"/>
                </a:lnTo>
                <a:lnTo>
                  <a:pt x="483528" y="804869"/>
                </a:lnTo>
                <a:lnTo>
                  <a:pt x="484894" y="802809"/>
                </a:lnTo>
                <a:lnTo>
                  <a:pt x="486260" y="800978"/>
                </a:lnTo>
                <a:lnTo>
                  <a:pt x="487853" y="799147"/>
                </a:lnTo>
                <a:lnTo>
                  <a:pt x="489447" y="797545"/>
                </a:lnTo>
                <a:lnTo>
                  <a:pt x="491496" y="795714"/>
                </a:lnTo>
                <a:lnTo>
                  <a:pt x="495593" y="792738"/>
                </a:lnTo>
                <a:lnTo>
                  <a:pt x="500146" y="789991"/>
                </a:lnTo>
                <a:lnTo>
                  <a:pt x="504699" y="787244"/>
                </a:lnTo>
                <a:lnTo>
                  <a:pt x="509935" y="785184"/>
                </a:lnTo>
                <a:lnTo>
                  <a:pt x="515170" y="783582"/>
                </a:lnTo>
                <a:lnTo>
                  <a:pt x="520634" y="781980"/>
                </a:lnTo>
                <a:lnTo>
                  <a:pt x="526097" y="780835"/>
                </a:lnTo>
                <a:lnTo>
                  <a:pt x="532016" y="779920"/>
                </a:lnTo>
                <a:lnTo>
                  <a:pt x="538162" y="779462"/>
                </a:lnTo>
                <a:close/>
                <a:moveTo>
                  <a:pt x="538626" y="654332"/>
                </a:moveTo>
                <a:lnTo>
                  <a:pt x="538626" y="688810"/>
                </a:lnTo>
                <a:lnTo>
                  <a:pt x="530011" y="689945"/>
                </a:lnTo>
                <a:lnTo>
                  <a:pt x="521624" y="691079"/>
                </a:lnTo>
                <a:lnTo>
                  <a:pt x="513236" y="692440"/>
                </a:lnTo>
                <a:lnTo>
                  <a:pt x="505302" y="694028"/>
                </a:lnTo>
                <a:lnTo>
                  <a:pt x="497594" y="695842"/>
                </a:lnTo>
                <a:lnTo>
                  <a:pt x="490113" y="697657"/>
                </a:lnTo>
                <a:lnTo>
                  <a:pt x="482859" y="699471"/>
                </a:lnTo>
                <a:lnTo>
                  <a:pt x="475831" y="701740"/>
                </a:lnTo>
                <a:lnTo>
                  <a:pt x="469257" y="704008"/>
                </a:lnTo>
                <a:lnTo>
                  <a:pt x="462683" y="706276"/>
                </a:lnTo>
                <a:lnTo>
                  <a:pt x="456336" y="708998"/>
                </a:lnTo>
                <a:lnTo>
                  <a:pt x="450215" y="711720"/>
                </a:lnTo>
                <a:lnTo>
                  <a:pt x="444321" y="714442"/>
                </a:lnTo>
                <a:lnTo>
                  <a:pt x="438654" y="717618"/>
                </a:lnTo>
                <a:lnTo>
                  <a:pt x="433440" y="720567"/>
                </a:lnTo>
                <a:lnTo>
                  <a:pt x="428226" y="723969"/>
                </a:lnTo>
                <a:lnTo>
                  <a:pt x="423238" y="727372"/>
                </a:lnTo>
                <a:lnTo>
                  <a:pt x="418478" y="731001"/>
                </a:lnTo>
                <a:lnTo>
                  <a:pt x="413944" y="734403"/>
                </a:lnTo>
                <a:lnTo>
                  <a:pt x="409410" y="738033"/>
                </a:lnTo>
                <a:lnTo>
                  <a:pt x="405556" y="741435"/>
                </a:lnTo>
                <a:lnTo>
                  <a:pt x="401476" y="744837"/>
                </a:lnTo>
                <a:lnTo>
                  <a:pt x="397849" y="748694"/>
                </a:lnTo>
                <a:lnTo>
                  <a:pt x="394221" y="752323"/>
                </a:lnTo>
                <a:lnTo>
                  <a:pt x="391048" y="755952"/>
                </a:lnTo>
                <a:lnTo>
                  <a:pt x="387874" y="760035"/>
                </a:lnTo>
                <a:lnTo>
                  <a:pt x="384927" y="763664"/>
                </a:lnTo>
                <a:lnTo>
                  <a:pt x="382207" y="767520"/>
                </a:lnTo>
                <a:lnTo>
                  <a:pt x="379486" y="771377"/>
                </a:lnTo>
                <a:lnTo>
                  <a:pt x="377219" y="775460"/>
                </a:lnTo>
                <a:lnTo>
                  <a:pt x="375179" y="779316"/>
                </a:lnTo>
                <a:lnTo>
                  <a:pt x="373366" y="783399"/>
                </a:lnTo>
                <a:lnTo>
                  <a:pt x="369738" y="791338"/>
                </a:lnTo>
                <a:lnTo>
                  <a:pt x="367018" y="799277"/>
                </a:lnTo>
                <a:lnTo>
                  <a:pt x="364298" y="806989"/>
                </a:lnTo>
                <a:lnTo>
                  <a:pt x="362258" y="814701"/>
                </a:lnTo>
                <a:lnTo>
                  <a:pt x="360671" y="822187"/>
                </a:lnTo>
                <a:lnTo>
                  <a:pt x="359537" y="829672"/>
                </a:lnTo>
                <a:lnTo>
                  <a:pt x="358857" y="836931"/>
                </a:lnTo>
                <a:lnTo>
                  <a:pt x="358630" y="844189"/>
                </a:lnTo>
                <a:lnTo>
                  <a:pt x="358857" y="851901"/>
                </a:lnTo>
                <a:lnTo>
                  <a:pt x="359537" y="859614"/>
                </a:lnTo>
                <a:lnTo>
                  <a:pt x="360444" y="867326"/>
                </a:lnTo>
                <a:lnTo>
                  <a:pt x="362031" y="874811"/>
                </a:lnTo>
                <a:lnTo>
                  <a:pt x="363844" y="882297"/>
                </a:lnTo>
                <a:lnTo>
                  <a:pt x="366111" y="889782"/>
                </a:lnTo>
                <a:lnTo>
                  <a:pt x="368832" y="897267"/>
                </a:lnTo>
                <a:lnTo>
                  <a:pt x="371779" y="904526"/>
                </a:lnTo>
                <a:lnTo>
                  <a:pt x="373592" y="907928"/>
                </a:lnTo>
                <a:lnTo>
                  <a:pt x="375633" y="911558"/>
                </a:lnTo>
                <a:lnTo>
                  <a:pt x="377673" y="915187"/>
                </a:lnTo>
                <a:lnTo>
                  <a:pt x="379940" y="918816"/>
                </a:lnTo>
                <a:lnTo>
                  <a:pt x="382660" y="922219"/>
                </a:lnTo>
                <a:lnTo>
                  <a:pt x="385380" y="925848"/>
                </a:lnTo>
                <a:lnTo>
                  <a:pt x="388554" y="929250"/>
                </a:lnTo>
                <a:lnTo>
                  <a:pt x="391501" y="932880"/>
                </a:lnTo>
                <a:lnTo>
                  <a:pt x="395128" y="936282"/>
                </a:lnTo>
                <a:lnTo>
                  <a:pt x="398529" y="939685"/>
                </a:lnTo>
                <a:lnTo>
                  <a:pt x="402609" y="943087"/>
                </a:lnTo>
                <a:lnTo>
                  <a:pt x="406463" y="946489"/>
                </a:lnTo>
                <a:lnTo>
                  <a:pt x="410770" y="949892"/>
                </a:lnTo>
                <a:lnTo>
                  <a:pt x="415077" y="953294"/>
                </a:lnTo>
                <a:lnTo>
                  <a:pt x="424372" y="959646"/>
                </a:lnTo>
                <a:lnTo>
                  <a:pt x="429586" y="963048"/>
                </a:lnTo>
                <a:lnTo>
                  <a:pt x="434800" y="966224"/>
                </a:lnTo>
                <a:lnTo>
                  <a:pt x="440467" y="969626"/>
                </a:lnTo>
                <a:lnTo>
                  <a:pt x="446361" y="972575"/>
                </a:lnTo>
                <a:lnTo>
                  <a:pt x="452482" y="975751"/>
                </a:lnTo>
                <a:lnTo>
                  <a:pt x="459056" y="978473"/>
                </a:lnTo>
                <a:lnTo>
                  <a:pt x="465630" y="981421"/>
                </a:lnTo>
                <a:lnTo>
                  <a:pt x="472658" y="984370"/>
                </a:lnTo>
                <a:lnTo>
                  <a:pt x="479912" y="987092"/>
                </a:lnTo>
                <a:lnTo>
                  <a:pt x="487619" y="989814"/>
                </a:lnTo>
                <a:lnTo>
                  <a:pt x="495327" y="992309"/>
                </a:lnTo>
                <a:lnTo>
                  <a:pt x="503488" y="994804"/>
                </a:lnTo>
                <a:lnTo>
                  <a:pt x="520490" y="1000021"/>
                </a:lnTo>
                <a:lnTo>
                  <a:pt x="538626" y="1004785"/>
                </a:lnTo>
                <a:lnTo>
                  <a:pt x="538626" y="1135439"/>
                </a:lnTo>
                <a:lnTo>
                  <a:pt x="530918" y="1134305"/>
                </a:lnTo>
                <a:lnTo>
                  <a:pt x="523210" y="1133171"/>
                </a:lnTo>
                <a:lnTo>
                  <a:pt x="515503" y="1131583"/>
                </a:lnTo>
                <a:lnTo>
                  <a:pt x="507795" y="1129768"/>
                </a:lnTo>
                <a:lnTo>
                  <a:pt x="500088" y="1127727"/>
                </a:lnTo>
                <a:lnTo>
                  <a:pt x="492607" y="1125685"/>
                </a:lnTo>
                <a:lnTo>
                  <a:pt x="485126" y="1123417"/>
                </a:lnTo>
                <a:lnTo>
                  <a:pt x="477645" y="1120695"/>
                </a:lnTo>
                <a:lnTo>
                  <a:pt x="470164" y="1117973"/>
                </a:lnTo>
                <a:lnTo>
                  <a:pt x="462683" y="1115024"/>
                </a:lnTo>
                <a:lnTo>
                  <a:pt x="455429" y="1111849"/>
                </a:lnTo>
                <a:lnTo>
                  <a:pt x="448175" y="1108673"/>
                </a:lnTo>
                <a:lnTo>
                  <a:pt x="440920" y="1105044"/>
                </a:lnTo>
                <a:lnTo>
                  <a:pt x="433893" y="1101641"/>
                </a:lnTo>
                <a:lnTo>
                  <a:pt x="426639" y="1097785"/>
                </a:lnTo>
                <a:lnTo>
                  <a:pt x="419611" y="1093929"/>
                </a:lnTo>
                <a:lnTo>
                  <a:pt x="405783" y="1085310"/>
                </a:lnTo>
                <a:lnTo>
                  <a:pt x="392181" y="1076690"/>
                </a:lnTo>
                <a:lnTo>
                  <a:pt x="379033" y="1067617"/>
                </a:lnTo>
                <a:lnTo>
                  <a:pt x="366338" y="1058317"/>
                </a:lnTo>
                <a:lnTo>
                  <a:pt x="366338" y="1169917"/>
                </a:lnTo>
                <a:lnTo>
                  <a:pt x="376313" y="1175588"/>
                </a:lnTo>
                <a:lnTo>
                  <a:pt x="386287" y="1181032"/>
                </a:lnTo>
                <a:lnTo>
                  <a:pt x="396715" y="1186249"/>
                </a:lnTo>
                <a:lnTo>
                  <a:pt x="407370" y="1191466"/>
                </a:lnTo>
                <a:lnTo>
                  <a:pt x="418251" y="1196003"/>
                </a:lnTo>
                <a:lnTo>
                  <a:pt x="429359" y="1200539"/>
                </a:lnTo>
                <a:lnTo>
                  <a:pt x="440694" y="1204849"/>
                </a:lnTo>
                <a:lnTo>
                  <a:pt x="452255" y="1208705"/>
                </a:lnTo>
                <a:lnTo>
                  <a:pt x="464043" y="1212561"/>
                </a:lnTo>
                <a:lnTo>
                  <a:pt x="475151" y="1215964"/>
                </a:lnTo>
                <a:lnTo>
                  <a:pt x="486486" y="1218686"/>
                </a:lnTo>
                <a:lnTo>
                  <a:pt x="497367" y="1221634"/>
                </a:lnTo>
                <a:lnTo>
                  <a:pt x="508022" y="1223903"/>
                </a:lnTo>
                <a:lnTo>
                  <a:pt x="518450" y="1225944"/>
                </a:lnTo>
                <a:lnTo>
                  <a:pt x="528878" y="1227759"/>
                </a:lnTo>
                <a:lnTo>
                  <a:pt x="538626" y="1229120"/>
                </a:lnTo>
                <a:lnTo>
                  <a:pt x="538626" y="1297396"/>
                </a:lnTo>
                <a:lnTo>
                  <a:pt x="600740" y="1297396"/>
                </a:lnTo>
                <a:lnTo>
                  <a:pt x="600740" y="1229120"/>
                </a:lnTo>
                <a:lnTo>
                  <a:pt x="608674" y="1228213"/>
                </a:lnTo>
                <a:lnTo>
                  <a:pt x="616608" y="1227305"/>
                </a:lnTo>
                <a:lnTo>
                  <a:pt x="624089" y="1225944"/>
                </a:lnTo>
                <a:lnTo>
                  <a:pt x="631570" y="1224810"/>
                </a:lnTo>
                <a:lnTo>
                  <a:pt x="638824" y="1223449"/>
                </a:lnTo>
                <a:lnTo>
                  <a:pt x="645852" y="1221861"/>
                </a:lnTo>
                <a:lnTo>
                  <a:pt x="652880" y="1220273"/>
                </a:lnTo>
                <a:lnTo>
                  <a:pt x="659454" y="1218232"/>
                </a:lnTo>
                <a:lnTo>
                  <a:pt x="666028" y="1216191"/>
                </a:lnTo>
                <a:lnTo>
                  <a:pt x="672375" y="1214149"/>
                </a:lnTo>
                <a:lnTo>
                  <a:pt x="678723" y="1211881"/>
                </a:lnTo>
                <a:lnTo>
                  <a:pt x="684617" y="1209386"/>
                </a:lnTo>
                <a:lnTo>
                  <a:pt x="690284" y="1206890"/>
                </a:lnTo>
                <a:lnTo>
                  <a:pt x="695951" y="1203942"/>
                </a:lnTo>
                <a:lnTo>
                  <a:pt x="701392" y="1200993"/>
                </a:lnTo>
                <a:lnTo>
                  <a:pt x="706833" y="1198044"/>
                </a:lnTo>
                <a:lnTo>
                  <a:pt x="711593" y="1194868"/>
                </a:lnTo>
                <a:lnTo>
                  <a:pt x="716581" y="1191693"/>
                </a:lnTo>
                <a:lnTo>
                  <a:pt x="721341" y="1188290"/>
                </a:lnTo>
                <a:lnTo>
                  <a:pt x="725875" y="1184888"/>
                </a:lnTo>
                <a:lnTo>
                  <a:pt x="730182" y="1181486"/>
                </a:lnTo>
                <a:lnTo>
                  <a:pt x="734263" y="1178083"/>
                </a:lnTo>
                <a:lnTo>
                  <a:pt x="738343" y="1174227"/>
                </a:lnTo>
                <a:lnTo>
                  <a:pt x="742197" y="1170825"/>
                </a:lnTo>
                <a:lnTo>
                  <a:pt x="745824" y="1166968"/>
                </a:lnTo>
                <a:lnTo>
                  <a:pt x="749225" y="1163339"/>
                </a:lnTo>
                <a:lnTo>
                  <a:pt x="752625" y="1159256"/>
                </a:lnTo>
                <a:lnTo>
                  <a:pt x="755799" y="1155627"/>
                </a:lnTo>
                <a:lnTo>
                  <a:pt x="758746" y="1151544"/>
                </a:lnTo>
                <a:lnTo>
                  <a:pt x="761466" y="1147461"/>
                </a:lnTo>
                <a:lnTo>
                  <a:pt x="763960" y="1143378"/>
                </a:lnTo>
                <a:lnTo>
                  <a:pt x="766453" y="1139295"/>
                </a:lnTo>
                <a:lnTo>
                  <a:pt x="770760" y="1130676"/>
                </a:lnTo>
                <a:lnTo>
                  <a:pt x="774614" y="1122056"/>
                </a:lnTo>
                <a:lnTo>
                  <a:pt x="777561" y="1113436"/>
                </a:lnTo>
                <a:lnTo>
                  <a:pt x="778921" y="1109354"/>
                </a:lnTo>
                <a:lnTo>
                  <a:pt x="780055" y="1105044"/>
                </a:lnTo>
                <a:lnTo>
                  <a:pt x="781415" y="1100507"/>
                </a:lnTo>
                <a:lnTo>
                  <a:pt x="782322" y="1096424"/>
                </a:lnTo>
                <a:lnTo>
                  <a:pt x="783002" y="1092114"/>
                </a:lnTo>
                <a:lnTo>
                  <a:pt x="783682" y="1087805"/>
                </a:lnTo>
                <a:lnTo>
                  <a:pt x="784135" y="1083495"/>
                </a:lnTo>
                <a:lnTo>
                  <a:pt x="784589" y="1079185"/>
                </a:lnTo>
                <a:lnTo>
                  <a:pt x="784816" y="1074875"/>
                </a:lnTo>
                <a:lnTo>
                  <a:pt x="784816" y="1070339"/>
                </a:lnTo>
                <a:lnTo>
                  <a:pt x="784589" y="1061719"/>
                </a:lnTo>
                <a:lnTo>
                  <a:pt x="784135" y="1053326"/>
                </a:lnTo>
                <a:lnTo>
                  <a:pt x="783229" y="1045161"/>
                </a:lnTo>
                <a:lnTo>
                  <a:pt x="781869" y="1037222"/>
                </a:lnTo>
                <a:lnTo>
                  <a:pt x="779828" y="1029509"/>
                </a:lnTo>
                <a:lnTo>
                  <a:pt x="777788" y="1022251"/>
                </a:lnTo>
                <a:lnTo>
                  <a:pt x="775294" y="1014992"/>
                </a:lnTo>
                <a:lnTo>
                  <a:pt x="772347" y="1007960"/>
                </a:lnTo>
                <a:lnTo>
                  <a:pt x="769174" y="1001156"/>
                </a:lnTo>
                <a:lnTo>
                  <a:pt x="765320" y="994577"/>
                </a:lnTo>
                <a:lnTo>
                  <a:pt x="761466" y="988226"/>
                </a:lnTo>
                <a:lnTo>
                  <a:pt x="756705" y="982329"/>
                </a:lnTo>
                <a:lnTo>
                  <a:pt x="752172" y="976431"/>
                </a:lnTo>
                <a:lnTo>
                  <a:pt x="746731" y="970987"/>
                </a:lnTo>
                <a:lnTo>
                  <a:pt x="741064" y="965543"/>
                </a:lnTo>
                <a:lnTo>
                  <a:pt x="734943" y="960553"/>
                </a:lnTo>
                <a:lnTo>
                  <a:pt x="728822" y="955563"/>
                </a:lnTo>
                <a:lnTo>
                  <a:pt x="722248" y="950572"/>
                </a:lnTo>
                <a:lnTo>
                  <a:pt x="715220" y="946036"/>
                </a:lnTo>
                <a:lnTo>
                  <a:pt x="708193" y="941272"/>
                </a:lnTo>
                <a:lnTo>
                  <a:pt x="700712" y="936509"/>
                </a:lnTo>
                <a:lnTo>
                  <a:pt x="693004" y="932199"/>
                </a:lnTo>
                <a:lnTo>
                  <a:pt x="685070" y="927889"/>
                </a:lnTo>
                <a:lnTo>
                  <a:pt x="676456" y="923806"/>
                </a:lnTo>
                <a:lnTo>
                  <a:pt x="668068" y="919497"/>
                </a:lnTo>
                <a:lnTo>
                  <a:pt x="659227" y="915641"/>
                </a:lnTo>
                <a:lnTo>
                  <a:pt x="650159" y="911558"/>
                </a:lnTo>
                <a:lnTo>
                  <a:pt x="641091" y="907475"/>
                </a:lnTo>
                <a:lnTo>
                  <a:pt x="631117" y="903845"/>
                </a:lnTo>
                <a:lnTo>
                  <a:pt x="621369" y="899989"/>
                </a:lnTo>
                <a:lnTo>
                  <a:pt x="611394" y="896587"/>
                </a:lnTo>
                <a:lnTo>
                  <a:pt x="600740" y="892958"/>
                </a:lnTo>
                <a:lnTo>
                  <a:pt x="600740" y="785894"/>
                </a:lnTo>
                <a:lnTo>
                  <a:pt x="612755" y="788616"/>
                </a:lnTo>
                <a:lnTo>
                  <a:pt x="624543" y="792018"/>
                </a:lnTo>
                <a:lnTo>
                  <a:pt x="636331" y="795421"/>
                </a:lnTo>
                <a:lnTo>
                  <a:pt x="647892" y="799504"/>
                </a:lnTo>
                <a:lnTo>
                  <a:pt x="659227" y="803813"/>
                </a:lnTo>
                <a:lnTo>
                  <a:pt x="670562" y="808577"/>
                </a:lnTo>
                <a:lnTo>
                  <a:pt x="681443" y="813794"/>
                </a:lnTo>
                <a:lnTo>
                  <a:pt x="692324" y="819465"/>
                </a:lnTo>
                <a:lnTo>
                  <a:pt x="702752" y="824909"/>
                </a:lnTo>
                <a:lnTo>
                  <a:pt x="712727" y="830806"/>
                </a:lnTo>
                <a:lnTo>
                  <a:pt x="722475" y="836477"/>
                </a:lnTo>
                <a:lnTo>
                  <a:pt x="731542" y="842148"/>
                </a:lnTo>
                <a:lnTo>
                  <a:pt x="740157" y="847592"/>
                </a:lnTo>
                <a:lnTo>
                  <a:pt x="748318" y="853262"/>
                </a:lnTo>
                <a:lnTo>
                  <a:pt x="756025" y="858933"/>
                </a:lnTo>
                <a:lnTo>
                  <a:pt x="763280" y="864604"/>
                </a:lnTo>
                <a:lnTo>
                  <a:pt x="763280" y="748240"/>
                </a:lnTo>
                <a:lnTo>
                  <a:pt x="752625" y="741889"/>
                </a:lnTo>
                <a:lnTo>
                  <a:pt x="741744" y="735764"/>
                </a:lnTo>
                <a:lnTo>
                  <a:pt x="731316" y="730547"/>
                </a:lnTo>
                <a:lnTo>
                  <a:pt x="720888" y="725103"/>
                </a:lnTo>
                <a:lnTo>
                  <a:pt x="710913" y="720340"/>
                </a:lnTo>
                <a:lnTo>
                  <a:pt x="701165" y="716030"/>
                </a:lnTo>
                <a:lnTo>
                  <a:pt x="691644" y="711720"/>
                </a:lnTo>
                <a:lnTo>
                  <a:pt x="682123" y="708318"/>
                </a:lnTo>
                <a:lnTo>
                  <a:pt x="672602" y="704689"/>
                </a:lnTo>
                <a:lnTo>
                  <a:pt x="663081" y="701740"/>
                </a:lnTo>
                <a:lnTo>
                  <a:pt x="653106" y="698791"/>
                </a:lnTo>
                <a:lnTo>
                  <a:pt x="643132" y="696296"/>
                </a:lnTo>
                <a:lnTo>
                  <a:pt x="632930" y="694254"/>
                </a:lnTo>
                <a:lnTo>
                  <a:pt x="622276" y="691986"/>
                </a:lnTo>
                <a:lnTo>
                  <a:pt x="611848" y="690171"/>
                </a:lnTo>
                <a:lnTo>
                  <a:pt x="600740" y="688810"/>
                </a:lnTo>
                <a:lnTo>
                  <a:pt x="600740" y="654332"/>
                </a:lnTo>
                <a:lnTo>
                  <a:pt x="538626" y="654332"/>
                </a:lnTo>
                <a:close/>
                <a:moveTo>
                  <a:pt x="549280" y="371475"/>
                </a:moveTo>
                <a:lnTo>
                  <a:pt x="564015" y="371475"/>
                </a:lnTo>
                <a:lnTo>
                  <a:pt x="577844" y="371475"/>
                </a:lnTo>
                <a:lnTo>
                  <a:pt x="591219" y="371929"/>
                </a:lnTo>
                <a:lnTo>
                  <a:pt x="604594" y="372609"/>
                </a:lnTo>
                <a:lnTo>
                  <a:pt x="617515" y="373743"/>
                </a:lnTo>
                <a:lnTo>
                  <a:pt x="630210" y="375104"/>
                </a:lnTo>
                <a:lnTo>
                  <a:pt x="642905" y="376692"/>
                </a:lnTo>
                <a:lnTo>
                  <a:pt x="655373" y="378507"/>
                </a:lnTo>
                <a:lnTo>
                  <a:pt x="667388" y="380775"/>
                </a:lnTo>
                <a:lnTo>
                  <a:pt x="679403" y="383497"/>
                </a:lnTo>
                <a:lnTo>
                  <a:pt x="691191" y="386219"/>
                </a:lnTo>
                <a:lnTo>
                  <a:pt x="702752" y="389168"/>
                </a:lnTo>
                <a:lnTo>
                  <a:pt x="714314" y="392797"/>
                </a:lnTo>
                <a:lnTo>
                  <a:pt x="725422" y="396426"/>
                </a:lnTo>
                <a:lnTo>
                  <a:pt x="736530" y="400509"/>
                </a:lnTo>
                <a:lnTo>
                  <a:pt x="747184" y="405046"/>
                </a:lnTo>
                <a:lnTo>
                  <a:pt x="757839" y="409582"/>
                </a:lnTo>
                <a:lnTo>
                  <a:pt x="768267" y="414573"/>
                </a:lnTo>
                <a:lnTo>
                  <a:pt x="778468" y="420017"/>
                </a:lnTo>
                <a:lnTo>
                  <a:pt x="788669" y="425461"/>
                </a:lnTo>
                <a:lnTo>
                  <a:pt x="798644" y="431358"/>
                </a:lnTo>
                <a:lnTo>
                  <a:pt x="808392" y="437709"/>
                </a:lnTo>
                <a:lnTo>
                  <a:pt x="818140" y="444288"/>
                </a:lnTo>
                <a:lnTo>
                  <a:pt x="827434" y="451092"/>
                </a:lnTo>
                <a:lnTo>
                  <a:pt x="836729" y="458351"/>
                </a:lnTo>
                <a:lnTo>
                  <a:pt x="845796" y="466063"/>
                </a:lnTo>
                <a:lnTo>
                  <a:pt x="854864" y="473775"/>
                </a:lnTo>
                <a:lnTo>
                  <a:pt x="863705" y="481941"/>
                </a:lnTo>
                <a:lnTo>
                  <a:pt x="872319" y="490561"/>
                </a:lnTo>
                <a:lnTo>
                  <a:pt x="880934" y="499407"/>
                </a:lnTo>
                <a:lnTo>
                  <a:pt x="889095" y="508707"/>
                </a:lnTo>
                <a:lnTo>
                  <a:pt x="897483" y="518234"/>
                </a:lnTo>
                <a:lnTo>
                  <a:pt x="905417" y="527988"/>
                </a:lnTo>
                <a:lnTo>
                  <a:pt x="913351" y="538422"/>
                </a:lnTo>
                <a:lnTo>
                  <a:pt x="921512" y="548856"/>
                </a:lnTo>
                <a:lnTo>
                  <a:pt x="929220" y="559744"/>
                </a:lnTo>
                <a:lnTo>
                  <a:pt x="936701" y="571086"/>
                </a:lnTo>
                <a:lnTo>
                  <a:pt x="944182" y="582654"/>
                </a:lnTo>
                <a:lnTo>
                  <a:pt x="951436" y="594449"/>
                </a:lnTo>
                <a:lnTo>
                  <a:pt x="958690" y="606925"/>
                </a:lnTo>
                <a:lnTo>
                  <a:pt x="965944" y="619627"/>
                </a:lnTo>
                <a:lnTo>
                  <a:pt x="972745" y="632330"/>
                </a:lnTo>
                <a:lnTo>
                  <a:pt x="979546" y="645713"/>
                </a:lnTo>
                <a:lnTo>
                  <a:pt x="986347" y="659549"/>
                </a:lnTo>
                <a:lnTo>
                  <a:pt x="993148" y="673613"/>
                </a:lnTo>
                <a:lnTo>
                  <a:pt x="999722" y="687903"/>
                </a:lnTo>
                <a:lnTo>
                  <a:pt x="1006069" y="702647"/>
                </a:lnTo>
                <a:lnTo>
                  <a:pt x="1012643" y="717845"/>
                </a:lnTo>
                <a:lnTo>
                  <a:pt x="1018991" y="733269"/>
                </a:lnTo>
                <a:lnTo>
                  <a:pt x="1025111" y="748920"/>
                </a:lnTo>
                <a:lnTo>
                  <a:pt x="1031005" y="765252"/>
                </a:lnTo>
                <a:lnTo>
                  <a:pt x="1037126" y="781584"/>
                </a:lnTo>
                <a:lnTo>
                  <a:pt x="1043247" y="798823"/>
                </a:lnTo>
                <a:lnTo>
                  <a:pt x="1049141" y="816062"/>
                </a:lnTo>
                <a:lnTo>
                  <a:pt x="1054808" y="833528"/>
                </a:lnTo>
                <a:lnTo>
                  <a:pt x="1060476" y="851674"/>
                </a:lnTo>
                <a:lnTo>
                  <a:pt x="1066143" y="870048"/>
                </a:lnTo>
                <a:lnTo>
                  <a:pt x="1071810" y="888875"/>
                </a:lnTo>
                <a:lnTo>
                  <a:pt x="1077478" y="907928"/>
                </a:lnTo>
                <a:lnTo>
                  <a:pt x="1082692" y="927436"/>
                </a:lnTo>
                <a:lnTo>
                  <a:pt x="1088132" y="947624"/>
                </a:lnTo>
                <a:lnTo>
                  <a:pt x="1093573" y="967812"/>
                </a:lnTo>
                <a:lnTo>
                  <a:pt x="1098787" y="988453"/>
                </a:lnTo>
                <a:lnTo>
                  <a:pt x="1109215" y="1030870"/>
                </a:lnTo>
                <a:lnTo>
                  <a:pt x="1112615" y="1046522"/>
                </a:lnTo>
                <a:lnTo>
                  <a:pt x="1115789" y="1061946"/>
                </a:lnTo>
                <a:lnTo>
                  <a:pt x="1118056" y="1076917"/>
                </a:lnTo>
                <a:lnTo>
                  <a:pt x="1119870" y="1091888"/>
                </a:lnTo>
                <a:lnTo>
                  <a:pt x="1121456" y="1106405"/>
                </a:lnTo>
                <a:lnTo>
                  <a:pt x="1122136" y="1120922"/>
                </a:lnTo>
                <a:lnTo>
                  <a:pt x="1122363" y="1134985"/>
                </a:lnTo>
                <a:lnTo>
                  <a:pt x="1122136" y="1148822"/>
                </a:lnTo>
                <a:lnTo>
                  <a:pt x="1121456" y="1162659"/>
                </a:lnTo>
                <a:lnTo>
                  <a:pt x="1120096" y="1176042"/>
                </a:lnTo>
                <a:lnTo>
                  <a:pt x="1118509" y="1188971"/>
                </a:lnTo>
                <a:lnTo>
                  <a:pt x="1116469" y="1201900"/>
                </a:lnTo>
                <a:lnTo>
                  <a:pt x="1113749" y="1214603"/>
                </a:lnTo>
                <a:lnTo>
                  <a:pt x="1110575" y="1227078"/>
                </a:lnTo>
                <a:lnTo>
                  <a:pt x="1107175" y="1239100"/>
                </a:lnTo>
                <a:lnTo>
                  <a:pt x="1103321" y="1250896"/>
                </a:lnTo>
                <a:lnTo>
                  <a:pt x="1098787" y="1262464"/>
                </a:lnTo>
                <a:lnTo>
                  <a:pt x="1094026" y="1274032"/>
                </a:lnTo>
                <a:lnTo>
                  <a:pt x="1088812" y="1284920"/>
                </a:lnTo>
                <a:lnTo>
                  <a:pt x="1083145" y="1296035"/>
                </a:lnTo>
                <a:lnTo>
                  <a:pt x="1077251" y="1306469"/>
                </a:lnTo>
                <a:lnTo>
                  <a:pt x="1070904" y="1317130"/>
                </a:lnTo>
                <a:lnTo>
                  <a:pt x="1064103" y="1327110"/>
                </a:lnTo>
                <a:lnTo>
                  <a:pt x="1056849" y="1336864"/>
                </a:lnTo>
                <a:lnTo>
                  <a:pt x="1049368" y="1346845"/>
                </a:lnTo>
                <a:lnTo>
                  <a:pt x="1041660" y="1356145"/>
                </a:lnTo>
                <a:lnTo>
                  <a:pt x="1033499" y="1365218"/>
                </a:lnTo>
                <a:lnTo>
                  <a:pt x="1024658" y="1374064"/>
                </a:lnTo>
                <a:lnTo>
                  <a:pt x="1015817" y="1382911"/>
                </a:lnTo>
                <a:lnTo>
                  <a:pt x="1006749" y="1391303"/>
                </a:lnTo>
                <a:lnTo>
                  <a:pt x="997228" y="1399469"/>
                </a:lnTo>
                <a:lnTo>
                  <a:pt x="987253" y="1407408"/>
                </a:lnTo>
                <a:lnTo>
                  <a:pt x="977279" y="1415121"/>
                </a:lnTo>
                <a:lnTo>
                  <a:pt x="967078" y="1422606"/>
                </a:lnTo>
                <a:lnTo>
                  <a:pt x="956196" y="1429638"/>
                </a:lnTo>
                <a:lnTo>
                  <a:pt x="945315" y="1436669"/>
                </a:lnTo>
                <a:lnTo>
                  <a:pt x="934207" y="1443474"/>
                </a:lnTo>
                <a:lnTo>
                  <a:pt x="922872" y="1449826"/>
                </a:lnTo>
                <a:lnTo>
                  <a:pt x="911084" y="1455950"/>
                </a:lnTo>
                <a:lnTo>
                  <a:pt x="899296" y="1461848"/>
                </a:lnTo>
                <a:lnTo>
                  <a:pt x="887055" y="1467745"/>
                </a:lnTo>
                <a:lnTo>
                  <a:pt x="874586" y="1473189"/>
                </a:lnTo>
                <a:lnTo>
                  <a:pt x="862118" y="1478179"/>
                </a:lnTo>
                <a:lnTo>
                  <a:pt x="849197" y="1483396"/>
                </a:lnTo>
                <a:lnTo>
                  <a:pt x="836275" y="1488160"/>
                </a:lnTo>
                <a:lnTo>
                  <a:pt x="823127" y="1492470"/>
                </a:lnTo>
                <a:lnTo>
                  <a:pt x="809752" y="1496779"/>
                </a:lnTo>
                <a:lnTo>
                  <a:pt x="796377" y="1500862"/>
                </a:lnTo>
                <a:lnTo>
                  <a:pt x="782549" y="1504492"/>
                </a:lnTo>
                <a:lnTo>
                  <a:pt x="768720" y="1508348"/>
                </a:lnTo>
                <a:lnTo>
                  <a:pt x="754892" y="1511523"/>
                </a:lnTo>
                <a:lnTo>
                  <a:pt x="740610" y="1514472"/>
                </a:lnTo>
                <a:lnTo>
                  <a:pt x="726555" y="1517194"/>
                </a:lnTo>
                <a:lnTo>
                  <a:pt x="712047" y="1519689"/>
                </a:lnTo>
                <a:lnTo>
                  <a:pt x="697538" y="1521958"/>
                </a:lnTo>
                <a:lnTo>
                  <a:pt x="683030" y="1524226"/>
                </a:lnTo>
                <a:lnTo>
                  <a:pt x="668521" y="1526040"/>
                </a:lnTo>
                <a:lnTo>
                  <a:pt x="653786" y="1527401"/>
                </a:lnTo>
                <a:lnTo>
                  <a:pt x="638824" y="1528762"/>
                </a:lnTo>
                <a:lnTo>
                  <a:pt x="624089" y="1529897"/>
                </a:lnTo>
                <a:lnTo>
                  <a:pt x="609128" y="1530804"/>
                </a:lnTo>
                <a:lnTo>
                  <a:pt x="594166" y="1531484"/>
                </a:lnTo>
                <a:lnTo>
                  <a:pt x="579204" y="1531938"/>
                </a:lnTo>
                <a:lnTo>
                  <a:pt x="564015" y="1531938"/>
                </a:lnTo>
                <a:lnTo>
                  <a:pt x="549054" y="1531938"/>
                </a:lnTo>
                <a:lnTo>
                  <a:pt x="533865" y="1531484"/>
                </a:lnTo>
                <a:lnTo>
                  <a:pt x="518903" y="1530804"/>
                </a:lnTo>
                <a:lnTo>
                  <a:pt x="503941" y="1529670"/>
                </a:lnTo>
                <a:lnTo>
                  <a:pt x="488980" y="1528309"/>
                </a:lnTo>
                <a:lnTo>
                  <a:pt x="474018" y="1526948"/>
                </a:lnTo>
                <a:lnTo>
                  <a:pt x="459056" y="1525133"/>
                </a:lnTo>
                <a:lnTo>
                  <a:pt x="444321" y="1523319"/>
                </a:lnTo>
                <a:lnTo>
                  <a:pt x="429359" y="1520823"/>
                </a:lnTo>
                <a:lnTo>
                  <a:pt x="414851" y="1518328"/>
                </a:lnTo>
                <a:lnTo>
                  <a:pt x="400115" y="1515606"/>
                </a:lnTo>
                <a:lnTo>
                  <a:pt x="385607" y="1512204"/>
                </a:lnTo>
                <a:lnTo>
                  <a:pt x="371325" y="1509028"/>
                </a:lnTo>
                <a:lnTo>
                  <a:pt x="357044" y="1505172"/>
                </a:lnTo>
                <a:lnTo>
                  <a:pt x="342989" y="1501543"/>
                </a:lnTo>
                <a:lnTo>
                  <a:pt x="329160" y="1497233"/>
                </a:lnTo>
                <a:lnTo>
                  <a:pt x="315332" y="1492696"/>
                </a:lnTo>
                <a:lnTo>
                  <a:pt x="301730" y="1488160"/>
                </a:lnTo>
                <a:lnTo>
                  <a:pt x="288129" y="1483170"/>
                </a:lnTo>
                <a:lnTo>
                  <a:pt x="274754" y="1477952"/>
                </a:lnTo>
                <a:lnTo>
                  <a:pt x="261832" y="1472735"/>
                </a:lnTo>
                <a:lnTo>
                  <a:pt x="248910" y="1466838"/>
                </a:lnTo>
                <a:lnTo>
                  <a:pt x="235988" y="1460940"/>
                </a:lnTo>
                <a:lnTo>
                  <a:pt x="223520" y="1454816"/>
                </a:lnTo>
                <a:lnTo>
                  <a:pt x="211505" y="1448238"/>
                </a:lnTo>
                <a:lnTo>
                  <a:pt x="199264" y="1441660"/>
                </a:lnTo>
                <a:lnTo>
                  <a:pt x="187703" y="1434855"/>
                </a:lnTo>
                <a:lnTo>
                  <a:pt x="176141" y="1427596"/>
                </a:lnTo>
                <a:lnTo>
                  <a:pt x="164806" y="1420111"/>
                </a:lnTo>
                <a:lnTo>
                  <a:pt x="153925" y="1412399"/>
                </a:lnTo>
                <a:lnTo>
                  <a:pt x="143497" y="1404233"/>
                </a:lnTo>
                <a:lnTo>
                  <a:pt x="132843" y="1396067"/>
                </a:lnTo>
                <a:lnTo>
                  <a:pt x="122868" y="1387674"/>
                </a:lnTo>
                <a:lnTo>
                  <a:pt x="113120" y="1379055"/>
                </a:lnTo>
                <a:lnTo>
                  <a:pt x="103826" y="1370208"/>
                </a:lnTo>
                <a:lnTo>
                  <a:pt x="94758" y="1361135"/>
                </a:lnTo>
                <a:lnTo>
                  <a:pt x="86144" y="1351608"/>
                </a:lnTo>
                <a:lnTo>
                  <a:pt x="77756" y="1342081"/>
                </a:lnTo>
                <a:lnTo>
                  <a:pt x="69822" y="1332328"/>
                </a:lnTo>
                <a:lnTo>
                  <a:pt x="62341" y="1322120"/>
                </a:lnTo>
                <a:lnTo>
                  <a:pt x="55086" y="1311913"/>
                </a:lnTo>
                <a:lnTo>
                  <a:pt x="48286" y="1301479"/>
                </a:lnTo>
                <a:lnTo>
                  <a:pt x="41711" y="1290591"/>
                </a:lnTo>
                <a:lnTo>
                  <a:pt x="35817" y="1279703"/>
                </a:lnTo>
                <a:lnTo>
                  <a:pt x="30150" y="1268361"/>
                </a:lnTo>
                <a:lnTo>
                  <a:pt x="25163" y="1257020"/>
                </a:lnTo>
                <a:lnTo>
                  <a:pt x="20402" y="1245225"/>
                </a:lnTo>
                <a:lnTo>
                  <a:pt x="16095" y="1233203"/>
                </a:lnTo>
                <a:lnTo>
                  <a:pt x="12468" y="1221181"/>
                </a:lnTo>
                <a:lnTo>
                  <a:pt x="9068" y="1208932"/>
                </a:lnTo>
                <a:lnTo>
                  <a:pt x="6347" y="1196229"/>
                </a:lnTo>
                <a:lnTo>
                  <a:pt x="4080" y="1183527"/>
                </a:lnTo>
                <a:lnTo>
                  <a:pt x="2493" y="1170371"/>
                </a:lnTo>
                <a:lnTo>
                  <a:pt x="907" y="1157215"/>
                </a:lnTo>
                <a:lnTo>
                  <a:pt x="226" y="1143605"/>
                </a:lnTo>
                <a:lnTo>
                  <a:pt x="0" y="1129995"/>
                </a:lnTo>
                <a:lnTo>
                  <a:pt x="453" y="1116158"/>
                </a:lnTo>
                <a:lnTo>
                  <a:pt x="1133" y="1102095"/>
                </a:lnTo>
                <a:lnTo>
                  <a:pt x="2947" y="1087805"/>
                </a:lnTo>
                <a:lnTo>
                  <a:pt x="4760" y="1073288"/>
                </a:lnTo>
                <a:lnTo>
                  <a:pt x="7481" y="1058544"/>
                </a:lnTo>
                <a:lnTo>
                  <a:pt x="10654" y="1043573"/>
                </a:lnTo>
                <a:lnTo>
                  <a:pt x="14508" y="1028375"/>
                </a:lnTo>
                <a:lnTo>
                  <a:pt x="19042" y="1012951"/>
                </a:lnTo>
                <a:lnTo>
                  <a:pt x="29697" y="978473"/>
                </a:lnTo>
                <a:lnTo>
                  <a:pt x="40578" y="944448"/>
                </a:lnTo>
                <a:lnTo>
                  <a:pt x="51233" y="911104"/>
                </a:lnTo>
                <a:lnTo>
                  <a:pt x="62114" y="878667"/>
                </a:lnTo>
                <a:lnTo>
                  <a:pt x="73222" y="846684"/>
                </a:lnTo>
                <a:lnTo>
                  <a:pt x="84557" y="815608"/>
                </a:lnTo>
                <a:lnTo>
                  <a:pt x="95891" y="785213"/>
                </a:lnTo>
                <a:lnTo>
                  <a:pt x="101785" y="770469"/>
                </a:lnTo>
                <a:lnTo>
                  <a:pt x="107679" y="755725"/>
                </a:lnTo>
                <a:lnTo>
                  <a:pt x="113574" y="741435"/>
                </a:lnTo>
                <a:lnTo>
                  <a:pt x="119468" y="727145"/>
                </a:lnTo>
                <a:lnTo>
                  <a:pt x="125588" y="713081"/>
                </a:lnTo>
                <a:lnTo>
                  <a:pt x="131936" y="699245"/>
                </a:lnTo>
                <a:lnTo>
                  <a:pt x="138283" y="685635"/>
                </a:lnTo>
                <a:lnTo>
                  <a:pt x="144631" y="672479"/>
                </a:lnTo>
                <a:lnTo>
                  <a:pt x="151205" y="659322"/>
                </a:lnTo>
                <a:lnTo>
                  <a:pt x="157552" y="646393"/>
                </a:lnTo>
                <a:lnTo>
                  <a:pt x="164353" y="633691"/>
                </a:lnTo>
                <a:lnTo>
                  <a:pt x="171381" y="621669"/>
                </a:lnTo>
                <a:lnTo>
                  <a:pt x="178181" y="609420"/>
                </a:lnTo>
                <a:lnTo>
                  <a:pt x="185436" y="597625"/>
                </a:lnTo>
                <a:lnTo>
                  <a:pt x="192463" y="585830"/>
                </a:lnTo>
                <a:lnTo>
                  <a:pt x="199944" y="574488"/>
                </a:lnTo>
                <a:lnTo>
                  <a:pt x="207425" y="563600"/>
                </a:lnTo>
                <a:lnTo>
                  <a:pt x="215133" y="552712"/>
                </a:lnTo>
                <a:lnTo>
                  <a:pt x="222840" y="542051"/>
                </a:lnTo>
                <a:lnTo>
                  <a:pt x="230774" y="531844"/>
                </a:lnTo>
                <a:lnTo>
                  <a:pt x="238935" y="521863"/>
                </a:lnTo>
                <a:lnTo>
                  <a:pt x="247324" y="512110"/>
                </a:lnTo>
                <a:lnTo>
                  <a:pt x="255711" y="502810"/>
                </a:lnTo>
                <a:lnTo>
                  <a:pt x="264326" y="493736"/>
                </a:lnTo>
                <a:lnTo>
                  <a:pt x="272940" y="484663"/>
                </a:lnTo>
                <a:lnTo>
                  <a:pt x="282008" y="476271"/>
                </a:lnTo>
                <a:lnTo>
                  <a:pt x="291076" y="468105"/>
                </a:lnTo>
                <a:lnTo>
                  <a:pt x="300597" y="460166"/>
                </a:lnTo>
                <a:lnTo>
                  <a:pt x="310118" y="452453"/>
                </a:lnTo>
                <a:lnTo>
                  <a:pt x="319639" y="445195"/>
                </a:lnTo>
                <a:lnTo>
                  <a:pt x="329840" y="438163"/>
                </a:lnTo>
                <a:lnTo>
                  <a:pt x="339815" y="431585"/>
                </a:lnTo>
                <a:lnTo>
                  <a:pt x="350243" y="425234"/>
                </a:lnTo>
                <a:lnTo>
                  <a:pt x="360897" y="419336"/>
                </a:lnTo>
                <a:lnTo>
                  <a:pt x="371552" y="413665"/>
                </a:lnTo>
                <a:lnTo>
                  <a:pt x="382660" y="408222"/>
                </a:lnTo>
                <a:lnTo>
                  <a:pt x="393995" y="403231"/>
                </a:lnTo>
                <a:lnTo>
                  <a:pt x="405556" y="398695"/>
                </a:lnTo>
                <a:lnTo>
                  <a:pt x="417344" y="394385"/>
                </a:lnTo>
                <a:lnTo>
                  <a:pt x="429359" y="390529"/>
                </a:lnTo>
                <a:lnTo>
                  <a:pt x="441601" y="386899"/>
                </a:lnTo>
                <a:lnTo>
                  <a:pt x="454069" y="383724"/>
                </a:lnTo>
                <a:lnTo>
                  <a:pt x="466764" y="380775"/>
                </a:lnTo>
                <a:lnTo>
                  <a:pt x="479912" y="378280"/>
                </a:lnTo>
                <a:lnTo>
                  <a:pt x="493287" y="376238"/>
                </a:lnTo>
                <a:lnTo>
                  <a:pt x="506888" y="374424"/>
                </a:lnTo>
                <a:lnTo>
                  <a:pt x="520717" y="373063"/>
                </a:lnTo>
                <a:lnTo>
                  <a:pt x="534772" y="372156"/>
                </a:lnTo>
                <a:lnTo>
                  <a:pt x="549280" y="371475"/>
                </a:lnTo>
                <a:close/>
                <a:moveTo>
                  <a:pt x="455387" y="0"/>
                </a:moveTo>
                <a:lnTo>
                  <a:pt x="463542" y="227"/>
                </a:lnTo>
                <a:lnTo>
                  <a:pt x="471471" y="682"/>
                </a:lnTo>
                <a:lnTo>
                  <a:pt x="479174" y="1591"/>
                </a:lnTo>
                <a:lnTo>
                  <a:pt x="486423" y="2500"/>
                </a:lnTo>
                <a:lnTo>
                  <a:pt x="493446" y="3863"/>
                </a:lnTo>
                <a:lnTo>
                  <a:pt x="500242" y="5681"/>
                </a:lnTo>
                <a:lnTo>
                  <a:pt x="506812" y="7499"/>
                </a:lnTo>
                <a:lnTo>
                  <a:pt x="512702" y="9317"/>
                </a:lnTo>
                <a:lnTo>
                  <a:pt x="518592" y="11362"/>
                </a:lnTo>
                <a:lnTo>
                  <a:pt x="524256" y="13861"/>
                </a:lnTo>
                <a:lnTo>
                  <a:pt x="529466" y="16361"/>
                </a:lnTo>
                <a:lnTo>
                  <a:pt x="534450" y="18861"/>
                </a:lnTo>
                <a:lnTo>
                  <a:pt x="539207" y="21587"/>
                </a:lnTo>
                <a:lnTo>
                  <a:pt x="543738" y="24314"/>
                </a:lnTo>
                <a:lnTo>
                  <a:pt x="547816" y="27268"/>
                </a:lnTo>
                <a:lnTo>
                  <a:pt x="551894" y="29995"/>
                </a:lnTo>
                <a:lnTo>
                  <a:pt x="555292" y="32722"/>
                </a:lnTo>
                <a:lnTo>
                  <a:pt x="558916" y="35676"/>
                </a:lnTo>
                <a:lnTo>
                  <a:pt x="564807" y="40903"/>
                </a:lnTo>
                <a:lnTo>
                  <a:pt x="569790" y="45902"/>
                </a:lnTo>
                <a:lnTo>
                  <a:pt x="574095" y="50674"/>
                </a:lnTo>
                <a:lnTo>
                  <a:pt x="577040" y="54310"/>
                </a:lnTo>
                <a:lnTo>
                  <a:pt x="579079" y="57491"/>
                </a:lnTo>
                <a:lnTo>
                  <a:pt x="581118" y="59990"/>
                </a:lnTo>
                <a:lnTo>
                  <a:pt x="590406" y="51810"/>
                </a:lnTo>
                <a:lnTo>
                  <a:pt x="599467" y="44311"/>
                </a:lnTo>
                <a:lnTo>
                  <a:pt x="608076" y="37494"/>
                </a:lnTo>
                <a:lnTo>
                  <a:pt x="616685" y="31359"/>
                </a:lnTo>
                <a:lnTo>
                  <a:pt x="625293" y="25905"/>
                </a:lnTo>
                <a:lnTo>
                  <a:pt x="633449" y="21360"/>
                </a:lnTo>
                <a:lnTo>
                  <a:pt x="641151" y="17043"/>
                </a:lnTo>
                <a:lnTo>
                  <a:pt x="648854" y="13407"/>
                </a:lnTo>
                <a:lnTo>
                  <a:pt x="656103" y="10226"/>
                </a:lnTo>
                <a:lnTo>
                  <a:pt x="663126" y="7499"/>
                </a:lnTo>
                <a:lnTo>
                  <a:pt x="669922" y="5454"/>
                </a:lnTo>
                <a:lnTo>
                  <a:pt x="676492" y="3409"/>
                </a:lnTo>
                <a:lnTo>
                  <a:pt x="682608" y="2272"/>
                </a:lnTo>
                <a:lnTo>
                  <a:pt x="688498" y="1136"/>
                </a:lnTo>
                <a:lnTo>
                  <a:pt x="694162" y="454"/>
                </a:lnTo>
                <a:lnTo>
                  <a:pt x="699599" y="227"/>
                </a:lnTo>
                <a:lnTo>
                  <a:pt x="704583" y="0"/>
                </a:lnTo>
                <a:lnTo>
                  <a:pt x="709340" y="227"/>
                </a:lnTo>
                <a:lnTo>
                  <a:pt x="713871" y="454"/>
                </a:lnTo>
                <a:lnTo>
                  <a:pt x="717949" y="909"/>
                </a:lnTo>
                <a:lnTo>
                  <a:pt x="721800" y="1591"/>
                </a:lnTo>
                <a:lnTo>
                  <a:pt x="725198" y="2272"/>
                </a:lnTo>
                <a:lnTo>
                  <a:pt x="728596" y="3181"/>
                </a:lnTo>
                <a:lnTo>
                  <a:pt x="731315" y="3863"/>
                </a:lnTo>
                <a:lnTo>
                  <a:pt x="736299" y="5908"/>
                </a:lnTo>
                <a:lnTo>
                  <a:pt x="739697" y="7499"/>
                </a:lnTo>
                <a:lnTo>
                  <a:pt x="742415" y="8862"/>
                </a:lnTo>
                <a:lnTo>
                  <a:pt x="746720" y="13180"/>
                </a:lnTo>
                <a:lnTo>
                  <a:pt x="751024" y="17497"/>
                </a:lnTo>
                <a:lnTo>
                  <a:pt x="754875" y="22269"/>
                </a:lnTo>
                <a:lnTo>
                  <a:pt x="758726" y="27496"/>
                </a:lnTo>
                <a:lnTo>
                  <a:pt x="762124" y="32495"/>
                </a:lnTo>
                <a:lnTo>
                  <a:pt x="765523" y="37949"/>
                </a:lnTo>
                <a:lnTo>
                  <a:pt x="768694" y="43629"/>
                </a:lnTo>
                <a:lnTo>
                  <a:pt x="771639" y="49310"/>
                </a:lnTo>
                <a:lnTo>
                  <a:pt x="774584" y="54764"/>
                </a:lnTo>
                <a:lnTo>
                  <a:pt x="777076" y="60672"/>
                </a:lnTo>
                <a:lnTo>
                  <a:pt x="779342" y="66808"/>
                </a:lnTo>
                <a:lnTo>
                  <a:pt x="781834" y="72716"/>
                </a:lnTo>
                <a:lnTo>
                  <a:pt x="785911" y="84305"/>
                </a:lnTo>
                <a:lnTo>
                  <a:pt x="789536" y="95894"/>
                </a:lnTo>
                <a:lnTo>
                  <a:pt x="792481" y="106801"/>
                </a:lnTo>
                <a:lnTo>
                  <a:pt x="794973" y="117254"/>
                </a:lnTo>
                <a:lnTo>
                  <a:pt x="796785" y="126571"/>
                </a:lnTo>
                <a:lnTo>
                  <a:pt x="798371" y="134524"/>
                </a:lnTo>
                <a:lnTo>
                  <a:pt x="800183" y="146568"/>
                </a:lnTo>
                <a:lnTo>
                  <a:pt x="800636" y="150658"/>
                </a:lnTo>
                <a:lnTo>
                  <a:pt x="805847" y="149294"/>
                </a:lnTo>
                <a:lnTo>
                  <a:pt x="810831" y="147931"/>
                </a:lnTo>
                <a:lnTo>
                  <a:pt x="815362" y="146340"/>
                </a:lnTo>
                <a:lnTo>
                  <a:pt x="820119" y="144522"/>
                </a:lnTo>
                <a:lnTo>
                  <a:pt x="824197" y="142705"/>
                </a:lnTo>
                <a:lnTo>
                  <a:pt x="828275" y="140887"/>
                </a:lnTo>
                <a:lnTo>
                  <a:pt x="832352" y="139069"/>
                </a:lnTo>
                <a:lnTo>
                  <a:pt x="835750" y="136796"/>
                </a:lnTo>
                <a:lnTo>
                  <a:pt x="839375" y="134751"/>
                </a:lnTo>
                <a:lnTo>
                  <a:pt x="842547" y="132706"/>
                </a:lnTo>
                <a:lnTo>
                  <a:pt x="848663" y="128389"/>
                </a:lnTo>
                <a:lnTo>
                  <a:pt x="853647" y="124071"/>
                </a:lnTo>
                <a:lnTo>
                  <a:pt x="858405" y="119754"/>
                </a:lnTo>
                <a:lnTo>
                  <a:pt x="862482" y="115663"/>
                </a:lnTo>
                <a:lnTo>
                  <a:pt x="865654" y="111800"/>
                </a:lnTo>
                <a:lnTo>
                  <a:pt x="868372" y="108392"/>
                </a:lnTo>
                <a:lnTo>
                  <a:pt x="870638" y="105211"/>
                </a:lnTo>
                <a:lnTo>
                  <a:pt x="873130" y="100439"/>
                </a:lnTo>
                <a:lnTo>
                  <a:pt x="874036" y="98848"/>
                </a:lnTo>
                <a:lnTo>
                  <a:pt x="875395" y="106347"/>
                </a:lnTo>
                <a:lnTo>
                  <a:pt x="876755" y="113846"/>
                </a:lnTo>
                <a:lnTo>
                  <a:pt x="877434" y="121117"/>
                </a:lnTo>
                <a:lnTo>
                  <a:pt x="877887" y="128389"/>
                </a:lnTo>
                <a:lnTo>
                  <a:pt x="877887" y="135433"/>
                </a:lnTo>
                <a:lnTo>
                  <a:pt x="877434" y="142250"/>
                </a:lnTo>
                <a:lnTo>
                  <a:pt x="876755" y="149067"/>
                </a:lnTo>
                <a:lnTo>
                  <a:pt x="875622" y="155884"/>
                </a:lnTo>
                <a:lnTo>
                  <a:pt x="874263" y="162474"/>
                </a:lnTo>
                <a:lnTo>
                  <a:pt x="872903" y="168837"/>
                </a:lnTo>
                <a:lnTo>
                  <a:pt x="870864" y="175199"/>
                </a:lnTo>
                <a:lnTo>
                  <a:pt x="868599" y="181335"/>
                </a:lnTo>
                <a:lnTo>
                  <a:pt x="866334" y="187243"/>
                </a:lnTo>
                <a:lnTo>
                  <a:pt x="863615" y="193378"/>
                </a:lnTo>
                <a:lnTo>
                  <a:pt x="860670" y="199287"/>
                </a:lnTo>
                <a:lnTo>
                  <a:pt x="857725" y="204967"/>
                </a:lnTo>
                <a:lnTo>
                  <a:pt x="854327" y="210421"/>
                </a:lnTo>
                <a:lnTo>
                  <a:pt x="850702" y="215875"/>
                </a:lnTo>
                <a:lnTo>
                  <a:pt x="847078" y="221328"/>
                </a:lnTo>
                <a:lnTo>
                  <a:pt x="843000" y="226328"/>
                </a:lnTo>
                <a:lnTo>
                  <a:pt x="838922" y="231554"/>
                </a:lnTo>
                <a:lnTo>
                  <a:pt x="834844" y="236553"/>
                </a:lnTo>
                <a:lnTo>
                  <a:pt x="830313" y="241325"/>
                </a:lnTo>
                <a:lnTo>
                  <a:pt x="826009" y="246097"/>
                </a:lnTo>
                <a:lnTo>
                  <a:pt x="821252" y="250869"/>
                </a:lnTo>
                <a:lnTo>
                  <a:pt x="816494" y="255187"/>
                </a:lnTo>
                <a:lnTo>
                  <a:pt x="811737" y="259731"/>
                </a:lnTo>
                <a:lnTo>
                  <a:pt x="806753" y="264049"/>
                </a:lnTo>
                <a:lnTo>
                  <a:pt x="796785" y="272229"/>
                </a:lnTo>
                <a:lnTo>
                  <a:pt x="786364" y="279955"/>
                </a:lnTo>
                <a:lnTo>
                  <a:pt x="776170" y="287227"/>
                </a:lnTo>
                <a:lnTo>
                  <a:pt x="765749" y="294044"/>
                </a:lnTo>
                <a:lnTo>
                  <a:pt x="755328" y="300180"/>
                </a:lnTo>
                <a:lnTo>
                  <a:pt x="745360" y="305860"/>
                </a:lnTo>
                <a:lnTo>
                  <a:pt x="735619" y="311314"/>
                </a:lnTo>
                <a:lnTo>
                  <a:pt x="725878" y="316313"/>
                </a:lnTo>
                <a:lnTo>
                  <a:pt x="717043" y="320631"/>
                </a:lnTo>
                <a:lnTo>
                  <a:pt x="708661" y="324721"/>
                </a:lnTo>
                <a:lnTo>
                  <a:pt x="700732" y="327902"/>
                </a:lnTo>
                <a:lnTo>
                  <a:pt x="693709" y="331084"/>
                </a:lnTo>
                <a:lnTo>
                  <a:pt x="681929" y="335628"/>
                </a:lnTo>
                <a:lnTo>
                  <a:pt x="674453" y="338583"/>
                </a:lnTo>
                <a:lnTo>
                  <a:pt x="671961" y="339492"/>
                </a:lnTo>
                <a:lnTo>
                  <a:pt x="658142" y="336083"/>
                </a:lnTo>
                <a:lnTo>
                  <a:pt x="644776" y="333583"/>
                </a:lnTo>
                <a:lnTo>
                  <a:pt x="632089" y="331311"/>
                </a:lnTo>
                <a:lnTo>
                  <a:pt x="619630" y="329266"/>
                </a:lnTo>
                <a:lnTo>
                  <a:pt x="607623" y="327675"/>
                </a:lnTo>
                <a:lnTo>
                  <a:pt x="596069" y="326539"/>
                </a:lnTo>
                <a:lnTo>
                  <a:pt x="584969" y="325630"/>
                </a:lnTo>
                <a:lnTo>
                  <a:pt x="574548" y="324948"/>
                </a:lnTo>
                <a:lnTo>
                  <a:pt x="564127" y="324494"/>
                </a:lnTo>
                <a:lnTo>
                  <a:pt x="554612" y="324494"/>
                </a:lnTo>
                <a:lnTo>
                  <a:pt x="545324" y="324494"/>
                </a:lnTo>
                <a:lnTo>
                  <a:pt x="536715" y="324948"/>
                </a:lnTo>
                <a:lnTo>
                  <a:pt x="528333" y="325403"/>
                </a:lnTo>
                <a:lnTo>
                  <a:pt x="520178" y="326085"/>
                </a:lnTo>
                <a:lnTo>
                  <a:pt x="512702" y="326766"/>
                </a:lnTo>
                <a:lnTo>
                  <a:pt x="505679" y="327675"/>
                </a:lnTo>
                <a:lnTo>
                  <a:pt x="499109" y="328811"/>
                </a:lnTo>
                <a:lnTo>
                  <a:pt x="492993" y="329948"/>
                </a:lnTo>
                <a:lnTo>
                  <a:pt x="487329" y="331311"/>
                </a:lnTo>
                <a:lnTo>
                  <a:pt x="481892" y="332447"/>
                </a:lnTo>
                <a:lnTo>
                  <a:pt x="472604" y="334947"/>
                </a:lnTo>
                <a:lnTo>
                  <a:pt x="465128" y="337219"/>
                </a:lnTo>
                <a:lnTo>
                  <a:pt x="459012" y="339719"/>
                </a:lnTo>
                <a:lnTo>
                  <a:pt x="454934" y="341309"/>
                </a:lnTo>
                <a:lnTo>
                  <a:pt x="451536" y="342900"/>
                </a:lnTo>
                <a:lnTo>
                  <a:pt x="445646" y="337219"/>
                </a:lnTo>
                <a:lnTo>
                  <a:pt x="439529" y="331311"/>
                </a:lnTo>
                <a:lnTo>
                  <a:pt x="425710" y="318813"/>
                </a:lnTo>
                <a:lnTo>
                  <a:pt x="410532" y="305860"/>
                </a:lnTo>
                <a:lnTo>
                  <a:pt x="394221" y="292454"/>
                </a:lnTo>
                <a:lnTo>
                  <a:pt x="377456" y="279274"/>
                </a:lnTo>
                <a:lnTo>
                  <a:pt x="360239" y="266094"/>
                </a:lnTo>
                <a:lnTo>
                  <a:pt x="343249" y="252914"/>
                </a:lnTo>
                <a:lnTo>
                  <a:pt x="326258" y="240416"/>
                </a:lnTo>
                <a:lnTo>
                  <a:pt x="295222" y="217693"/>
                </a:lnTo>
                <a:lnTo>
                  <a:pt x="269849" y="199514"/>
                </a:lnTo>
                <a:lnTo>
                  <a:pt x="252405" y="187243"/>
                </a:lnTo>
                <a:lnTo>
                  <a:pt x="246062" y="183153"/>
                </a:lnTo>
                <a:lnTo>
                  <a:pt x="251726" y="176563"/>
                </a:lnTo>
                <a:lnTo>
                  <a:pt x="257616" y="170655"/>
                </a:lnTo>
                <a:lnTo>
                  <a:pt x="263506" y="165428"/>
                </a:lnTo>
                <a:lnTo>
                  <a:pt x="269623" y="160656"/>
                </a:lnTo>
                <a:lnTo>
                  <a:pt x="275286" y="156339"/>
                </a:lnTo>
                <a:lnTo>
                  <a:pt x="281629" y="152476"/>
                </a:lnTo>
                <a:lnTo>
                  <a:pt x="287746" y="149294"/>
                </a:lnTo>
                <a:lnTo>
                  <a:pt x="293863" y="146568"/>
                </a:lnTo>
                <a:lnTo>
                  <a:pt x="299979" y="144068"/>
                </a:lnTo>
                <a:lnTo>
                  <a:pt x="306096" y="142023"/>
                </a:lnTo>
                <a:lnTo>
                  <a:pt x="311986" y="140432"/>
                </a:lnTo>
                <a:lnTo>
                  <a:pt x="317876" y="139069"/>
                </a:lnTo>
                <a:lnTo>
                  <a:pt x="323766" y="138160"/>
                </a:lnTo>
                <a:lnTo>
                  <a:pt x="329656" y="137024"/>
                </a:lnTo>
                <a:lnTo>
                  <a:pt x="335093" y="136569"/>
                </a:lnTo>
                <a:lnTo>
                  <a:pt x="340530" y="136342"/>
                </a:lnTo>
                <a:lnTo>
                  <a:pt x="345967" y="136342"/>
                </a:lnTo>
                <a:lnTo>
                  <a:pt x="350951" y="136569"/>
                </a:lnTo>
                <a:lnTo>
                  <a:pt x="355708" y="136796"/>
                </a:lnTo>
                <a:lnTo>
                  <a:pt x="360466" y="137251"/>
                </a:lnTo>
                <a:lnTo>
                  <a:pt x="368848" y="138614"/>
                </a:lnTo>
                <a:lnTo>
                  <a:pt x="376097" y="139978"/>
                </a:lnTo>
                <a:lnTo>
                  <a:pt x="382214" y="141341"/>
                </a:lnTo>
                <a:lnTo>
                  <a:pt x="386518" y="142705"/>
                </a:lnTo>
                <a:lnTo>
                  <a:pt x="390369" y="143841"/>
                </a:lnTo>
                <a:lnTo>
                  <a:pt x="389916" y="135888"/>
                </a:lnTo>
                <a:lnTo>
                  <a:pt x="389916" y="127934"/>
                </a:lnTo>
                <a:lnTo>
                  <a:pt x="390369" y="120208"/>
                </a:lnTo>
                <a:lnTo>
                  <a:pt x="391049" y="112482"/>
                </a:lnTo>
                <a:lnTo>
                  <a:pt x="392182" y="105211"/>
                </a:lnTo>
                <a:lnTo>
                  <a:pt x="393767" y="98166"/>
                </a:lnTo>
                <a:lnTo>
                  <a:pt x="395580" y="91122"/>
                </a:lnTo>
                <a:lnTo>
                  <a:pt x="397619" y="84305"/>
                </a:lnTo>
                <a:lnTo>
                  <a:pt x="399884" y="77942"/>
                </a:lnTo>
                <a:lnTo>
                  <a:pt x="402376" y="71807"/>
                </a:lnTo>
                <a:lnTo>
                  <a:pt x="405095" y="65671"/>
                </a:lnTo>
                <a:lnTo>
                  <a:pt x="407813" y="59763"/>
                </a:lnTo>
                <a:lnTo>
                  <a:pt x="410985" y="54310"/>
                </a:lnTo>
                <a:lnTo>
                  <a:pt x="413930" y="49083"/>
                </a:lnTo>
                <a:lnTo>
                  <a:pt x="417101" y="43857"/>
                </a:lnTo>
                <a:lnTo>
                  <a:pt x="420273" y="39085"/>
                </a:lnTo>
                <a:lnTo>
                  <a:pt x="423444" y="34540"/>
                </a:lnTo>
                <a:lnTo>
                  <a:pt x="426616" y="30222"/>
                </a:lnTo>
                <a:lnTo>
                  <a:pt x="432959" y="22496"/>
                </a:lnTo>
                <a:lnTo>
                  <a:pt x="438849" y="15679"/>
                </a:lnTo>
                <a:lnTo>
                  <a:pt x="444060" y="10226"/>
                </a:lnTo>
                <a:lnTo>
                  <a:pt x="448817" y="5908"/>
                </a:lnTo>
                <a:lnTo>
                  <a:pt x="452215" y="2500"/>
                </a:lnTo>
                <a:lnTo>
                  <a:pt x="45538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32" name="KSO_Shape"/>
          <p:cNvSpPr>
            <a:spLocks noChangeAspect="1"/>
          </p:cNvSpPr>
          <p:nvPr/>
        </p:nvSpPr>
        <p:spPr bwMode="auto">
          <a:xfrm>
            <a:off x="7089000" y="1839804"/>
            <a:ext cx="534000" cy="720000"/>
          </a:xfrm>
          <a:custGeom>
            <a:avLst/>
            <a:gdLst>
              <a:gd name="T0" fmla="*/ 1114659 w 1125538"/>
              <a:gd name="T1" fmla="*/ 1446451 h 1516063"/>
              <a:gd name="T2" fmla="*/ 1124632 w 1125538"/>
              <a:gd name="T3" fmla="*/ 1455581 h 1516063"/>
              <a:gd name="T4" fmla="*/ 1123952 w 1125538"/>
              <a:gd name="T5" fmla="*/ 1506706 h 1516063"/>
              <a:gd name="T6" fmla="*/ 1112619 w 1125538"/>
              <a:gd name="T7" fmla="*/ 1514922 h 1516063"/>
              <a:gd name="T8" fmla="*/ 14959 w 1125538"/>
              <a:gd name="T9" fmla="*/ 1515379 h 1516063"/>
              <a:gd name="T10" fmla="*/ 2720 w 1125538"/>
              <a:gd name="T11" fmla="*/ 1508075 h 1516063"/>
              <a:gd name="T12" fmla="*/ 453 w 1125538"/>
              <a:gd name="T13" fmla="*/ 1456950 h 1516063"/>
              <a:gd name="T14" fmla="*/ 9292 w 1125538"/>
              <a:gd name="T15" fmla="*/ 1447136 h 1516063"/>
              <a:gd name="T16" fmla="*/ 202628 w 1125538"/>
              <a:gd name="T17" fmla="*/ 1074964 h 1516063"/>
              <a:gd name="T18" fmla="*/ 218423 w 1125538"/>
              <a:gd name="T19" fmla="*/ 1080869 h 1516063"/>
              <a:gd name="T20" fmla="*/ 223838 w 1125538"/>
              <a:gd name="T21" fmla="*/ 1377473 h 1516063"/>
              <a:gd name="T22" fmla="*/ 216843 w 1125538"/>
              <a:gd name="T23" fmla="*/ 1389056 h 1516063"/>
              <a:gd name="T24" fmla="*/ 200146 w 1125538"/>
              <a:gd name="T25" fmla="*/ 1393825 h 1516063"/>
              <a:gd name="T26" fmla="*/ 8574 w 1125538"/>
              <a:gd name="T27" fmla="*/ 1390191 h 1516063"/>
              <a:gd name="T28" fmla="*/ 225 w 1125538"/>
              <a:gd name="T29" fmla="*/ 1379063 h 1516063"/>
              <a:gd name="T30" fmla="*/ 4287 w 1125538"/>
              <a:gd name="T31" fmla="*/ 1082005 h 1516063"/>
              <a:gd name="T32" fmla="*/ 18954 w 1125538"/>
              <a:gd name="T33" fmla="*/ 1075191 h 1516063"/>
              <a:gd name="T34" fmla="*/ 494553 w 1125538"/>
              <a:gd name="T35" fmla="*/ 906007 h 1516063"/>
              <a:gd name="T36" fmla="*/ 508443 w 1125538"/>
              <a:gd name="T37" fmla="*/ 918225 h 1516063"/>
              <a:gd name="T38" fmla="*/ 510720 w 1125538"/>
              <a:gd name="T39" fmla="*/ 1373688 h 1516063"/>
              <a:gd name="T40" fmla="*/ 500929 w 1125538"/>
              <a:gd name="T41" fmla="*/ 1389526 h 1516063"/>
              <a:gd name="T42" fmla="*/ 307154 w 1125538"/>
              <a:gd name="T43" fmla="*/ 1393599 h 1516063"/>
              <a:gd name="T44" fmla="*/ 291215 w 1125538"/>
              <a:gd name="T45" fmla="*/ 1384549 h 1516063"/>
              <a:gd name="T46" fmla="*/ 285750 w 1125538"/>
              <a:gd name="T47" fmla="*/ 930216 h 1516063"/>
              <a:gd name="T48" fmla="*/ 292581 w 1125538"/>
              <a:gd name="T49" fmla="*/ 912342 h 1516063"/>
              <a:gd name="T50" fmla="*/ 614065 w 1125538"/>
              <a:gd name="T51" fmla="*/ 754062 h 1516063"/>
              <a:gd name="T52" fmla="*/ 807605 w 1125538"/>
              <a:gd name="T53" fmla="*/ 758598 h 1516063"/>
              <a:gd name="T54" fmla="*/ 814388 w 1125538"/>
              <a:gd name="T55" fmla="*/ 776968 h 1516063"/>
              <a:gd name="T56" fmla="*/ 808962 w 1125538"/>
              <a:gd name="T57" fmla="*/ 1387929 h 1516063"/>
              <a:gd name="T58" fmla="*/ 790874 w 1125538"/>
              <a:gd name="T59" fmla="*/ 1393825 h 1516063"/>
              <a:gd name="T60" fmla="*/ 597559 w 1125538"/>
              <a:gd name="T61" fmla="*/ 1389290 h 1516063"/>
              <a:gd name="T62" fmla="*/ 590550 w 1125538"/>
              <a:gd name="T63" fmla="*/ 1370920 h 1516063"/>
              <a:gd name="T64" fmla="*/ 595977 w 1125538"/>
              <a:gd name="T65" fmla="*/ 759959 h 1516063"/>
              <a:gd name="T66" fmla="*/ 614065 w 1125538"/>
              <a:gd name="T67" fmla="*/ 754062 h 1516063"/>
              <a:gd name="T68" fmla="*/ 1117173 w 1125538"/>
              <a:gd name="T69" fmla="*/ 374198 h 1516063"/>
              <a:gd name="T70" fmla="*/ 1125538 w 1125538"/>
              <a:gd name="T71" fmla="*/ 395525 h 1516063"/>
              <a:gd name="T72" fmla="*/ 1121695 w 1125538"/>
              <a:gd name="T73" fmla="*/ 1383617 h 1516063"/>
              <a:gd name="T74" fmla="*/ 1106998 w 1125538"/>
              <a:gd name="T75" fmla="*/ 1390650 h 1516063"/>
              <a:gd name="T76" fmla="*/ 910292 w 1125538"/>
              <a:gd name="T77" fmla="*/ 1388381 h 1516063"/>
              <a:gd name="T78" fmla="*/ 901926 w 1125538"/>
              <a:gd name="T79" fmla="*/ 1366827 h 1516063"/>
              <a:gd name="T80" fmla="*/ 905544 w 1125538"/>
              <a:gd name="T81" fmla="*/ 378509 h 1516063"/>
              <a:gd name="T82" fmla="*/ 920466 w 1125538"/>
              <a:gd name="T83" fmla="*/ 371702 h 1516063"/>
              <a:gd name="T84" fmla="*/ 871862 w 1125538"/>
              <a:gd name="T85" fmla="*/ 250077 h 1516063"/>
              <a:gd name="T86" fmla="*/ 834181 w 1125538"/>
              <a:gd name="T87" fmla="*/ 369107 h 1516063"/>
              <a:gd name="T88" fmla="*/ 785151 w 1125538"/>
              <a:gd name="T89" fmla="*/ 471133 h 1516063"/>
              <a:gd name="T90" fmla="*/ 726588 w 1125538"/>
              <a:gd name="T91" fmla="*/ 557062 h 1516063"/>
              <a:gd name="T92" fmla="*/ 660533 w 1125538"/>
              <a:gd name="T93" fmla="*/ 628934 h 1516063"/>
              <a:gd name="T94" fmla="*/ 589258 w 1125538"/>
              <a:gd name="T95" fmla="*/ 687429 h 1516063"/>
              <a:gd name="T96" fmla="*/ 514351 w 1125538"/>
              <a:gd name="T97" fmla="*/ 733907 h 1516063"/>
              <a:gd name="T98" fmla="*/ 419015 w 1125538"/>
              <a:gd name="T99" fmla="*/ 777438 h 1516063"/>
              <a:gd name="T100" fmla="*/ 271244 w 1125538"/>
              <a:gd name="T101" fmla="*/ 819382 h 1516063"/>
              <a:gd name="T102" fmla="*/ 143448 w 1125538"/>
              <a:gd name="T103" fmla="*/ 835933 h 1516063"/>
              <a:gd name="T104" fmla="*/ 29499 w 1125538"/>
              <a:gd name="T105" fmla="*/ 836840 h 1516063"/>
              <a:gd name="T106" fmla="*/ 97823 w 1125538"/>
              <a:gd name="T107" fmla="*/ 823690 h 1516063"/>
              <a:gd name="T108" fmla="*/ 204055 w 1125538"/>
              <a:gd name="T109" fmla="*/ 801017 h 1516063"/>
              <a:gd name="T110" fmla="*/ 299618 w 1125538"/>
              <a:gd name="T111" fmla="*/ 770863 h 1516063"/>
              <a:gd name="T112" fmla="*/ 404715 w 1125538"/>
              <a:gd name="T113" fmla="*/ 724838 h 1516063"/>
              <a:gd name="T114" fmla="*/ 542725 w 1125538"/>
              <a:gd name="T115" fmla="*/ 635962 h 1516063"/>
              <a:gd name="T116" fmla="*/ 647822 w 1125538"/>
              <a:gd name="T117" fmla="*/ 535296 h 1516063"/>
              <a:gd name="T118" fmla="*/ 724091 w 1125538"/>
              <a:gd name="T119" fmla="*/ 431683 h 1516063"/>
              <a:gd name="T120" fmla="*/ 776299 w 1125538"/>
              <a:gd name="T121" fmla="*/ 333285 h 1516063"/>
              <a:gd name="T122" fmla="*/ 814206 w 1125538"/>
              <a:gd name="T123" fmla="*/ 229445 h 15160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125538" h="1516063">
                <a:moveTo>
                  <a:pt x="19039" y="1444625"/>
                </a:moveTo>
                <a:lnTo>
                  <a:pt x="21305" y="1444625"/>
                </a:lnTo>
                <a:lnTo>
                  <a:pt x="1104460" y="1444625"/>
                </a:lnTo>
                <a:lnTo>
                  <a:pt x="1106726" y="1444625"/>
                </a:lnTo>
                <a:lnTo>
                  <a:pt x="1108766" y="1444853"/>
                </a:lnTo>
                <a:lnTo>
                  <a:pt x="1110806" y="1445310"/>
                </a:lnTo>
                <a:lnTo>
                  <a:pt x="1112619" y="1445766"/>
                </a:lnTo>
                <a:lnTo>
                  <a:pt x="1114659" y="1446451"/>
                </a:lnTo>
                <a:lnTo>
                  <a:pt x="1116472" y="1447136"/>
                </a:lnTo>
                <a:lnTo>
                  <a:pt x="1118059" y="1448277"/>
                </a:lnTo>
                <a:lnTo>
                  <a:pt x="1119419" y="1449190"/>
                </a:lnTo>
                <a:lnTo>
                  <a:pt x="1120779" y="1450331"/>
                </a:lnTo>
                <a:lnTo>
                  <a:pt x="1122138" y="1451472"/>
                </a:lnTo>
                <a:lnTo>
                  <a:pt x="1123272" y="1452614"/>
                </a:lnTo>
                <a:lnTo>
                  <a:pt x="1123952" y="1453983"/>
                </a:lnTo>
                <a:lnTo>
                  <a:pt x="1124632" y="1455581"/>
                </a:lnTo>
                <a:lnTo>
                  <a:pt x="1125312" y="1456950"/>
                </a:lnTo>
                <a:lnTo>
                  <a:pt x="1125538" y="1458319"/>
                </a:lnTo>
                <a:lnTo>
                  <a:pt x="1125538" y="1459917"/>
                </a:lnTo>
                <a:lnTo>
                  <a:pt x="1125538" y="1500771"/>
                </a:lnTo>
                <a:lnTo>
                  <a:pt x="1125538" y="1502369"/>
                </a:lnTo>
                <a:lnTo>
                  <a:pt x="1125312" y="1503967"/>
                </a:lnTo>
                <a:lnTo>
                  <a:pt x="1124632" y="1505336"/>
                </a:lnTo>
                <a:lnTo>
                  <a:pt x="1123952" y="1506706"/>
                </a:lnTo>
                <a:lnTo>
                  <a:pt x="1123272" y="1508075"/>
                </a:lnTo>
                <a:lnTo>
                  <a:pt x="1122138" y="1509444"/>
                </a:lnTo>
                <a:lnTo>
                  <a:pt x="1120779" y="1510586"/>
                </a:lnTo>
                <a:lnTo>
                  <a:pt x="1119419" y="1511499"/>
                </a:lnTo>
                <a:lnTo>
                  <a:pt x="1118059" y="1512640"/>
                </a:lnTo>
                <a:lnTo>
                  <a:pt x="1116472" y="1513324"/>
                </a:lnTo>
                <a:lnTo>
                  <a:pt x="1114659" y="1514237"/>
                </a:lnTo>
                <a:lnTo>
                  <a:pt x="1112619" y="1514922"/>
                </a:lnTo>
                <a:lnTo>
                  <a:pt x="1110806" y="1515379"/>
                </a:lnTo>
                <a:lnTo>
                  <a:pt x="1108766" y="1515835"/>
                </a:lnTo>
                <a:lnTo>
                  <a:pt x="1106726" y="1516063"/>
                </a:lnTo>
                <a:lnTo>
                  <a:pt x="1104460" y="1516063"/>
                </a:lnTo>
                <a:lnTo>
                  <a:pt x="21305" y="1516063"/>
                </a:lnTo>
                <a:lnTo>
                  <a:pt x="19039" y="1516063"/>
                </a:lnTo>
                <a:lnTo>
                  <a:pt x="16772" y="1515835"/>
                </a:lnTo>
                <a:lnTo>
                  <a:pt x="14959" y="1515379"/>
                </a:lnTo>
                <a:lnTo>
                  <a:pt x="12919" y="1514922"/>
                </a:lnTo>
                <a:lnTo>
                  <a:pt x="11333" y="1514237"/>
                </a:lnTo>
                <a:lnTo>
                  <a:pt x="9292" y="1513324"/>
                </a:lnTo>
                <a:lnTo>
                  <a:pt x="7706" y="1512640"/>
                </a:lnTo>
                <a:lnTo>
                  <a:pt x="6346" y="1511499"/>
                </a:lnTo>
                <a:lnTo>
                  <a:pt x="4986" y="1510586"/>
                </a:lnTo>
                <a:lnTo>
                  <a:pt x="3853" y="1509444"/>
                </a:lnTo>
                <a:lnTo>
                  <a:pt x="2720" y="1508075"/>
                </a:lnTo>
                <a:lnTo>
                  <a:pt x="1586" y="1506706"/>
                </a:lnTo>
                <a:lnTo>
                  <a:pt x="906" y="1505336"/>
                </a:lnTo>
                <a:lnTo>
                  <a:pt x="453" y="1503967"/>
                </a:lnTo>
                <a:lnTo>
                  <a:pt x="226" y="1502369"/>
                </a:lnTo>
                <a:lnTo>
                  <a:pt x="0" y="1500771"/>
                </a:lnTo>
                <a:lnTo>
                  <a:pt x="0" y="1459917"/>
                </a:lnTo>
                <a:lnTo>
                  <a:pt x="226" y="1458319"/>
                </a:lnTo>
                <a:lnTo>
                  <a:pt x="453" y="1456950"/>
                </a:lnTo>
                <a:lnTo>
                  <a:pt x="906" y="1455581"/>
                </a:lnTo>
                <a:lnTo>
                  <a:pt x="1586" y="1453983"/>
                </a:lnTo>
                <a:lnTo>
                  <a:pt x="2720" y="1452614"/>
                </a:lnTo>
                <a:lnTo>
                  <a:pt x="3853" y="1451472"/>
                </a:lnTo>
                <a:lnTo>
                  <a:pt x="4986" y="1450331"/>
                </a:lnTo>
                <a:lnTo>
                  <a:pt x="6346" y="1449190"/>
                </a:lnTo>
                <a:lnTo>
                  <a:pt x="7706" y="1448277"/>
                </a:lnTo>
                <a:lnTo>
                  <a:pt x="9292" y="1447136"/>
                </a:lnTo>
                <a:lnTo>
                  <a:pt x="11333" y="1446451"/>
                </a:lnTo>
                <a:lnTo>
                  <a:pt x="12919" y="1445766"/>
                </a:lnTo>
                <a:lnTo>
                  <a:pt x="14959" y="1445310"/>
                </a:lnTo>
                <a:lnTo>
                  <a:pt x="16772" y="1444853"/>
                </a:lnTo>
                <a:lnTo>
                  <a:pt x="19039" y="1444625"/>
                </a:lnTo>
                <a:close/>
                <a:moveTo>
                  <a:pt x="23693" y="1074737"/>
                </a:moveTo>
                <a:lnTo>
                  <a:pt x="200146" y="1074737"/>
                </a:lnTo>
                <a:lnTo>
                  <a:pt x="202628" y="1074964"/>
                </a:lnTo>
                <a:lnTo>
                  <a:pt x="204884" y="1075191"/>
                </a:lnTo>
                <a:lnTo>
                  <a:pt x="207141" y="1075419"/>
                </a:lnTo>
                <a:lnTo>
                  <a:pt x="209397" y="1076100"/>
                </a:lnTo>
                <a:lnTo>
                  <a:pt x="211428" y="1076781"/>
                </a:lnTo>
                <a:lnTo>
                  <a:pt x="213233" y="1077690"/>
                </a:lnTo>
                <a:lnTo>
                  <a:pt x="215038" y="1078598"/>
                </a:lnTo>
                <a:lnTo>
                  <a:pt x="216843" y="1079734"/>
                </a:lnTo>
                <a:lnTo>
                  <a:pt x="218423" y="1080869"/>
                </a:lnTo>
                <a:lnTo>
                  <a:pt x="219551" y="1082005"/>
                </a:lnTo>
                <a:lnTo>
                  <a:pt x="220905" y="1083367"/>
                </a:lnTo>
                <a:lnTo>
                  <a:pt x="221807" y="1084957"/>
                </a:lnTo>
                <a:lnTo>
                  <a:pt x="222484" y="1086547"/>
                </a:lnTo>
                <a:lnTo>
                  <a:pt x="223161" y="1087910"/>
                </a:lnTo>
                <a:lnTo>
                  <a:pt x="223387" y="1089499"/>
                </a:lnTo>
                <a:lnTo>
                  <a:pt x="223838" y="1091316"/>
                </a:lnTo>
                <a:lnTo>
                  <a:pt x="223838" y="1377473"/>
                </a:lnTo>
                <a:lnTo>
                  <a:pt x="223387" y="1379063"/>
                </a:lnTo>
                <a:lnTo>
                  <a:pt x="223161" y="1380653"/>
                </a:lnTo>
                <a:lnTo>
                  <a:pt x="222484" y="1382470"/>
                </a:lnTo>
                <a:lnTo>
                  <a:pt x="221807" y="1383832"/>
                </a:lnTo>
                <a:lnTo>
                  <a:pt x="220905" y="1385195"/>
                </a:lnTo>
                <a:lnTo>
                  <a:pt x="219551" y="1386558"/>
                </a:lnTo>
                <a:lnTo>
                  <a:pt x="218423" y="1387693"/>
                </a:lnTo>
                <a:lnTo>
                  <a:pt x="216843" y="1389056"/>
                </a:lnTo>
                <a:lnTo>
                  <a:pt x="215038" y="1390191"/>
                </a:lnTo>
                <a:lnTo>
                  <a:pt x="213233" y="1391100"/>
                </a:lnTo>
                <a:lnTo>
                  <a:pt x="211428" y="1392008"/>
                </a:lnTo>
                <a:lnTo>
                  <a:pt x="209397" y="1392690"/>
                </a:lnTo>
                <a:lnTo>
                  <a:pt x="207141" y="1393144"/>
                </a:lnTo>
                <a:lnTo>
                  <a:pt x="204884" y="1393598"/>
                </a:lnTo>
                <a:lnTo>
                  <a:pt x="202628" y="1393825"/>
                </a:lnTo>
                <a:lnTo>
                  <a:pt x="200146" y="1393825"/>
                </a:lnTo>
                <a:lnTo>
                  <a:pt x="23693" y="1393825"/>
                </a:lnTo>
                <a:lnTo>
                  <a:pt x="21211" y="1393825"/>
                </a:lnTo>
                <a:lnTo>
                  <a:pt x="18954" y="1393598"/>
                </a:lnTo>
                <a:lnTo>
                  <a:pt x="16472" y="1393144"/>
                </a:lnTo>
                <a:lnTo>
                  <a:pt x="14441" y="1392690"/>
                </a:lnTo>
                <a:lnTo>
                  <a:pt x="12411" y="1392008"/>
                </a:lnTo>
                <a:lnTo>
                  <a:pt x="10605" y="1391100"/>
                </a:lnTo>
                <a:lnTo>
                  <a:pt x="8574" y="1390191"/>
                </a:lnTo>
                <a:lnTo>
                  <a:pt x="6995" y="1389056"/>
                </a:lnTo>
                <a:lnTo>
                  <a:pt x="5415" y="1387693"/>
                </a:lnTo>
                <a:lnTo>
                  <a:pt x="4287" y="1386558"/>
                </a:lnTo>
                <a:lnTo>
                  <a:pt x="3159" y="1385195"/>
                </a:lnTo>
                <a:lnTo>
                  <a:pt x="1805" y="1383832"/>
                </a:lnTo>
                <a:lnTo>
                  <a:pt x="1128" y="1382470"/>
                </a:lnTo>
                <a:lnTo>
                  <a:pt x="451" y="1380653"/>
                </a:lnTo>
                <a:lnTo>
                  <a:pt x="225" y="1379063"/>
                </a:lnTo>
                <a:lnTo>
                  <a:pt x="0" y="1377473"/>
                </a:lnTo>
                <a:lnTo>
                  <a:pt x="0" y="1091316"/>
                </a:lnTo>
                <a:lnTo>
                  <a:pt x="225" y="1089499"/>
                </a:lnTo>
                <a:lnTo>
                  <a:pt x="451" y="1087910"/>
                </a:lnTo>
                <a:lnTo>
                  <a:pt x="1128" y="1086547"/>
                </a:lnTo>
                <a:lnTo>
                  <a:pt x="1805" y="1084957"/>
                </a:lnTo>
                <a:lnTo>
                  <a:pt x="3159" y="1083367"/>
                </a:lnTo>
                <a:lnTo>
                  <a:pt x="4287" y="1082005"/>
                </a:lnTo>
                <a:lnTo>
                  <a:pt x="5415" y="1080869"/>
                </a:lnTo>
                <a:lnTo>
                  <a:pt x="6995" y="1079734"/>
                </a:lnTo>
                <a:lnTo>
                  <a:pt x="8574" y="1078598"/>
                </a:lnTo>
                <a:lnTo>
                  <a:pt x="10605" y="1077690"/>
                </a:lnTo>
                <a:lnTo>
                  <a:pt x="12411" y="1076781"/>
                </a:lnTo>
                <a:lnTo>
                  <a:pt x="14441" y="1076100"/>
                </a:lnTo>
                <a:lnTo>
                  <a:pt x="16472" y="1075419"/>
                </a:lnTo>
                <a:lnTo>
                  <a:pt x="18954" y="1075191"/>
                </a:lnTo>
                <a:lnTo>
                  <a:pt x="21211" y="1074964"/>
                </a:lnTo>
                <a:lnTo>
                  <a:pt x="23693" y="1074737"/>
                </a:lnTo>
                <a:close/>
                <a:moveTo>
                  <a:pt x="307154" y="904875"/>
                </a:moveTo>
                <a:lnTo>
                  <a:pt x="309431" y="904875"/>
                </a:lnTo>
                <a:lnTo>
                  <a:pt x="487494" y="904875"/>
                </a:lnTo>
                <a:lnTo>
                  <a:pt x="489771" y="904875"/>
                </a:lnTo>
                <a:lnTo>
                  <a:pt x="492276" y="905328"/>
                </a:lnTo>
                <a:lnTo>
                  <a:pt x="494553" y="906007"/>
                </a:lnTo>
                <a:lnTo>
                  <a:pt x="496602" y="906685"/>
                </a:lnTo>
                <a:lnTo>
                  <a:pt x="498652" y="908043"/>
                </a:lnTo>
                <a:lnTo>
                  <a:pt x="500929" y="909174"/>
                </a:lnTo>
                <a:lnTo>
                  <a:pt x="502523" y="910758"/>
                </a:lnTo>
                <a:lnTo>
                  <a:pt x="504344" y="912342"/>
                </a:lnTo>
                <a:lnTo>
                  <a:pt x="505710" y="913926"/>
                </a:lnTo>
                <a:lnTo>
                  <a:pt x="507304" y="916188"/>
                </a:lnTo>
                <a:lnTo>
                  <a:pt x="508443" y="918225"/>
                </a:lnTo>
                <a:lnTo>
                  <a:pt x="509354" y="920261"/>
                </a:lnTo>
                <a:lnTo>
                  <a:pt x="510264" y="922750"/>
                </a:lnTo>
                <a:lnTo>
                  <a:pt x="510720" y="925012"/>
                </a:lnTo>
                <a:lnTo>
                  <a:pt x="511175" y="927501"/>
                </a:lnTo>
                <a:lnTo>
                  <a:pt x="511175" y="930216"/>
                </a:lnTo>
                <a:lnTo>
                  <a:pt x="511175" y="1368484"/>
                </a:lnTo>
                <a:lnTo>
                  <a:pt x="511175" y="1370973"/>
                </a:lnTo>
                <a:lnTo>
                  <a:pt x="510720" y="1373688"/>
                </a:lnTo>
                <a:lnTo>
                  <a:pt x="510264" y="1376177"/>
                </a:lnTo>
                <a:lnTo>
                  <a:pt x="509354" y="1378439"/>
                </a:lnTo>
                <a:lnTo>
                  <a:pt x="508443" y="1380702"/>
                </a:lnTo>
                <a:lnTo>
                  <a:pt x="507304" y="1382738"/>
                </a:lnTo>
                <a:lnTo>
                  <a:pt x="505710" y="1384549"/>
                </a:lnTo>
                <a:lnTo>
                  <a:pt x="504344" y="1386359"/>
                </a:lnTo>
                <a:lnTo>
                  <a:pt x="502523" y="1388169"/>
                </a:lnTo>
                <a:lnTo>
                  <a:pt x="500929" y="1389526"/>
                </a:lnTo>
                <a:lnTo>
                  <a:pt x="498652" y="1390884"/>
                </a:lnTo>
                <a:lnTo>
                  <a:pt x="496602" y="1391789"/>
                </a:lnTo>
                <a:lnTo>
                  <a:pt x="494553" y="1392694"/>
                </a:lnTo>
                <a:lnTo>
                  <a:pt x="492276" y="1393373"/>
                </a:lnTo>
                <a:lnTo>
                  <a:pt x="489771" y="1393599"/>
                </a:lnTo>
                <a:lnTo>
                  <a:pt x="487494" y="1393825"/>
                </a:lnTo>
                <a:lnTo>
                  <a:pt x="309431" y="1393825"/>
                </a:lnTo>
                <a:lnTo>
                  <a:pt x="307154" y="1393599"/>
                </a:lnTo>
                <a:lnTo>
                  <a:pt x="304422" y="1393373"/>
                </a:lnTo>
                <a:lnTo>
                  <a:pt x="302372" y="1392694"/>
                </a:lnTo>
                <a:lnTo>
                  <a:pt x="300323" y="1391789"/>
                </a:lnTo>
                <a:lnTo>
                  <a:pt x="298274" y="1390884"/>
                </a:lnTo>
                <a:lnTo>
                  <a:pt x="295997" y="1389526"/>
                </a:lnTo>
                <a:lnTo>
                  <a:pt x="294403" y="1388169"/>
                </a:lnTo>
                <a:lnTo>
                  <a:pt x="292581" y="1386359"/>
                </a:lnTo>
                <a:lnTo>
                  <a:pt x="291215" y="1384549"/>
                </a:lnTo>
                <a:lnTo>
                  <a:pt x="289621" y="1382738"/>
                </a:lnTo>
                <a:lnTo>
                  <a:pt x="288483" y="1380702"/>
                </a:lnTo>
                <a:lnTo>
                  <a:pt x="287572" y="1378439"/>
                </a:lnTo>
                <a:lnTo>
                  <a:pt x="286661" y="1376177"/>
                </a:lnTo>
                <a:lnTo>
                  <a:pt x="286206" y="1373688"/>
                </a:lnTo>
                <a:lnTo>
                  <a:pt x="285750" y="1370973"/>
                </a:lnTo>
                <a:lnTo>
                  <a:pt x="285750" y="1368484"/>
                </a:lnTo>
                <a:lnTo>
                  <a:pt x="285750" y="930216"/>
                </a:lnTo>
                <a:lnTo>
                  <a:pt x="285750" y="927501"/>
                </a:lnTo>
                <a:lnTo>
                  <a:pt x="286206" y="925012"/>
                </a:lnTo>
                <a:lnTo>
                  <a:pt x="286661" y="922750"/>
                </a:lnTo>
                <a:lnTo>
                  <a:pt x="287572" y="920261"/>
                </a:lnTo>
                <a:lnTo>
                  <a:pt x="288483" y="918225"/>
                </a:lnTo>
                <a:lnTo>
                  <a:pt x="289621" y="916188"/>
                </a:lnTo>
                <a:lnTo>
                  <a:pt x="291215" y="913926"/>
                </a:lnTo>
                <a:lnTo>
                  <a:pt x="292581" y="912342"/>
                </a:lnTo>
                <a:lnTo>
                  <a:pt x="294403" y="910758"/>
                </a:lnTo>
                <a:lnTo>
                  <a:pt x="295997" y="909174"/>
                </a:lnTo>
                <a:lnTo>
                  <a:pt x="298274" y="908043"/>
                </a:lnTo>
                <a:lnTo>
                  <a:pt x="300323" y="906685"/>
                </a:lnTo>
                <a:lnTo>
                  <a:pt x="302372" y="906007"/>
                </a:lnTo>
                <a:lnTo>
                  <a:pt x="304422" y="905328"/>
                </a:lnTo>
                <a:lnTo>
                  <a:pt x="307154" y="904875"/>
                </a:lnTo>
                <a:close/>
                <a:moveTo>
                  <a:pt x="614065" y="754062"/>
                </a:moveTo>
                <a:lnTo>
                  <a:pt x="790874" y="754062"/>
                </a:lnTo>
                <a:lnTo>
                  <a:pt x="795848" y="754289"/>
                </a:lnTo>
                <a:lnTo>
                  <a:pt x="797883" y="754516"/>
                </a:lnTo>
                <a:lnTo>
                  <a:pt x="800144" y="754969"/>
                </a:lnTo>
                <a:lnTo>
                  <a:pt x="802179" y="755650"/>
                </a:lnTo>
                <a:lnTo>
                  <a:pt x="804214" y="756330"/>
                </a:lnTo>
                <a:lnTo>
                  <a:pt x="806023" y="757237"/>
                </a:lnTo>
                <a:lnTo>
                  <a:pt x="807605" y="758598"/>
                </a:lnTo>
                <a:lnTo>
                  <a:pt x="808962" y="759959"/>
                </a:lnTo>
                <a:lnTo>
                  <a:pt x="810545" y="761546"/>
                </a:lnTo>
                <a:lnTo>
                  <a:pt x="811675" y="763360"/>
                </a:lnTo>
                <a:lnTo>
                  <a:pt x="812579" y="765855"/>
                </a:lnTo>
                <a:lnTo>
                  <a:pt x="813484" y="768123"/>
                </a:lnTo>
                <a:lnTo>
                  <a:pt x="813936" y="770618"/>
                </a:lnTo>
                <a:lnTo>
                  <a:pt x="814388" y="773793"/>
                </a:lnTo>
                <a:lnTo>
                  <a:pt x="814388" y="776968"/>
                </a:lnTo>
                <a:lnTo>
                  <a:pt x="814388" y="1370920"/>
                </a:lnTo>
                <a:lnTo>
                  <a:pt x="814388" y="1374322"/>
                </a:lnTo>
                <a:lnTo>
                  <a:pt x="813936" y="1377043"/>
                </a:lnTo>
                <a:lnTo>
                  <a:pt x="813484" y="1379764"/>
                </a:lnTo>
                <a:lnTo>
                  <a:pt x="812579" y="1382259"/>
                </a:lnTo>
                <a:lnTo>
                  <a:pt x="811675" y="1384300"/>
                </a:lnTo>
                <a:lnTo>
                  <a:pt x="810545" y="1386114"/>
                </a:lnTo>
                <a:lnTo>
                  <a:pt x="808962" y="1387929"/>
                </a:lnTo>
                <a:lnTo>
                  <a:pt x="807605" y="1389290"/>
                </a:lnTo>
                <a:lnTo>
                  <a:pt x="806023" y="1390423"/>
                </a:lnTo>
                <a:lnTo>
                  <a:pt x="804214" y="1391331"/>
                </a:lnTo>
                <a:lnTo>
                  <a:pt x="802179" y="1392238"/>
                </a:lnTo>
                <a:lnTo>
                  <a:pt x="800144" y="1392691"/>
                </a:lnTo>
                <a:lnTo>
                  <a:pt x="797883" y="1393145"/>
                </a:lnTo>
                <a:lnTo>
                  <a:pt x="795848" y="1393598"/>
                </a:lnTo>
                <a:lnTo>
                  <a:pt x="790874" y="1393825"/>
                </a:lnTo>
                <a:lnTo>
                  <a:pt x="614065" y="1393825"/>
                </a:lnTo>
                <a:lnTo>
                  <a:pt x="609316" y="1393598"/>
                </a:lnTo>
                <a:lnTo>
                  <a:pt x="607055" y="1393145"/>
                </a:lnTo>
                <a:lnTo>
                  <a:pt x="605021" y="1392691"/>
                </a:lnTo>
                <a:lnTo>
                  <a:pt x="602760" y="1392238"/>
                </a:lnTo>
                <a:lnTo>
                  <a:pt x="600951" y="1391331"/>
                </a:lnTo>
                <a:lnTo>
                  <a:pt x="599142" y="1390423"/>
                </a:lnTo>
                <a:lnTo>
                  <a:pt x="597559" y="1389290"/>
                </a:lnTo>
                <a:lnTo>
                  <a:pt x="595977" y="1387929"/>
                </a:lnTo>
                <a:lnTo>
                  <a:pt x="594394" y="1386114"/>
                </a:lnTo>
                <a:lnTo>
                  <a:pt x="593263" y="1384300"/>
                </a:lnTo>
                <a:lnTo>
                  <a:pt x="592359" y="1382259"/>
                </a:lnTo>
                <a:lnTo>
                  <a:pt x="591681" y="1379764"/>
                </a:lnTo>
                <a:lnTo>
                  <a:pt x="591002" y="1377043"/>
                </a:lnTo>
                <a:lnTo>
                  <a:pt x="590776" y="1374322"/>
                </a:lnTo>
                <a:lnTo>
                  <a:pt x="590550" y="1370920"/>
                </a:lnTo>
                <a:lnTo>
                  <a:pt x="590550" y="776968"/>
                </a:lnTo>
                <a:lnTo>
                  <a:pt x="590776" y="773793"/>
                </a:lnTo>
                <a:lnTo>
                  <a:pt x="591002" y="770618"/>
                </a:lnTo>
                <a:lnTo>
                  <a:pt x="591681" y="768123"/>
                </a:lnTo>
                <a:lnTo>
                  <a:pt x="592359" y="765855"/>
                </a:lnTo>
                <a:lnTo>
                  <a:pt x="593263" y="763360"/>
                </a:lnTo>
                <a:lnTo>
                  <a:pt x="594394" y="761546"/>
                </a:lnTo>
                <a:lnTo>
                  <a:pt x="595977" y="759959"/>
                </a:lnTo>
                <a:lnTo>
                  <a:pt x="597559" y="758598"/>
                </a:lnTo>
                <a:lnTo>
                  <a:pt x="599142" y="757237"/>
                </a:lnTo>
                <a:lnTo>
                  <a:pt x="600951" y="756330"/>
                </a:lnTo>
                <a:lnTo>
                  <a:pt x="602760" y="755650"/>
                </a:lnTo>
                <a:lnTo>
                  <a:pt x="605021" y="754969"/>
                </a:lnTo>
                <a:lnTo>
                  <a:pt x="607055" y="754516"/>
                </a:lnTo>
                <a:lnTo>
                  <a:pt x="609316" y="754289"/>
                </a:lnTo>
                <a:lnTo>
                  <a:pt x="614065" y="754062"/>
                </a:lnTo>
                <a:close/>
                <a:moveTo>
                  <a:pt x="925215" y="371475"/>
                </a:moveTo>
                <a:lnTo>
                  <a:pt x="1102024" y="371475"/>
                </a:lnTo>
                <a:lnTo>
                  <a:pt x="1106998" y="371702"/>
                </a:lnTo>
                <a:lnTo>
                  <a:pt x="1109033" y="371702"/>
                </a:lnTo>
                <a:lnTo>
                  <a:pt x="1111294" y="371929"/>
                </a:lnTo>
                <a:lnTo>
                  <a:pt x="1113329" y="372383"/>
                </a:lnTo>
                <a:lnTo>
                  <a:pt x="1115364" y="373290"/>
                </a:lnTo>
                <a:lnTo>
                  <a:pt x="1117173" y="374198"/>
                </a:lnTo>
                <a:lnTo>
                  <a:pt x="1118755" y="375332"/>
                </a:lnTo>
                <a:lnTo>
                  <a:pt x="1120112" y="376694"/>
                </a:lnTo>
                <a:lnTo>
                  <a:pt x="1121695" y="378509"/>
                </a:lnTo>
                <a:lnTo>
                  <a:pt x="1122825" y="381004"/>
                </a:lnTo>
                <a:lnTo>
                  <a:pt x="1123729" y="383727"/>
                </a:lnTo>
                <a:lnTo>
                  <a:pt x="1124634" y="387130"/>
                </a:lnTo>
                <a:lnTo>
                  <a:pt x="1125086" y="390987"/>
                </a:lnTo>
                <a:lnTo>
                  <a:pt x="1125538" y="395525"/>
                </a:lnTo>
                <a:lnTo>
                  <a:pt x="1125538" y="400517"/>
                </a:lnTo>
                <a:lnTo>
                  <a:pt x="1125538" y="1361609"/>
                </a:lnTo>
                <a:lnTo>
                  <a:pt x="1125538" y="1366827"/>
                </a:lnTo>
                <a:lnTo>
                  <a:pt x="1125086" y="1371138"/>
                </a:lnTo>
                <a:lnTo>
                  <a:pt x="1124634" y="1375222"/>
                </a:lnTo>
                <a:lnTo>
                  <a:pt x="1123729" y="1378398"/>
                </a:lnTo>
                <a:lnTo>
                  <a:pt x="1122825" y="1381348"/>
                </a:lnTo>
                <a:lnTo>
                  <a:pt x="1121695" y="1383617"/>
                </a:lnTo>
                <a:lnTo>
                  <a:pt x="1120112" y="1385432"/>
                </a:lnTo>
                <a:lnTo>
                  <a:pt x="1118755" y="1387020"/>
                </a:lnTo>
                <a:lnTo>
                  <a:pt x="1117173" y="1388381"/>
                </a:lnTo>
                <a:lnTo>
                  <a:pt x="1115364" y="1389289"/>
                </a:lnTo>
                <a:lnTo>
                  <a:pt x="1113329" y="1389743"/>
                </a:lnTo>
                <a:lnTo>
                  <a:pt x="1111294" y="1390196"/>
                </a:lnTo>
                <a:lnTo>
                  <a:pt x="1109033" y="1390423"/>
                </a:lnTo>
                <a:lnTo>
                  <a:pt x="1106998" y="1390650"/>
                </a:lnTo>
                <a:lnTo>
                  <a:pt x="1102024" y="1390650"/>
                </a:lnTo>
                <a:lnTo>
                  <a:pt x="925215" y="1390650"/>
                </a:lnTo>
                <a:lnTo>
                  <a:pt x="920466" y="1390650"/>
                </a:lnTo>
                <a:lnTo>
                  <a:pt x="918205" y="1390423"/>
                </a:lnTo>
                <a:lnTo>
                  <a:pt x="916171" y="1390196"/>
                </a:lnTo>
                <a:lnTo>
                  <a:pt x="913910" y="1389743"/>
                </a:lnTo>
                <a:lnTo>
                  <a:pt x="912101" y="1389289"/>
                </a:lnTo>
                <a:lnTo>
                  <a:pt x="910292" y="1388381"/>
                </a:lnTo>
                <a:lnTo>
                  <a:pt x="908709" y="1387020"/>
                </a:lnTo>
                <a:lnTo>
                  <a:pt x="907127" y="1385432"/>
                </a:lnTo>
                <a:lnTo>
                  <a:pt x="905544" y="1383617"/>
                </a:lnTo>
                <a:lnTo>
                  <a:pt x="904413" y="1381348"/>
                </a:lnTo>
                <a:lnTo>
                  <a:pt x="903509" y="1378398"/>
                </a:lnTo>
                <a:lnTo>
                  <a:pt x="902831" y="1375222"/>
                </a:lnTo>
                <a:lnTo>
                  <a:pt x="902152" y="1371138"/>
                </a:lnTo>
                <a:lnTo>
                  <a:pt x="901926" y="1366827"/>
                </a:lnTo>
                <a:lnTo>
                  <a:pt x="901700" y="1361609"/>
                </a:lnTo>
                <a:lnTo>
                  <a:pt x="901700" y="400517"/>
                </a:lnTo>
                <a:lnTo>
                  <a:pt x="901926" y="395525"/>
                </a:lnTo>
                <a:lnTo>
                  <a:pt x="902152" y="390987"/>
                </a:lnTo>
                <a:lnTo>
                  <a:pt x="902831" y="387130"/>
                </a:lnTo>
                <a:lnTo>
                  <a:pt x="903509" y="383727"/>
                </a:lnTo>
                <a:lnTo>
                  <a:pt x="904413" y="381004"/>
                </a:lnTo>
                <a:lnTo>
                  <a:pt x="905544" y="378509"/>
                </a:lnTo>
                <a:lnTo>
                  <a:pt x="907127" y="376694"/>
                </a:lnTo>
                <a:lnTo>
                  <a:pt x="908709" y="375332"/>
                </a:lnTo>
                <a:lnTo>
                  <a:pt x="910292" y="374198"/>
                </a:lnTo>
                <a:lnTo>
                  <a:pt x="912101" y="373290"/>
                </a:lnTo>
                <a:lnTo>
                  <a:pt x="913910" y="372383"/>
                </a:lnTo>
                <a:lnTo>
                  <a:pt x="916171" y="371929"/>
                </a:lnTo>
                <a:lnTo>
                  <a:pt x="918205" y="371702"/>
                </a:lnTo>
                <a:lnTo>
                  <a:pt x="920466" y="371702"/>
                </a:lnTo>
                <a:lnTo>
                  <a:pt x="925215" y="371475"/>
                </a:lnTo>
                <a:close/>
                <a:moveTo>
                  <a:pt x="866187" y="0"/>
                </a:moveTo>
                <a:lnTo>
                  <a:pt x="1014412" y="183647"/>
                </a:lnTo>
                <a:lnTo>
                  <a:pt x="885708" y="183647"/>
                </a:lnTo>
                <a:lnTo>
                  <a:pt x="882530" y="200651"/>
                </a:lnTo>
                <a:lnTo>
                  <a:pt x="879126" y="217202"/>
                </a:lnTo>
                <a:lnTo>
                  <a:pt x="875494" y="233980"/>
                </a:lnTo>
                <a:lnTo>
                  <a:pt x="871862" y="250077"/>
                </a:lnTo>
                <a:lnTo>
                  <a:pt x="867776" y="265948"/>
                </a:lnTo>
                <a:lnTo>
                  <a:pt x="863690" y="281365"/>
                </a:lnTo>
                <a:lnTo>
                  <a:pt x="859150" y="296782"/>
                </a:lnTo>
                <a:lnTo>
                  <a:pt x="854384" y="311746"/>
                </a:lnTo>
                <a:lnTo>
                  <a:pt x="849844" y="326483"/>
                </a:lnTo>
                <a:lnTo>
                  <a:pt x="844623" y="340994"/>
                </a:lnTo>
                <a:lnTo>
                  <a:pt x="839402" y="355051"/>
                </a:lnTo>
                <a:lnTo>
                  <a:pt x="834181" y="369107"/>
                </a:lnTo>
                <a:lnTo>
                  <a:pt x="828734" y="382711"/>
                </a:lnTo>
                <a:lnTo>
                  <a:pt x="822832" y="396088"/>
                </a:lnTo>
                <a:lnTo>
                  <a:pt x="816930" y="409238"/>
                </a:lnTo>
                <a:lnTo>
                  <a:pt x="811028" y="422161"/>
                </a:lnTo>
                <a:lnTo>
                  <a:pt x="804900" y="434857"/>
                </a:lnTo>
                <a:lnTo>
                  <a:pt x="798317" y="446874"/>
                </a:lnTo>
                <a:lnTo>
                  <a:pt x="791734" y="459117"/>
                </a:lnTo>
                <a:lnTo>
                  <a:pt x="785151" y="471133"/>
                </a:lnTo>
                <a:lnTo>
                  <a:pt x="778342" y="482470"/>
                </a:lnTo>
                <a:lnTo>
                  <a:pt x="771305" y="494033"/>
                </a:lnTo>
                <a:lnTo>
                  <a:pt x="764041" y="505142"/>
                </a:lnTo>
                <a:lnTo>
                  <a:pt x="756777" y="516025"/>
                </a:lnTo>
                <a:lnTo>
                  <a:pt x="749514" y="526681"/>
                </a:lnTo>
                <a:lnTo>
                  <a:pt x="742023" y="537110"/>
                </a:lnTo>
                <a:lnTo>
                  <a:pt x="734305" y="547313"/>
                </a:lnTo>
                <a:lnTo>
                  <a:pt x="726588" y="557062"/>
                </a:lnTo>
                <a:lnTo>
                  <a:pt x="718643" y="567038"/>
                </a:lnTo>
                <a:lnTo>
                  <a:pt x="710698" y="576334"/>
                </a:lnTo>
                <a:lnTo>
                  <a:pt x="702754" y="585629"/>
                </a:lnTo>
                <a:lnTo>
                  <a:pt x="694582" y="594698"/>
                </a:lnTo>
                <a:lnTo>
                  <a:pt x="686183" y="603767"/>
                </a:lnTo>
                <a:lnTo>
                  <a:pt x="677785" y="612156"/>
                </a:lnTo>
                <a:lnTo>
                  <a:pt x="669159" y="620545"/>
                </a:lnTo>
                <a:lnTo>
                  <a:pt x="660533" y="628934"/>
                </a:lnTo>
                <a:lnTo>
                  <a:pt x="651908" y="636869"/>
                </a:lnTo>
                <a:lnTo>
                  <a:pt x="643282" y="644578"/>
                </a:lnTo>
                <a:lnTo>
                  <a:pt x="634429" y="652286"/>
                </a:lnTo>
                <a:lnTo>
                  <a:pt x="625577" y="659541"/>
                </a:lnTo>
                <a:lnTo>
                  <a:pt x="616497" y="666797"/>
                </a:lnTo>
                <a:lnTo>
                  <a:pt x="607417" y="673825"/>
                </a:lnTo>
                <a:lnTo>
                  <a:pt x="598338" y="680627"/>
                </a:lnTo>
                <a:lnTo>
                  <a:pt x="589258" y="687429"/>
                </a:lnTo>
                <a:lnTo>
                  <a:pt x="579952" y="693777"/>
                </a:lnTo>
                <a:lnTo>
                  <a:pt x="570645" y="700125"/>
                </a:lnTo>
                <a:lnTo>
                  <a:pt x="561565" y="706020"/>
                </a:lnTo>
                <a:lnTo>
                  <a:pt x="552259" y="711915"/>
                </a:lnTo>
                <a:lnTo>
                  <a:pt x="542725" y="717810"/>
                </a:lnTo>
                <a:lnTo>
                  <a:pt x="533191" y="723478"/>
                </a:lnTo>
                <a:lnTo>
                  <a:pt x="523885" y="728919"/>
                </a:lnTo>
                <a:lnTo>
                  <a:pt x="514351" y="733907"/>
                </a:lnTo>
                <a:lnTo>
                  <a:pt x="504818" y="739122"/>
                </a:lnTo>
                <a:lnTo>
                  <a:pt x="495284" y="743883"/>
                </a:lnTo>
                <a:lnTo>
                  <a:pt x="485750" y="748644"/>
                </a:lnTo>
                <a:lnTo>
                  <a:pt x="476217" y="753179"/>
                </a:lnTo>
                <a:lnTo>
                  <a:pt x="466683" y="757486"/>
                </a:lnTo>
                <a:lnTo>
                  <a:pt x="457149" y="761794"/>
                </a:lnTo>
                <a:lnTo>
                  <a:pt x="437855" y="769956"/>
                </a:lnTo>
                <a:lnTo>
                  <a:pt x="419015" y="777438"/>
                </a:lnTo>
                <a:lnTo>
                  <a:pt x="399948" y="784467"/>
                </a:lnTo>
                <a:lnTo>
                  <a:pt x="381107" y="790815"/>
                </a:lnTo>
                <a:lnTo>
                  <a:pt x="362040" y="796936"/>
                </a:lnTo>
                <a:lnTo>
                  <a:pt x="343654" y="802151"/>
                </a:lnTo>
                <a:lnTo>
                  <a:pt x="325041" y="807139"/>
                </a:lnTo>
                <a:lnTo>
                  <a:pt x="306881" y="811673"/>
                </a:lnTo>
                <a:lnTo>
                  <a:pt x="288722" y="815528"/>
                </a:lnTo>
                <a:lnTo>
                  <a:pt x="271244" y="819382"/>
                </a:lnTo>
                <a:lnTo>
                  <a:pt x="253539" y="822556"/>
                </a:lnTo>
                <a:lnTo>
                  <a:pt x="236514" y="825504"/>
                </a:lnTo>
                <a:lnTo>
                  <a:pt x="219944" y="827998"/>
                </a:lnTo>
                <a:lnTo>
                  <a:pt x="203828" y="830038"/>
                </a:lnTo>
                <a:lnTo>
                  <a:pt x="187938" y="831852"/>
                </a:lnTo>
                <a:lnTo>
                  <a:pt x="172503" y="833666"/>
                </a:lnTo>
                <a:lnTo>
                  <a:pt x="157748" y="835026"/>
                </a:lnTo>
                <a:lnTo>
                  <a:pt x="143448" y="835933"/>
                </a:lnTo>
                <a:lnTo>
                  <a:pt x="129602" y="836840"/>
                </a:lnTo>
                <a:lnTo>
                  <a:pt x="116436" y="837293"/>
                </a:lnTo>
                <a:lnTo>
                  <a:pt x="103725" y="837747"/>
                </a:lnTo>
                <a:lnTo>
                  <a:pt x="91921" y="837973"/>
                </a:lnTo>
                <a:lnTo>
                  <a:pt x="80571" y="838200"/>
                </a:lnTo>
                <a:lnTo>
                  <a:pt x="60369" y="837973"/>
                </a:lnTo>
                <a:lnTo>
                  <a:pt x="43345" y="837520"/>
                </a:lnTo>
                <a:lnTo>
                  <a:pt x="29499" y="836840"/>
                </a:lnTo>
                <a:lnTo>
                  <a:pt x="19511" y="836386"/>
                </a:lnTo>
                <a:lnTo>
                  <a:pt x="11112" y="835480"/>
                </a:lnTo>
                <a:lnTo>
                  <a:pt x="26094" y="834119"/>
                </a:lnTo>
                <a:lnTo>
                  <a:pt x="40848" y="832079"/>
                </a:lnTo>
                <a:lnTo>
                  <a:pt x="55375" y="830265"/>
                </a:lnTo>
                <a:lnTo>
                  <a:pt x="69676" y="828224"/>
                </a:lnTo>
                <a:lnTo>
                  <a:pt x="83976" y="826184"/>
                </a:lnTo>
                <a:lnTo>
                  <a:pt x="97823" y="823690"/>
                </a:lnTo>
                <a:lnTo>
                  <a:pt x="111669" y="821423"/>
                </a:lnTo>
                <a:lnTo>
                  <a:pt x="125516" y="818929"/>
                </a:lnTo>
                <a:lnTo>
                  <a:pt x="138908" y="815981"/>
                </a:lnTo>
                <a:lnTo>
                  <a:pt x="152301" y="813261"/>
                </a:lnTo>
                <a:lnTo>
                  <a:pt x="165693" y="810540"/>
                </a:lnTo>
                <a:lnTo>
                  <a:pt x="178405" y="807366"/>
                </a:lnTo>
                <a:lnTo>
                  <a:pt x="191343" y="804418"/>
                </a:lnTo>
                <a:lnTo>
                  <a:pt x="204055" y="801017"/>
                </a:lnTo>
                <a:lnTo>
                  <a:pt x="216312" y="797617"/>
                </a:lnTo>
                <a:lnTo>
                  <a:pt x="228797" y="793989"/>
                </a:lnTo>
                <a:lnTo>
                  <a:pt x="241054" y="790588"/>
                </a:lnTo>
                <a:lnTo>
                  <a:pt x="252858" y="786734"/>
                </a:lnTo>
                <a:lnTo>
                  <a:pt x="264888" y="783106"/>
                </a:lnTo>
                <a:lnTo>
                  <a:pt x="276692" y="779025"/>
                </a:lnTo>
                <a:lnTo>
                  <a:pt x="288041" y="775171"/>
                </a:lnTo>
                <a:lnTo>
                  <a:pt x="299618" y="770863"/>
                </a:lnTo>
                <a:lnTo>
                  <a:pt x="310513" y="766782"/>
                </a:lnTo>
                <a:lnTo>
                  <a:pt x="321863" y="762474"/>
                </a:lnTo>
                <a:lnTo>
                  <a:pt x="332531" y="757940"/>
                </a:lnTo>
                <a:lnTo>
                  <a:pt x="343427" y="753632"/>
                </a:lnTo>
                <a:lnTo>
                  <a:pt x="353869" y="748871"/>
                </a:lnTo>
                <a:lnTo>
                  <a:pt x="364310" y="744336"/>
                </a:lnTo>
                <a:lnTo>
                  <a:pt x="384739" y="734587"/>
                </a:lnTo>
                <a:lnTo>
                  <a:pt x="404715" y="724838"/>
                </a:lnTo>
                <a:lnTo>
                  <a:pt x="423782" y="714635"/>
                </a:lnTo>
                <a:lnTo>
                  <a:pt x="442622" y="703979"/>
                </a:lnTo>
                <a:lnTo>
                  <a:pt x="460554" y="693323"/>
                </a:lnTo>
                <a:lnTo>
                  <a:pt x="478260" y="682214"/>
                </a:lnTo>
                <a:lnTo>
                  <a:pt x="495057" y="671104"/>
                </a:lnTo>
                <a:lnTo>
                  <a:pt x="511400" y="659541"/>
                </a:lnTo>
                <a:lnTo>
                  <a:pt x="527290" y="647752"/>
                </a:lnTo>
                <a:lnTo>
                  <a:pt x="542725" y="635962"/>
                </a:lnTo>
                <a:lnTo>
                  <a:pt x="557479" y="623719"/>
                </a:lnTo>
                <a:lnTo>
                  <a:pt x="571780" y="611476"/>
                </a:lnTo>
                <a:lnTo>
                  <a:pt x="585853" y="599006"/>
                </a:lnTo>
                <a:lnTo>
                  <a:pt x="599246" y="586536"/>
                </a:lnTo>
                <a:lnTo>
                  <a:pt x="612184" y="574066"/>
                </a:lnTo>
                <a:lnTo>
                  <a:pt x="624215" y="561143"/>
                </a:lnTo>
                <a:lnTo>
                  <a:pt x="636245" y="548446"/>
                </a:lnTo>
                <a:lnTo>
                  <a:pt x="647822" y="535296"/>
                </a:lnTo>
                <a:lnTo>
                  <a:pt x="658717" y="522600"/>
                </a:lnTo>
                <a:lnTo>
                  <a:pt x="669613" y="509677"/>
                </a:lnTo>
                <a:lnTo>
                  <a:pt x="679601" y="496527"/>
                </a:lnTo>
                <a:lnTo>
                  <a:pt x="689361" y="483376"/>
                </a:lnTo>
                <a:lnTo>
                  <a:pt x="698441" y="470680"/>
                </a:lnTo>
                <a:lnTo>
                  <a:pt x="707520" y="457757"/>
                </a:lnTo>
                <a:lnTo>
                  <a:pt x="716146" y="444607"/>
                </a:lnTo>
                <a:lnTo>
                  <a:pt x="724091" y="431683"/>
                </a:lnTo>
                <a:lnTo>
                  <a:pt x="732035" y="419214"/>
                </a:lnTo>
                <a:lnTo>
                  <a:pt x="739299" y="406517"/>
                </a:lnTo>
                <a:lnTo>
                  <a:pt x="746336" y="393820"/>
                </a:lnTo>
                <a:lnTo>
                  <a:pt x="753146" y="381577"/>
                </a:lnTo>
                <a:lnTo>
                  <a:pt x="759501" y="369107"/>
                </a:lnTo>
                <a:lnTo>
                  <a:pt x="765176" y="356864"/>
                </a:lnTo>
                <a:lnTo>
                  <a:pt x="770851" y="345075"/>
                </a:lnTo>
                <a:lnTo>
                  <a:pt x="776299" y="333285"/>
                </a:lnTo>
                <a:lnTo>
                  <a:pt x="781520" y="321722"/>
                </a:lnTo>
                <a:lnTo>
                  <a:pt x="786059" y="310386"/>
                </a:lnTo>
                <a:lnTo>
                  <a:pt x="790599" y="299050"/>
                </a:lnTo>
                <a:lnTo>
                  <a:pt x="794685" y="288394"/>
                </a:lnTo>
                <a:lnTo>
                  <a:pt x="798544" y="277737"/>
                </a:lnTo>
                <a:lnTo>
                  <a:pt x="802176" y="267308"/>
                </a:lnTo>
                <a:lnTo>
                  <a:pt x="808531" y="247810"/>
                </a:lnTo>
                <a:lnTo>
                  <a:pt x="814206" y="229445"/>
                </a:lnTo>
                <a:lnTo>
                  <a:pt x="818973" y="212441"/>
                </a:lnTo>
                <a:lnTo>
                  <a:pt x="822605" y="197250"/>
                </a:lnTo>
                <a:lnTo>
                  <a:pt x="825783" y="183647"/>
                </a:lnTo>
                <a:lnTo>
                  <a:pt x="695944" y="183647"/>
                </a:lnTo>
                <a:lnTo>
                  <a:pt x="86618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33" name="KSO_Shape"/>
          <p:cNvSpPr>
            <a:spLocks noChangeAspect="1"/>
          </p:cNvSpPr>
          <p:nvPr/>
        </p:nvSpPr>
        <p:spPr bwMode="auto">
          <a:xfrm>
            <a:off x="9626156" y="1889903"/>
            <a:ext cx="715200" cy="720000"/>
          </a:xfrm>
          <a:custGeom>
            <a:avLst/>
            <a:gdLst>
              <a:gd name="T0" fmla="*/ 1161579 w 2109787"/>
              <a:gd name="T1" fmla="*/ 1730131 h 2125662"/>
              <a:gd name="T2" fmla="*/ 1236189 w 2109787"/>
              <a:gd name="T3" fmla="*/ 1509409 h 2125662"/>
              <a:gd name="T4" fmla="*/ 1220811 w 2109787"/>
              <a:gd name="T5" fmla="*/ 1384665 h 2125662"/>
              <a:gd name="T6" fmla="*/ 1405342 w 2109787"/>
              <a:gd name="T7" fmla="*/ 1404601 h 2125662"/>
              <a:gd name="T8" fmla="*/ 1370886 w 2109787"/>
              <a:gd name="T9" fmla="*/ 1829242 h 2125662"/>
              <a:gd name="T10" fmla="*/ 1480807 w 2109787"/>
              <a:gd name="T11" fmla="*/ 1653234 h 2125662"/>
              <a:gd name="T12" fmla="*/ 1705206 w 2109787"/>
              <a:gd name="T13" fmla="*/ 1300363 h 2125662"/>
              <a:gd name="T14" fmla="*/ 1872936 w 2109787"/>
              <a:gd name="T15" fmla="*/ 1412006 h 2125662"/>
              <a:gd name="T16" fmla="*/ 1863539 w 2109787"/>
              <a:gd name="T17" fmla="*/ 1802186 h 2125662"/>
              <a:gd name="T18" fmla="*/ 1574496 w 2109787"/>
              <a:gd name="T19" fmla="*/ 1890475 h 2125662"/>
              <a:gd name="T20" fmla="*/ 1000968 w 2109787"/>
              <a:gd name="T21" fmla="*/ 1883925 h 2125662"/>
              <a:gd name="T22" fmla="*/ 739264 w 2109787"/>
              <a:gd name="T23" fmla="*/ 1789655 h 2125662"/>
              <a:gd name="T24" fmla="*/ 755496 w 2109787"/>
              <a:gd name="T25" fmla="*/ 1386943 h 2125662"/>
              <a:gd name="T26" fmla="*/ 968220 w 2109787"/>
              <a:gd name="T27" fmla="*/ 1296091 h 2125662"/>
              <a:gd name="T28" fmla="*/ 1037602 w 2109787"/>
              <a:gd name="T29" fmla="*/ 801385 h 2125662"/>
              <a:gd name="T30" fmla="*/ 1059503 w 2109787"/>
              <a:gd name="T31" fmla="*/ 1006892 h 2125662"/>
              <a:gd name="T32" fmla="*/ 1259170 w 2109787"/>
              <a:gd name="T33" fmla="*/ 1210691 h 2125662"/>
              <a:gd name="T34" fmla="*/ 1395127 w 2109787"/>
              <a:gd name="T35" fmla="*/ 1192474 h 2125662"/>
              <a:gd name="T36" fmla="*/ 1566637 w 2109787"/>
              <a:gd name="T37" fmla="*/ 975297 h 2125662"/>
              <a:gd name="T38" fmla="*/ 1465950 w 2109787"/>
              <a:gd name="T39" fmla="*/ 842087 h 2125662"/>
              <a:gd name="T40" fmla="*/ 1192046 w 2109787"/>
              <a:gd name="T41" fmla="*/ 747589 h 2125662"/>
              <a:gd name="T42" fmla="*/ 1334259 w 2109787"/>
              <a:gd name="T43" fmla="*/ 449574 h 2125662"/>
              <a:gd name="T44" fmla="*/ 1512027 w 2109787"/>
              <a:gd name="T45" fmla="*/ 526995 h 2125662"/>
              <a:gd name="T46" fmla="*/ 1630349 w 2109787"/>
              <a:gd name="T47" fmla="*/ 698631 h 2125662"/>
              <a:gd name="T48" fmla="*/ 1657939 w 2109787"/>
              <a:gd name="T49" fmla="*/ 929186 h 2125662"/>
              <a:gd name="T50" fmla="*/ 1568628 w 2109787"/>
              <a:gd name="T51" fmla="*/ 1139532 h 2125662"/>
              <a:gd name="T52" fmla="*/ 1413900 w 2109787"/>
              <a:gd name="T53" fmla="*/ 1270180 h 2125662"/>
              <a:gd name="T54" fmla="*/ 1258886 w 2109787"/>
              <a:gd name="T55" fmla="*/ 1292381 h 2125662"/>
              <a:gd name="T56" fmla="*/ 1097900 w 2109787"/>
              <a:gd name="T57" fmla="*/ 1197598 h 2125662"/>
              <a:gd name="T58" fmla="*/ 976733 w 2109787"/>
              <a:gd name="T59" fmla="*/ 1012869 h 2125662"/>
              <a:gd name="T60" fmla="*/ 961659 w 2109787"/>
              <a:gd name="T61" fmla="*/ 777760 h 2125662"/>
              <a:gd name="T62" fmla="*/ 1050685 w 2109787"/>
              <a:gd name="T63" fmla="*/ 580223 h 2125662"/>
              <a:gd name="T64" fmla="*/ 1209965 w 2109787"/>
              <a:gd name="T65" fmla="*/ 464660 h 2125662"/>
              <a:gd name="T66" fmla="*/ 802597 w 2109787"/>
              <a:gd name="T67" fmla="*/ 349265 h 2125662"/>
              <a:gd name="T68" fmla="*/ 703059 w 2109787"/>
              <a:gd name="T69" fmla="*/ 413778 h 2125662"/>
              <a:gd name="T70" fmla="*/ 579631 w 2109787"/>
              <a:gd name="T71" fmla="*/ 465219 h 2125662"/>
              <a:gd name="T72" fmla="*/ 582759 w 2109787"/>
              <a:gd name="T73" fmla="*/ 565826 h 2125662"/>
              <a:gd name="T74" fmla="*/ 771314 w 2109787"/>
              <a:gd name="T75" fmla="*/ 673822 h 2125662"/>
              <a:gd name="T76" fmla="*/ 887063 w 2109787"/>
              <a:gd name="T77" fmla="*/ 819901 h 2125662"/>
              <a:gd name="T78" fmla="*/ 831038 w 2109787"/>
              <a:gd name="T79" fmla="*/ 994969 h 2125662"/>
              <a:gd name="T80" fmla="*/ 571383 w 2109787"/>
              <a:gd name="T81" fmla="*/ 1050387 h 2125662"/>
              <a:gd name="T82" fmla="*/ 581337 w 2109787"/>
              <a:gd name="T83" fmla="*/ 969675 h 2125662"/>
              <a:gd name="T84" fmla="*/ 751122 w 2109787"/>
              <a:gd name="T85" fmla="*/ 946086 h 2125662"/>
              <a:gd name="T86" fmla="*/ 784396 w 2109787"/>
              <a:gd name="T87" fmla="*/ 831269 h 2125662"/>
              <a:gd name="T88" fmla="*/ 658408 w 2109787"/>
              <a:gd name="T89" fmla="*/ 726967 h 2125662"/>
              <a:gd name="T90" fmla="*/ 480377 w 2109787"/>
              <a:gd name="T91" fmla="*/ 593962 h 2125662"/>
              <a:gd name="T92" fmla="*/ 503981 w 2109787"/>
              <a:gd name="T93" fmla="*/ 416621 h 2125662"/>
              <a:gd name="T94" fmla="*/ 746906 w 2109787"/>
              <a:gd name="T95" fmla="*/ 1423 h 2125662"/>
              <a:gd name="T96" fmla="*/ 1166756 w 2109787"/>
              <a:gd name="T97" fmla="*/ 173605 h 2125662"/>
              <a:gd name="T98" fmla="*/ 1015895 w 2109787"/>
              <a:gd name="T99" fmla="*/ 216010 h 2125662"/>
              <a:gd name="T100" fmla="*/ 659520 w 2109787"/>
              <a:gd name="T101" fmla="*/ 126646 h 2125662"/>
              <a:gd name="T102" fmla="*/ 368899 w 2109787"/>
              <a:gd name="T103" fmla="*/ 231948 h 2125662"/>
              <a:gd name="T104" fmla="*/ 176195 w 2109787"/>
              <a:gd name="T105" fmla="*/ 466173 h 2125662"/>
              <a:gd name="T106" fmla="*/ 128375 w 2109787"/>
              <a:gd name="T107" fmla="*/ 769271 h 2125662"/>
              <a:gd name="T108" fmla="*/ 222307 w 2109787"/>
              <a:gd name="T109" fmla="*/ 1026548 h 2125662"/>
              <a:gd name="T110" fmla="*/ 420703 w 2109787"/>
              <a:gd name="T111" fmla="*/ 1209830 h 2125662"/>
              <a:gd name="T112" fmla="*/ 486742 w 2109787"/>
              <a:gd name="T113" fmla="*/ 1374042 h 2125662"/>
              <a:gd name="T114" fmla="*/ 203805 w 2109787"/>
              <a:gd name="T115" fmla="*/ 1200153 h 2125662"/>
              <a:gd name="T116" fmla="*/ 33303 w 2109787"/>
              <a:gd name="T117" fmla="*/ 918970 h 2125662"/>
              <a:gd name="T118" fmla="*/ 14232 w 2109787"/>
              <a:gd name="T119" fmla="*/ 562367 h 2125662"/>
              <a:gd name="T120" fmla="*/ 183026 w 2109787"/>
              <a:gd name="T121" fmla="*/ 230810 h 2125662"/>
              <a:gd name="T122" fmla="*/ 494712 w 2109787"/>
              <a:gd name="T123" fmla="*/ 31875 h 212566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109787" h="2125662">
                <a:moveTo>
                  <a:pt x="1216342" y="1436687"/>
                </a:moveTo>
                <a:lnTo>
                  <a:pt x="1216977" y="1467831"/>
                </a:lnTo>
                <a:lnTo>
                  <a:pt x="1218247" y="1498021"/>
                </a:lnTo>
                <a:lnTo>
                  <a:pt x="1219517" y="1527894"/>
                </a:lnTo>
                <a:lnTo>
                  <a:pt x="1221105" y="1556813"/>
                </a:lnTo>
                <a:lnTo>
                  <a:pt x="1223010" y="1585097"/>
                </a:lnTo>
                <a:lnTo>
                  <a:pt x="1225550" y="1612427"/>
                </a:lnTo>
                <a:lnTo>
                  <a:pt x="1227772" y="1639121"/>
                </a:lnTo>
                <a:lnTo>
                  <a:pt x="1230630" y="1665180"/>
                </a:lnTo>
                <a:lnTo>
                  <a:pt x="1233487" y="1690286"/>
                </a:lnTo>
                <a:lnTo>
                  <a:pt x="1237297" y="1714756"/>
                </a:lnTo>
                <a:lnTo>
                  <a:pt x="1240790" y="1738273"/>
                </a:lnTo>
                <a:lnTo>
                  <a:pt x="1244917" y="1761154"/>
                </a:lnTo>
                <a:lnTo>
                  <a:pt x="1249362" y="1783399"/>
                </a:lnTo>
                <a:lnTo>
                  <a:pt x="1253807" y="1804691"/>
                </a:lnTo>
                <a:lnTo>
                  <a:pt x="1258570" y="1825030"/>
                </a:lnTo>
                <a:lnTo>
                  <a:pt x="1263967" y="1844733"/>
                </a:lnTo>
                <a:lnTo>
                  <a:pt x="1269365" y="1863801"/>
                </a:lnTo>
                <a:lnTo>
                  <a:pt x="1275397" y="1881597"/>
                </a:lnTo>
                <a:lnTo>
                  <a:pt x="1281430" y="1899076"/>
                </a:lnTo>
                <a:lnTo>
                  <a:pt x="1288097" y="1915283"/>
                </a:lnTo>
                <a:lnTo>
                  <a:pt x="1295082" y="1930537"/>
                </a:lnTo>
                <a:lnTo>
                  <a:pt x="1302067" y="1945474"/>
                </a:lnTo>
                <a:lnTo>
                  <a:pt x="1309687" y="1959457"/>
                </a:lnTo>
                <a:lnTo>
                  <a:pt x="1317625" y="1972168"/>
                </a:lnTo>
                <a:lnTo>
                  <a:pt x="1325562" y="1984244"/>
                </a:lnTo>
                <a:lnTo>
                  <a:pt x="1330007" y="1990282"/>
                </a:lnTo>
                <a:lnTo>
                  <a:pt x="1334135" y="1995685"/>
                </a:lnTo>
                <a:lnTo>
                  <a:pt x="1338262" y="2001087"/>
                </a:lnTo>
                <a:lnTo>
                  <a:pt x="1343025" y="2005854"/>
                </a:lnTo>
                <a:lnTo>
                  <a:pt x="1347470" y="2010621"/>
                </a:lnTo>
                <a:lnTo>
                  <a:pt x="1352232" y="2015388"/>
                </a:lnTo>
                <a:lnTo>
                  <a:pt x="1356677" y="2019519"/>
                </a:lnTo>
                <a:lnTo>
                  <a:pt x="1361440" y="2023968"/>
                </a:lnTo>
                <a:lnTo>
                  <a:pt x="1366520" y="2027782"/>
                </a:lnTo>
                <a:lnTo>
                  <a:pt x="1371282" y="2031278"/>
                </a:lnTo>
                <a:lnTo>
                  <a:pt x="1376362" y="2034773"/>
                </a:lnTo>
                <a:lnTo>
                  <a:pt x="1381442" y="2038269"/>
                </a:lnTo>
                <a:lnTo>
                  <a:pt x="1386840" y="2041129"/>
                </a:lnTo>
                <a:lnTo>
                  <a:pt x="1391920" y="2043989"/>
                </a:lnTo>
                <a:lnTo>
                  <a:pt x="1391920" y="1688379"/>
                </a:lnTo>
                <a:lnTo>
                  <a:pt x="1387475" y="1687108"/>
                </a:lnTo>
                <a:lnTo>
                  <a:pt x="1382395" y="1685837"/>
                </a:lnTo>
                <a:lnTo>
                  <a:pt x="1378267" y="1684248"/>
                </a:lnTo>
                <a:lnTo>
                  <a:pt x="1373505" y="1682341"/>
                </a:lnTo>
                <a:lnTo>
                  <a:pt x="1369695" y="1680117"/>
                </a:lnTo>
                <a:lnTo>
                  <a:pt x="1365885" y="1677256"/>
                </a:lnTo>
                <a:lnTo>
                  <a:pt x="1362075" y="1674079"/>
                </a:lnTo>
                <a:lnTo>
                  <a:pt x="1358900" y="1670901"/>
                </a:lnTo>
                <a:lnTo>
                  <a:pt x="1356042" y="1667405"/>
                </a:lnTo>
                <a:lnTo>
                  <a:pt x="1353502" y="1663274"/>
                </a:lnTo>
                <a:lnTo>
                  <a:pt x="1350962" y="1659460"/>
                </a:lnTo>
                <a:lnTo>
                  <a:pt x="1349057" y="1655329"/>
                </a:lnTo>
                <a:lnTo>
                  <a:pt x="1347470" y="1650562"/>
                </a:lnTo>
                <a:lnTo>
                  <a:pt x="1346517" y="1645795"/>
                </a:lnTo>
                <a:lnTo>
                  <a:pt x="1345882" y="1641346"/>
                </a:lnTo>
                <a:lnTo>
                  <a:pt x="1345565" y="1635943"/>
                </a:lnTo>
                <a:lnTo>
                  <a:pt x="1345565" y="1582872"/>
                </a:lnTo>
                <a:lnTo>
                  <a:pt x="1345882" y="1577469"/>
                </a:lnTo>
                <a:lnTo>
                  <a:pt x="1346517" y="1572385"/>
                </a:lnTo>
                <a:lnTo>
                  <a:pt x="1347787" y="1567300"/>
                </a:lnTo>
                <a:lnTo>
                  <a:pt x="1349692" y="1562215"/>
                </a:lnTo>
                <a:lnTo>
                  <a:pt x="1352232" y="1557449"/>
                </a:lnTo>
                <a:lnTo>
                  <a:pt x="1354772" y="1553317"/>
                </a:lnTo>
                <a:lnTo>
                  <a:pt x="1357630" y="1549186"/>
                </a:lnTo>
                <a:lnTo>
                  <a:pt x="1361122" y="1545055"/>
                </a:lnTo>
                <a:lnTo>
                  <a:pt x="1365250" y="1541877"/>
                </a:lnTo>
                <a:lnTo>
                  <a:pt x="1369060" y="1538699"/>
                </a:lnTo>
                <a:lnTo>
                  <a:pt x="1373505" y="1535839"/>
                </a:lnTo>
                <a:lnTo>
                  <a:pt x="1378267" y="1533614"/>
                </a:lnTo>
                <a:lnTo>
                  <a:pt x="1383030" y="1532025"/>
                </a:lnTo>
                <a:lnTo>
                  <a:pt x="1388427" y="1530754"/>
                </a:lnTo>
                <a:lnTo>
                  <a:pt x="1393507" y="1529801"/>
                </a:lnTo>
                <a:lnTo>
                  <a:pt x="1399222" y="1529483"/>
                </a:lnTo>
                <a:lnTo>
                  <a:pt x="1516062" y="1529483"/>
                </a:lnTo>
                <a:lnTo>
                  <a:pt x="1521460" y="1529801"/>
                </a:lnTo>
                <a:lnTo>
                  <a:pt x="1526857" y="1530754"/>
                </a:lnTo>
                <a:lnTo>
                  <a:pt x="1531937" y="1532025"/>
                </a:lnTo>
                <a:lnTo>
                  <a:pt x="1537017" y="1533614"/>
                </a:lnTo>
                <a:lnTo>
                  <a:pt x="1541462" y="1535839"/>
                </a:lnTo>
                <a:lnTo>
                  <a:pt x="1545907" y="1538699"/>
                </a:lnTo>
                <a:lnTo>
                  <a:pt x="1550035" y="1541877"/>
                </a:lnTo>
                <a:lnTo>
                  <a:pt x="1553845" y="1545055"/>
                </a:lnTo>
                <a:lnTo>
                  <a:pt x="1557020" y="1549186"/>
                </a:lnTo>
                <a:lnTo>
                  <a:pt x="1560512" y="1553317"/>
                </a:lnTo>
                <a:lnTo>
                  <a:pt x="1563052" y="1557449"/>
                </a:lnTo>
                <a:lnTo>
                  <a:pt x="1565275" y="1562215"/>
                </a:lnTo>
                <a:lnTo>
                  <a:pt x="1566862" y="1567300"/>
                </a:lnTo>
                <a:lnTo>
                  <a:pt x="1568132" y="1572385"/>
                </a:lnTo>
                <a:lnTo>
                  <a:pt x="1569085" y="1577469"/>
                </a:lnTo>
                <a:lnTo>
                  <a:pt x="1569402" y="1582872"/>
                </a:lnTo>
                <a:lnTo>
                  <a:pt x="1569402" y="1635943"/>
                </a:lnTo>
                <a:lnTo>
                  <a:pt x="1569085" y="1641346"/>
                </a:lnTo>
                <a:lnTo>
                  <a:pt x="1568450" y="1645795"/>
                </a:lnTo>
                <a:lnTo>
                  <a:pt x="1567180" y="1650562"/>
                </a:lnTo>
                <a:lnTo>
                  <a:pt x="1565910" y="1655329"/>
                </a:lnTo>
                <a:lnTo>
                  <a:pt x="1564005" y="1659460"/>
                </a:lnTo>
                <a:lnTo>
                  <a:pt x="1561782" y="1663274"/>
                </a:lnTo>
                <a:lnTo>
                  <a:pt x="1558607" y="1667405"/>
                </a:lnTo>
                <a:lnTo>
                  <a:pt x="1555750" y="1670901"/>
                </a:lnTo>
                <a:lnTo>
                  <a:pt x="1552575" y="1674079"/>
                </a:lnTo>
                <a:lnTo>
                  <a:pt x="1549082" y="1677256"/>
                </a:lnTo>
                <a:lnTo>
                  <a:pt x="1545272" y="1680117"/>
                </a:lnTo>
                <a:lnTo>
                  <a:pt x="1541145" y="1682341"/>
                </a:lnTo>
                <a:lnTo>
                  <a:pt x="1537017" y="1684248"/>
                </a:lnTo>
                <a:lnTo>
                  <a:pt x="1532255" y="1685837"/>
                </a:lnTo>
                <a:lnTo>
                  <a:pt x="1527810" y="1687108"/>
                </a:lnTo>
                <a:lnTo>
                  <a:pt x="1523047" y="1688379"/>
                </a:lnTo>
                <a:lnTo>
                  <a:pt x="1523047" y="2043989"/>
                </a:lnTo>
                <a:lnTo>
                  <a:pt x="1528445" y="2041129"/>
                </a:lnTo>
                <a:lnTo>
                  <a:pt x="1533525" y="2038269"/>
                </a:lnTo>
                <a:lnTo>
                  <a:pt x="1538605" y="2034773"/>
                </a:lnTo>
                <a:lnTo>
                  <a:pt x="1543685" y="2031278"/>
                </a:lnTo>
                <a:lnTo>
                  <a:pt x="1548765" y="2027782"/>
                </a:lnTo>
                <a:lnTo>
                  <a:pt x="1553527" y="2023968"/>
                </a:lnTo>
                <a:lnTo>
                  <a:pt x="1558290" y="2019519"/>
                </a:lnTo>
                <a:lnTo>
                  <a:pt x="1563052" y="2015388"/>
                </a:lnTo>
                <a:lnTo>
                  <a:pt x="1567497" y="2010621"/>
                </a:lnTo>
                <a:lnTo>
                  <a:pt x="1572260" y="2005854"/>
                </a:lnTo>
                <a:lnTo>
                  <a:pt x="1576705" y="2001087"/>
                </a:lnTo>
                <a:lnTo>
                  <a:pt x="1580832" y="1995685"/>
                </a:lnTo>
                <a:lnTo>
                  <a:pt x="1585277" y="1990282"/>
                </a:lnTo>
                <a:lnTo>
                  <a:pt x="1589405" y="1984244"/>
                </a:lnTo>
                <a:lnTo>
                  <a:pt x="1597660" y="1972168"/>
                </a:lnTo>
                <a:lnTo>
                  <a:pt x="1605280" y="1959457"/>
                </a:lnTo>
                <a:lnTo>
                  <a:pt x="1612900" y="1945474"/>
                </a:lnTo>
                <a:lnTo>
                  <a:pt x="1620202" y="1930537"/>
                </a:lnTo>
                <a:lnTo>
                  <a:pt x="1626870" y="1915283"/>
                </a:lnTo>
                <a:lnTo>
                  <a:pt x="1633537" y="1899076"/>
                </a:lnTo>
                <a:lnTo>
                  <a:pt x="1639570" y="1881597"/>
                </a:lnTo>
                <a:lnTo>
                  <a:pt x="1645602" y="1863801"/>
                </a:lnTo>
                <a:lnTo>
                  <a:pt x="1651000" y="1844733"/>
                </a:lnTo>
                <a:lnTo>
                  <a:pt x="1656397" y="1825030"/>
                </a:lnTo>
                <a:lnTo>
                  <a:pt x="1661160" y="1804691"/>
                </a:lnTo>
                <a:lnTo>
                  <a:pt x="1665922" y="1783399"/>
                </a:lnTo>
                <a:lnTo>
                  <a:pt x="1670050" y="1761154"/>
                </a:lnTo>
                <a:lnTo>
                  <a:pt x="1673860" y="1738273"/>
                </a:lnTo>
                <a:lnTo>
                  <a:pt x="1677987" y="1714756"/>
                </a:lnTo>
                <a:lnTo>
                  <a:pt x="1681162" y="1690286"/>
                </a:lnTo>
                <a:lnTo>
                  <a:pt x="1684337" y="1665180"/>
                </a:lnTo>
                <a:lnTo>
                  <a:pt x="1687195" y="1639121"/>
                </a:lnTo>
                <a:lnTo>
                  <a:pt x="1689735" y="1612427"/>
                </a:lnTo>
                <a:lnTo>
                  <a:pt x="1691957" y="1585097"/>
                </a:lnTo>
                <a:lnTo>
                  <a:pt x="1693862" y="1556813"/>
                </a:lnTo>
                <a:lnTo>
                  <a:pt x="1695450" y="1527894"/>
                </a:lnTo>
                <a:lnTo>
                  <a:pt x="1696720" y="1498021"/>
                </a:lnTo>
                <a:lnTo>
                  <a:pt x="1697672" y="1467831"/>
                </a:lnTo>
                <a:lnTo>
                  <a:pt x="1698942" y="1436687"/>
                </a:lnTo>
                <a:lnTo>
                  <a:pt x="1738312" y="1438912"/>
                </a:lnTo>
                <a:lnTo>
                  <a:pt x="1774825" y="1441454"/>
                </a:lnTo>
                <a:lnTo>
                  <a:pt x="1835150" y="1446221"/>
                </a:lnTo>
                <a:lnTo>
                  <a:pt x="1875472" y="1449399"/>
                </a:lnTo>
                <a:lnTo>
                  <a:pt x="1890077" y="1450670"/>
                </a:lnTo>
                <a:lnTo>
                  <a:pt x="1901190" y="1450988"/>
                </a:lnTo>
                <a:lnTo>
                  <a:pt x="1912620" y="1451941"/>
                </a:lnTo>
                <a:lnTo>
                  <a:pt x="1923415" y="1453212"/>
                </a:lnTo>
                <a:lnTo>
                  <a:pt x="1934210" y="1455119"/>
                </a:lnTo>
                <a:lnTo>
                  <a:pt x="1945005" y="1457662"/>
                </a:lnTo>
                <a:lnTo>
                  <a:pt x="1955482" y="1460522"/>
                </a:lnTo>
                <a:lnTo>
                  <a:pt x="1965642" y="1464017"/>
                </a:lnTo>
                <a:lnTo>
                  <a:pt x="1975485" y="1468149"/>
                </a:lnTo>
                <a:lnTo>
                  <a:pt x="1985327" y="1472598"/>
                </a:lnTo>
                <a:lnTo>
                  <a:pt x="1994852" y="1477047"/>
                </a:lnTo>
                <a:lnTo>
                  <a:pt x="2004060" y="1482767"/>
                </a:lnTo>
                <a:lnTo>
                  <a:pt x="2012950" y="1488170"/>
                </a:lnTo>
                <a:lnTo>
                  <a:pt x="2021522" y="1494526"/>
                </a:lnTo>
                <a:lnTo>
                  <a:pt x="2029777" y="1500881"/>
                </a:lnTo>
                <a:lnTo>
                  <a:pt x="2038032" y="1507873"/>
                </a:lnTo>
                <a:lnTo>
                  <a:pt x="2045652" y="1515182"/>
                </a:lnTo>
                <a:lnTo>
                  <a:pt x="2052637" y="1522809"/>
                </a:lnTo>
                <a:lnTo>
                  <a:pt x="2059622" y="1530754"/>
                </a:lnTo>
                <a:lnTo>
                  <a:pt x="2065972" y="1539334"/>
                </a:lnTo>
                <a:lnTo>
                  <a:pt x="2072322" y="1547597"/>
                </a:lnTo>
                <a:lnTo>
                  <a:pt x="2078037" y="1556495"/>
                </a:lnTo>
                <a:lnTo>
                  <a:pt x="2083435" y="1566029"/>
                </a:lnTo>
                <a:lnTo>
                  <a:pt x="2088197" y="1575563"/>
                </a:lnTo>
                <a:lnTo>
                  <a:pt x="2092642" y="1585414"/>
                </a:lnTo>
                <a:lnTo>
                  <a:pt x="2096452" y="1595266"/>
                </a:lnTo>
                <a:lnTo>
                  <a:pt x="2099945" y="1605117"/>
                </a:lnTo>
                <a:lnTo>
                  <a:pt x="2103120" y="1615605"/>
                </a:lnTo>
                <a:lnTo>
                  <a:pt x="2105660" y="1626410"/>
                </a:lnTo>
                <a:lnTo>
                  <a:pt x="2107247" y="1637215"/>
                </a:lnTo>
                <a:lnTo>
                  <a:pt x="2108835" y="1648337"/>
                </a:lnTo>
                <a:lnTo>
                  <a:pt x="2109470" y="1659460"/>
                </a:lnTo>
                <a:lnTo>
                  <a:pt x="2109787" y="1670901"/>
                </a:lnTo>
                <a:lnTo>
                  <a:pt x="2109787" y="1949605"/>
                </a:lnTo>
                <a:lnTo>
                  <a:pt x="2109787" y="1955325"/>
                </a:lnTo>
                <a:lnTo>
                  <a:pt x="2108835" y="1960728"/>
                </a:lnTo>
                <a:lnTo>
                  <a:pt x="2107882" y="1966448"/>
                </a:lnTo>
                <a:lnTo>
                  <a:pt x="2106295" y="1971850"/>
                </a:lnTo>
                <a:lnTo>
                  <a:pt x="2104072" y="1976935"/>
                </a:lnTo>
                <a:lnTo>
                  <a:pt x="2101532" y="1982020"/>
                </a:lnTo>
                <a:lnTo>
                  <a:pt x="2098675" y="1987105"/>
                </a:lnTo>
                <a:lnTo>
                  <a:pt x="2095182" y="1992189"/>
                </a:lnTo>
                <a:lnTo>
                  <a:pt x="2091690" y="1996956"/>
                </a:lnTo>
                <a:lnTo>
                  <a:pt x="2087245" y="2002041"/>
                </a:lnTo>
                <a:lnTo>
                  <a:pt x="2082800" y="2006490"/>
                </a:lnTo>
                <a:lnTo>
                  <a:pt x="2077720" y="2010939"/>
                </a:lnTo>
                <a:lnTo>
                  <a:pt x="2072322" y="2015706"/>
                </a:lnTo>
                <a:lnTo>
                  <a:pt x="2066607" y="2019837"/>
                </a:lnTo>
                <a:lnTo>
                  <a:pt x="2060575" y="2024286"/>
                </a:lnTo>
                <a:lnTo>
                  <a:pt x="2053907" y="2028418"/>
                </a:lnTo>
                <a:lnTo>
                  <a:pt x="2047240" y="2032549"/>
                </a:lnTo>
                <a:lnTo>
                  <a:pt x="2039937" y="2036680"/>
                </a:lnTo>
                <a:lnTo>
                  <a:pt x="2032317" y="2040494"/>
                </a:lnTo>
                <a:lnTo>
                  <a:pt x="2024697" y="2044307"/>
                </a:lnTo>
                <a:lnTo>
                  <a:pt x="2016442" y="2048121"/>
                </a:lnTo>
                <a:lnTo>
                  <a:pt x="2007870" y="2051934"/>
                </a:lnTo>
                <a:lnTo>
                  <a:pt x="1999297" y="2055430"/>
                </a:lnTo>
                <a:lnTo>
                  <a:pt x="1990090" y="2058926"/>
                </a:lnTo>
                <a:lnTo>
                  <a:pt x="1970722" y="2065599"/>
                </a:lnTo>
                <a:lnTo>
                  <a:pt x="1950402" y="2071955"/>
                </a:lnTo>
                <a:lnTo>
                  <a:pt x="1929130" y="2077675"/>
                </a:lnTo>
                <a:lnTo>
                  <a:pt x="1907222" y="2083396"/>
                </a:lnTo>
                <a:lnTo>
                  <a:pt x="1883727" y="2088480"/>
                </a:lnTo>
                <a:lnTo>
                  <a:pt x="1859597" y="2093565"/>
                </a:lnTo>
                <a:lnTo>
                  <a:pt x="1834515" y="2098014"/>
                </a:lnTo>
                <a:lnTo>
                  <a:pt x="1809115" y="2102146"/>
                </a:lnTo>
                <a:lnTo>
                  <a:pt x="1782762" y="2105959"/>
                </a:lnTo>
                <a:lnTo>
                  <a:pt x="1755457" y="2109455"/>
                </a:lnTo>
                <a:lnTo>
                  <a:pt x="1728152" y="2112633"/>
                </a:lnTo>
                <a:lnTo>
                  <a:pt x="1700212" y="2115175"/>
                </a:lnTo>
                <a:lnTo>
                  <a:pt x="1671637" y="2118035"/>
                </a:lnTo>
                <a:lnTo>
                  <a:pt x="1642745" y="2119942"/>
                </a:lnTo>
                <a:lnTo>
                  <a:pt x="1613535" y="2121849"/>
                </a:lnTo>
                <a:lnTo>
                  <a:pt x="1584325" y="2123120"/>
                </a:lnTo>
                <a:lnTo>
                  <a:pt x="1554480" y="2124391"/>
                </a:lnTo>
                <a:lnTo>
                  <a:pt x="1524635" y="2125027"/>
                </a:lnTo>
                <a:lnTo>
                  <a:pt x="1494790" y="2125344"/>
                </a:lnTo>
                <a:lnTo>
                  <a:pt x="1464945" y="2125662"/>
                </a:lnTo>
                <a:lnTo>
                  <a:pt x="1435100" y="2125344"/>
                </a:lnTo>
                <a:lnTo>
                  <a:pt x="1404937" y="2125027"/>
                </a:lnTo>
                <a:lnTo>
                  <a:pt x="1375092" y="2124391"/>
                </a:lnTo>
                <a:lnTo>
                  <a:pt x="1344930" y="2123120"/>
                </a:lnTo>
                <a:lnTo>
                  <a:pt x="1315085" y="2121849"/>
                </a:lnTo>
                <a:lnTo>
                  <a:pt x="1285557" y="2119942"/>
                </a:lnTo>
                <a:lnTo>
                  <a:pt x="1256030" y="2118035"/>
                </a:lnTo>
                <a:lnTo>
                  <a:pt x="1227455" y="2115175"/>
                </a:lnTo>
                <a:lnTo>
                  <a:pt x="1198562" y="2112633"/>
                </a:lnTo>
                <a:lnTo>
                  <a:pt x="1170622" y="2109455"/>
                </a:lnTo>
                <a:lnTo>
                  <a:pt x="1142682" y="2105959"/>
                </a:lnTo>
                <a:lnTo>
                  <a:pt x="1116012" y="2102146"/>
                </a:lnTo>
                <a:lnTo>
                  <a:pt x="1089660" y="2098014"/>
                </a:lnTo>
                <a:lnTo>
                  <a:pt x="1064260" y="2093565"/>
                </a:lnTo>
                <a:lnTo>
                  <a:pt x="1039177" y="2088480"/>
                </a:lnTo>
                <a:lnTo>
                  <a:pt x="1015364" y="2083396"/>
                </a:lnTo>
                <a:lnTo>
                  <a:pt x="992187" y="2077675"/>
                </a:lnTo>
                <a:lnTo>
                  <a:pt x="970597" y="2071955"/>
                </a:lnTo>
                <a:lnTo>
                  <a:pt x="949642" y="2065599"/>
                </a:lnTo>
                <a:lnTo>
                  <a:pt x="929639" y="2058926"/>
                </a:lnTo>
                <a:lnTo>
                  <a:pt x="910907" y="2051934"/>
                </a:lnTo>
                <a:lnTo>
                  <a:pt x="902334" y="2048121"/>
                </a:lnTo>
                <a:lnTo>
                  <a:pt x="893762" y="2044307"/>
                </a:lnTo>
                <a:lnTo>
                  <a:pt x="885507" y="2040494"/>
                </a:lnTo>
                <a:lnTo>
                  <a:pt x="877569" y="2036680"/>
                </a:lnTo>
                <a:lnTo>
                  <a:pt x="870584" y="2032549"/>
                </a:lnTo>
                <a:lnTo>
                  <a:pt x="863282" y="2028418"/>
                </a:lnTo>
                <a:lnTo>
                  <a:pt x="856614" y="2024286"/>
                </a:lnTo>
                <a:lnTo>
                  <a:pt x="850264" y="2019837"/>
                </a:lnTo>
                <a:lnTo>
                  <a:pt x="844232" y="2015706"/>
                </a:lnTo>
                <a:lnTo>
                  <a:pt x="838517" y="2010939"/>
                </a:lnTo>
                <a:lnTo>
                  <a:pt x="833437" y="2006490"/>
                </a:lnTo>
                <a:lnTo>
                  <a:pt x="828674" y="2002041"/>
                </a:lnTo>
                <a:lnTo>
                  <a:pt x="824229" y="1996956"/>
                </a:lnTo>
                <a:lnTo>
                  <a:pt x="820419" y="1992189"/>
                </a:lnTo>
                <a:lnTo>
                  <a:pt x="816609" y="1987105"/>
                </a:lnTo>
                <a:lnTo>
                  <a:pt x="813752" y="1982020"/>
                </a:lnTo>
                <a:lnTo>
                  <a:pt x="811212" y="1976935"/>
                </a:lnTo>
                <a:lnTo>
                  <a:pt x="808989" y="1971850"/>
                </a:lnTo>
                <a:lnTo>
                  <a:pt x="807084" y="1966448"/>
                </a:lnTo>
                <a:lnTo>
                  <a:pt x="805814" y="1960728"/>
                </a:lnTo>
                <a:lnTo>
                  <a:pt x="805179" y="1955325"/>
                </a:lnTo>
                <a:lnTo>
                  <a:pt x="804862" y="1949605"/>
                </a:lnTo>
                <a:lnTo>
                  <a:pt x="804862" y="1670901"/>
                </a:lnTo>
                <a:lnTo>
                  <a:pt x="805179" y="1659460"/>
                </a:lnTo>
                <a:lnTo>
                  <a:pt x="806132" y="1648337"/>
                </a:lnTo>
                <a:lnTo>
                  <a:pt x="807402" y="1637215"/>
                </a:lnTo>
                <a:lnTo>
                  <a:pt x="809624" y="1626410"/>
                </a:lnTo>
                <a:lnTo>
                  <a:pt x="812164" y="1615605"/>
                </a:lnTo>
                <a:lnTo>
                  <a:pt x="815022" y="1605117"/>
                </a:lnTo>
                <a:lnTo>
                  <a:pt x="818197" y="1595266"/>
                </a:lnTo>
                <a:lnTo>
                  <a:pt x="822324" y="1585414"/>
                </a:lnTo>
                <a:lnTo>
                  <a:pt x="826769" y="1575563"/>
                </a:lnTo>
                <a:lnTo>
                  <a:pt x="831849" y="1566029"/>
                </a:lnTo>
                <a:lnTo>
                  <a:pt x="836929" y="1556495"/>
                </a:lnTo>
                <a:lnTo>
                  <a:pt x="842327" y="1547597"/>
                </a:lnTo>
                <a:lnTo>
                  <a:pt x="848677" y="1539334"/>
                </a:lnTo>
                <a:lnTo>
                  <a:pt x="855344" y="1530754"/>
                </a:lnTo>
                <a:lnTo>
                  <a:pt x="862012" y="1522809"/>
                </a:lnTo>
                <a:lnTo>
                  <a:pt x="869632" y="1515182"/>
                </a:lnTo>
                <a:lnTo>
                  <a:pt x="876934" y="1507873"/>
                </a:lnTo>
                <a:lnTo>
                  <a:pt x="884872" y="1500881"/>
                </a:lnTo>
                <a:lnTo>
                  <a:pt x="893444" y="1494526"/>
                </a:lnTo>
                <a:lnTo>
                  <a:pt x="902017" y="1488170"/>
                </a:lnTo>
                <a:lnTo>
                  <a:pt x="910907" y="1482767"/>
                </a:lnTo>
                <a:lnTo>
                  <a:pt x="920114" y="1477047"/>
                </a:lnTo>
                <a:lnTo>
                  <a:pt x="929639" y="1472598"/>
                </a:lnTo>
                <a:lnTo>
                  <a:pt x="939482" y="1468149"/>
                </a:lnTo>
                <a:lnTo>
                  <a:pt x="949324" y="1464017"/>
                </a:lnTo>
                <a:lnTo>
                  <a:pt x="959802" y="1460522"/>
                </a:lnTo>
                <a:lnTo>
                  <a:pt x="969962" y="1457662"/>
                </a:lnTo>
                <a:lnTo>
                  <a:pt x="980439" y="1455119"/>
                </a:lnTo>
                <a:lnTo>
                  <a:pt x="991234" y="1453212"/>
                </a:lnTo>
                <a:lnTo>
                  <a:pt x="1002347" y="1451941"/>
                </a:lnTo>
                <a:lnTo>
                  <a:pt x="1013459" y="1450988"/>
                </a:lnTo>
                <a:lnTo>
                  <a:pt x="1024889" y="1450670"/>
                </a:lnTo>
                <a:lnTo>
                  <a:pt x="1039177" y="1449399"/>
                </a:lnTo>
                <a:lnTo>
                  <a:pt x="1079500" y="1446221"/>
                </a:lnTo>
                <a:lnTo>
                  <a:pt x="1140142" y="1441454"/>
                </a:lnTo>
                <a:lnTo>
                  <a:pt x="1176655" y="1438912"/>
                </a:lnTo>
                <a:lnTo>
                  <a:pt x="1216342" y="1436687"/>
                </a:lnTo>
                <a:close/>
                <a:moveTo>
                  <a:pt x="1249771" y="769392"/>
                </a:moveTo>
                <a:lnTo>
                  <a:pt x="1245966" y="770028"/>
                </a:lnTo>
                <a:lnTo>
                  <a:pt x="1242477" y="770663"/>
                </a:lnTo>
                <a:lnTo>
                  <a:pt x="1239306" y="771933"/>
                </a:lnTo>
                <a:lnTo>
                  <a:pt x="1235818" y="773839"/>
                </a:lnTo>
                <a:lnTo>
                  <a:pt x="1232647" y="775427"/>
                </a:lnTo>
                <a:lnTo>
                  <a:pt x="1229476" y="777650"/>
                </a:lnTo>
                <a:lnTo>
                  <a:pt x="1226621" y="780191"/>
                </a:lnTo>
                <a:lnTo>
                  <a:pt x="1223450" y="782732"/>
                </a:lnTo>
                <a:lnTo>
                  <a:pt x="1217425" y="789084"/>
                </a:lnTo>
                <a:lnTo>
                  <a:pt x="1211717" y="796071"/>
                </a:lnTo>
                <a:lnTo>
                  <a:pt x="1206009" y="803376"/>
                </a:lnTo>
                <a:lnTo>
                  <a:pt x="1194275" y="819574"/>
                </a:lnTo>
                <a:lnTo>
                  <a:pt x="1186030" y="831008"/>
                </a:lnTo>
                <a:lnTo>
                  <a:pt x="1177785" y="843395"/>
                </a:lnTo>
                <a:lnTo>
                  <a:pt x="1169857" y="855781"/>
                </a:lnTo>
                <a:lnTo>
                  <a:pt x="1161929" y="868803"/>
                </a:lnTo>
                <a:lnTo>
                  <a:pt x="1159075" y="881507"/>
                </a:lnTo>
                <a:lnTo>
                  <a:pt x="1156856" y="894212"/>
                </a:lnTo>
                <a:lnTo>
                  <a:pt x="1154636" y="907233"/>
                </a:lnTo>
                <a:lnTo>
                  <a:pt x="1152733" y="920573"/>
                </a:lnTo>
                <a:lnTo>
                  <a:pt x="1151465" y="933595"/>
                </a:lnTo>
                <a:lnTo>
                  <a:pt x="1150513" y="947569"/>
                </a:lnTo>
                <a:lnTo>
                  <a:pt x="1149879" y="960909"/>
                </a:lnTo>
                <a:lnTo>
                  <a:pt x="1149879" y="974566"/>
                </a:lnTo>
                <a:lnTo>
                  <a:pt x="1149879" y="984412"/>
                </a:lnTo>
                <a:lnTo>
                  <a:pt x="1150196" y="994258"/>
                </a:lnTo>
                <a:lnTo>
                  <a:pt x="1151147" y="1003786"/>
                </a:lnTo>
                <a:lnTo>
                  <a:pt x="1151782" y="1013314"/>
                </a:lnTo>
                <a:lnTo>
                  <a:pt x="1153050" y="1023160"/>
                </a:lnTo>
                <a:lnTo>
                  <a:pt x="1154319" y="1032688"/>
                </a:lnTo>
                <a:lnTo>
                  <a:pt x="1156538" y="1042216"/>
                </a:lnTo>
                <a:lnTo>
                  <a:pt x="1158124" y="1051427"/>
                </a:lnTo>
                <a:lnTo>
                  <a:pt x="1160344" y="1060637"/>
                </a:lnTo>
                <a:lnTo>
                  <a:pt x="1162564" y="1069848"/>
                </a:lnTo>
                <a:lnTo>
                  <a:pt x="1165101" y="1079058"/>
                </a:lnTo>
                <a:lnTo>
                  <a:pt x="1168272" y="1088269"/>
                </a:lnTo>
                <a:lnTo>
                  <a:pt x="1171126" y="1096844"/>
                </a:lnTo>
                <a:lnTo>
                  <a:pt x="1174297" y="1106055"/>
                </a:lnTo>
                <a:lnTo>
                  <a:pt x="1177468" y="1114948"/>
                </a:lnTo>
                <a:lnTo>
                  <a:pt x="1181274" y="1123523"/>
                </a:lnTo>
                <a:lnTo>
                  <a:pt x="1184762" y="1132099"/>
                </a:lnTo>
                <a:lnTo>
                  <a:pt x="1188884" y="1140356"/>
                </a:lnTo>
                <a:lnTo>
                  <a:pt x="1193007" y="1148932"/>
                </a:lnTo>
                <a:lnTo>
                  <a:pt x="1197129" y="1157189"/>
                </a:lnTo>
                <a:lnTo>
                  <a:pt x="1206326" y="1173387"/>
                </a:lnTo>
                <a:lnTo>
                  <a:pt x="1215839" y="1188950"/>
                </a:lnTo>
                <a:lnTo>
                  <a:pt x="1225987" y="1204513"/>
                </a:lnTo>
                <a:lnTo>
                  <a:pt x="1236769" y="1219123"/>
                </a:lnTo>
                <a:lnTo>
                  <a:pt x="1247551" y="1233097"/>
                </a:lnTo>
                <a:lnTo>
                  <a:pt x="1258967" y="1246437"/>
                </a:lnTo>
                <a:lnTo>
                  <a:pt x="1271018" y="1259776"/>
                </a:lnTo>
                <a:lnTo>
                  <a:pt x="1283068" y="1271845"/>
                </a:lnTo>
                <a:lnTo>
                  <a:pt x="1295436" y="1283597"/>
                </a:lnTo>
                <a:lnTo>
                  <a:pt x="1308121" y="1294395"/>
                </a:lnTo>
                <a:lnTo>
                  <a:pt x="1320805" y="1304241"/>
                </a:lnTo>
                <a:lnTo>
                  <a:pt x="1333490" y="1313769"/>
                </a:lnTo>
                <a:lnTo>
                  <a:pt x="1346175" y="1322662"/>
                </a:lnTo>
                <a:lnTo>
                  <a:pt x="1359177" y="1330602"/>
                </a:lnTo>
                <a:lnTo>
                  <a:pt x="1371861" y="1337272"/>
                </a:lnTo>
                <a:lnTo>
                  <a:pt x="1384863" y="1343624"/>
                </a:lnTo>
                <a:lnTo>
                  <a:pt x="1397548" y="1348706"/>
                </a:lnTo>
                <a:lnTo>
                  <a:pt x="1403890" y="1350929"/>
                </a:lnTo>
                <a:lnTo>
                  <a:pt x="1410233" y="1353470"/>
                </a:lnTo>
                <a:lnTo>
                  <a:pt x="1416258" y="1355058"/>
                </a:lnTo>
                <a:lnTo>
                  <a:pt x="1422600" y="1356646"/>
                </a:lnTo>
                <a:lnTo>
                  <a:pt x="1428308" y="1358234"/>
                </a:lnTo>
                <a:lnTo>
                  <a:pt x="1434334" y="1359187"/>
                </a:lnTo>
                <a:lnTo>
                  <a:pt x="1440042" y="1360140"/>
                </a:lnTo>
                <a:lnTo>
                  <a:pt x="1446067" y="1360775"/>
                </a:lnTo>
                <a:lnTo>
                  <a:pt x="1451775" y="1361093"/>
                </a:lnTo>
                <a:lnTo>
                  <a:pt x="1457483" y="1361093"/>
                </a:lnTo>
                <a:lnTo>
                  <a:pt x="1462874" y="1361093"/>
                </a:lnTo>
                <a:lnTo>
                  <a:pt x="1468900" y="1360775"/>
                </a:lnTo>
                <a:lnTo>
                  <a:pt x="1474291" y="1360140"/>
                </a:lnTo>
                <a:lnTo>
                  <a:pt x="1480316" y="1359187"/>
                </a:lnTo>
                <a:lnTo>
                  <a:pt x="1486341" y="1358234"/>
                </a:lnTo>
                <a:lnTo>
                  <a:pt x="1492366" y="1356646"/>
                </a:lnTo>
                <a:lnTo>
                  <a:pt x="1498392" y="1355058"/>
                </a:lnTo>
                <a:lnTo>
                  <a:pt x="1504734" y="1353470"/>
                </a:lnTo>
                <a:lnTo>
                  <a:pt x="1510759" y="1350929"/>
                </a:lnTo>
                <a:lnTo>
                  <a:pt x="1517101" y="1348706"/>
                </a:lnTo>
                <a:lnTo>
                  <a:pt x="1529786" y="1343624"/>
                </a:lnTo>
                <a:lnTo>
                  <a:pt x="1542471" y="1337272"/>
                </a:lnTo>
                <a:lnTo>
                  <a:pt x="1555473" y="1330602"/>
                </a:lnTo>
                <a:lnTo>
                  <a:pt x="1568157" y="1322662"/>
                </a:lnTo>
                <a:lnTo>
                  <a:pt x="1581159" y="1313769"/>
                </a:lnTo>
                <a:lnTo>
                  <a:pt x="1593844" y="1304241"/>
                </a:lnTo>
                <a:lnTo>
                  <a:pt x="1606846" y="1294395"/>
                </a:lnTo>
                <a:lnTo>
                  <a:pt x="1619531" y="1283597"/>
                </a:lnTo>
                <a:lnTo>
                  <a:pt x="1631581" y="1271845"/>
                </a:lnTo>
                <a:lnTo>
                  <a:pt x="1643949" y="1259776"/>
                </a:lnTo>
                <a:lnTo>
                  <a:pt x="1655682" y="1246437"/>
                </a:lnTo>
                <a:lnTo>
                  <a:pt x="1667098" y="1233097"/>
                </a:lnTo>
                <a:lnTo>
                  <a:pt x="1678197" y="1219123"/>
                </a:lnTo>
                <a:lnTo>
                  <a:pt x="1688662" y="1204513"/>
                </a:lnTo>
                <a:lnTo>
                  <a:pt x="1698810" y="1188950"/>
                </a:lnTo>
                <a:lnTo>
                  <a:pt x="1708324" y="1173387"/>
                </a:lnTo>
                <a:lnTo>
                  <a:pt x="1717203" y="1157189"/>
                </a:lnTo>
                <a:lnTo>
                  <a:pt x="1721643" y="1148932"/>
                </a:lnTo>
                <a:lnTo>
                  <a:pt x="1725765" y="1140356"/>
                </a:lnTo>
                <a:lnTo>
                  <a:pt x="1729570" y="1132099"/>
                </a:lnTo>
                <a:lnTo>
                  <a:pt x="1733693" y="1123523"/>
                </a:lnTo>
                <a:lnTo>
                  <a:pt x="1737181" y="1114948"/>
                </a:lnTo>
                <a:lnTo>
                  <a:pt x="1740352" y="1106055"/>
                </a:lnTo>
                <a:lnTo>
                  <a:pt x="1743524" y="1096844"/>
                </a:lnTo>
                <a:lnTo>
                  <a:pt x="1746695" y="1088269"/>
                </a:lnTo>
                <a:lnTo>
                  <a:pt x="1749232" y="1079058"/>
                </a:lnTo>
                <a:lnTo>
                  <a:pt x="1751769" y="1069848"/>
                </a:lnTo>
                <a:lnTo>
                  <a:pt x="1754306" y="1060637"/>
                </a:lnTo>
                <a:lnTo>
                  <a:pt x="1756525" y="1051427"/>
                </a:lnTo>
                <a:lnTo>
                  <a:pt x="1758428" y="1042216"/>
                </a:lnTo>
                <a:lnTo>
                  <a:pt x="1760014" y="1032688"/>
                </a:lnTo>
                <a:lnTo>
                  <a:pt x="1761599" y="1023160"/>
                </a:lnTo>
                <a:lnTo>
                  <a:pt x="1762551" y="1013314"/>
                </a:lnTo>
                <a:lnTo>
                  <a:pt x="1763502" y="1003786"/>
                </a:lnTo>
                <a:lnTo>
                  <a:pt x="1764136" y="994258"/>
                </a:lnTo>
                <a:lnTo>
                  <a:pt x="1764453" y="984412"/>
                </a:lnTo>
                <a:lnTo>
                  <a:pt x="1764771" y="974566"/>
                </a:lnTo>
                <a:lnTo>
                  <a:pt x="1764453" y="962815"/>
                </a:lnTo>
                <a:lnTo>
                  <a:pt x="1763819" y="951063"/>
                </a:lnTo>
                <a:lnTo>
                  <a:pt x="1748598" y="950745"/>
                </a:lnTo>
                <a:lnTo>
                  <a:pt x="1733059" y="949793"/>
                </a:lnTo>
                <a:lnTo>
                  <a:pt x="1716886" y="948840"/>
                </a:lnTo>
                <a:lnTo>
                  <a:pt x="1701030" y="947569"/>
                </a:lnTo>
                <a:lnTo>
                  <a:pt x="1684223" y="945664"/>
                </a:lnTo>
                <a:lnTo>
                  <a:pt x="1667732" y="943758"/>
                </a:lnTo>
                <a:lnTo>
                  <a:pt x="1650925" y="941852"/>
                </a:lnTo>
                <a:lnTo>
                  <a:pt x="1634435" y="939629"/>
                </a:lnTo>
                <a:lnTo>
                  <a:pt x="1617628" y="937406"/>
                </a:lnTo>
                <a:lnTo>
                  <a:pt x="1600503" y="934548"/>
                </a:lnTo>
                <a:lnTo>
                  <a:pt x="1584013" y="931689"/>
                </a:lnTo>
                <a:lnTo>
                  <a:pt x="1567206" y="928513"/>
                </a:lnTo>
                <a:lnTo>
                  <a:pt x="1550716" y="925337"/>
                </a:lnTo>
                <a:lnTo>
                  <a:pt x="1533909" y="921526"/>
                </a:lnTo>
                <a:lnTo>
                  <a:pt x="1517736" y="917714"/>
                </a:lnTo>
                <a:lnTo>
                  <a:pt x="1502197" y="913903"/>
                </a:lnTo>
                <a:lnTo>
                  <a:pt x="1486024" y="909457"/>
                </a:lnTo>
                <a:lnTo>
                  <a:pt x="1470802" y="905010"/>
                </a:lnTo>
                <a:lnTo>
                  <a:pt x="1456215" y="900564"/>
                </a:lnTo>
                <a:lnTo>
                  <a:pt x="1441310" y="895164"/>
                </a:lnTo>
                <a:lnTo>
                  <a:pt x="1427357" y="890400"/>
                </a:lnTo>
                <a:lnTo>
                  <a:pt x="1413721" y="884683"/>
                </a:lnTo>
                <a:lnTo>
                  <a:pt x="1400719" y="879284"/>
                </a:lnTo>
                <a:lnTo>
                  <a:pt x="1388352" y="873250"/>
                </a:lnTo>
                <a:lnTo>
                  <a:pt x="1376618" y="867533"/>
                </a:lnTo>
                <a:lnTo>
                  <a:pt x="1365519" y="861181"/>
                </a:lnTo>
                <a:lnTo>
                  <a:pt x="1355054" y="854828"/>
                </a:lnTo>
                <a:lnTo>
                  <a:pt x="1345541" y="848159"/>
                </a:lnTo>
                <a:lnTo>
                  <a:pt x="1336661" y="841171"/>
                </a:lnTo>
                <a:lnTo>
                  <a:pt x="1329051" y="834184"/>
                </a:lnTo>
                <a:lnTo>
                  <a:pt x="1324928" y="830690"/>
                </a:lnTo>
                <a:lnTo>
                  <a:pt x="1321757" y="826879"/>
                </a:lnTo>
                <a:lnTo>
                  <a:pt x="1318586" y="823068"/>
                </a:lnTo>
                <a:lnTo>
                  <a:pt x="1315414" y="819574"/>
                </a:lnTo>
                <a:lnTo>
                  <a:pt x="1309706" y="811634"/>
                </a:lnTo>
                <a:lnTo>
                  <a:pt x="1303681" y="804647"/>
                </a:lnTo>
                <a:lnTo>
                  <a:pt x="1298607" y="798612"/>
                </a:lnTo>
                <a:lnTo>
                  <a:pt x="1293216" y="792578"/>
                </a:lnTo>
                <a:lnTo>
                  <a:pt x="1288142" y="787813"/>
                </a:lnTo>
                <a:lnTo>
                  <a:pt x="1283386" y="783367"/>
                </a:lnTo>
                <a:lnTo>
                  <a:pt x="1278312" y="779873"/>
                </a:lnTo>
                <a:lnTo>
                  <a:pt x="1273872" y="777015"/>
                </a:lnTo>
                <a:lnTo>
                  <a:pt x="1269432" y="774474"/>
                </a:lnTo>
                <a:lnTo>
                  <a:pt x="1265310" y="772251"/>
                </a:lnTo>
                <a:lnTo>
                  <a:pt x="1261187" y="770980"/>
                </a:lnTo>
                <a:lnTo>
                  <a:pt x="1257065" y="770028"/>
                </a:lnTo>
                <a:lnTo>
                  <a:pt x="1253576" y="769392"/>
                </a:lnTo>
                <a:lnTo>
                  <a:pt x="1249771" y="769392"/>
                </a:lnTo>
                <a:close/>
                <a:moveTo>
                  <a:pt x="1457483" y="500062"/>
                </a:moveTo>
                <a:lnTo>
                  <a:pt x="1467631" y="500380"/>
                </a:lnTo>
                <a:lnTo>
                  <a:pt x="1477462" y="500697"/>
                </a:lnTo>
                <a:lnTo>
                  <a:pt x="1487609" y="501650"/>
                </a:lnTo>
                <a:lnTo>
                  <a:pt x="1497757" y="502603"/>
                </a:lnTo>
                <a:lnTo>
                  <a:pt x="1507588" y="503874"/>
                </a:lnTo>
                <a:lnTo>
                  <a:pt x="1517419" y="505462"/>
                </a:lnTo>
                <a:lnTo>
                  <a:pt x="1527249" y="507685"/>
                </a:lnTo>
                <a:lnTo>
                  <a:pt x="1537080" y="509908"/>
                </a:lnTo>
                <a:lnTo>
                  <a:pt x="1546276" y="512449"/>
                </a:lnTo>
                <a:lnTo>
                  <a:pt x="1556107" y="514990"/>
                </a:lnTo>
                <a:lnTo>
                  <a:pt x="1565303" y="518483"/>
                </a:lnTo>
                <a:lnTo>
                  <a:pt x="1574817" y="521659"/>
                </a:lnTo>
                <a:lnTo>
                  <a:pt x="1584013" y="525153"/>
                </a:lnTo>
                <a:lnTo>
                  <a:pt x="1592893" y="528964"/>
                </a:lnTo>
                <a:lnTo>
                  <a:pt x="1602089" y="533093"/>
                </a:lnTo>
                <a:lnTo>
                  <a:pt x="1610968" y="537540"/>
                </a:lnTo>
                <a:lnTo>
                  <a:pt x="1619848" y="542304"/>
                </a:lnTo>
                <a:lnTo>
                  <a:pt x="1628410" y="547068"/>
                </a:lnTo>
                <a:lnTo>
                  <a:pt x="1636972" y="552150"/>
                </a:lnTo>
                <a:lnTo>
                  <a:pt x="1645534" y="557549"/>
                </a:lnTo>
                <a:lnTo>
                  <a:pt x="1654096" y="562948"/>
                </a:lnTo>
                <a:lnTo>
                  <a:pt x="1662024" y="568983"/>
                </a:lnTo>
                <a:lnTo>
                  <a:pt x="1670269" y="575017"/>
                </a:lnTo>
                <a:lnTo>
                  <a:pt x="1678197" y="581369"/>
                </a:lnTo>
                <a:lnTo>
                  <a:pt x="1685808" y="588039"/>
                </a:lnTo>
                <a:lnTo>
                  <a:pt x="1693736" y="594391"/>
                </a:lnTo>
                <a:lnTo>
                  <a:pt x="1701347" y="601696"/>
                </a:lnTo>
                <a:lnTo>
                  <a:pt x="1708641" y="608684"/>
                </a:lnTo>
                <a:lnTo>
                  <a:pt x="1715934" y="615989"/>
                </a:lnTo>
                <a:lnTo>
                  <a:pt x="1723228" y="623611"/>
                </a:lnTo>
                <a:lnTo>
                  <a:pt x="1729888" y="631234"/>
                </a:lnTo>
                <a:lnTo>
                  <a:pt x="1736864" y="639174"/>
                </a:lnTo>
                <a:lnTo>
                  <a:pt x="1743207" y="647432"/>
                </a:lnTo>
                <a:lnTo>
                  <a:pt x="1749866" y="655689"/>
                </a:lnTo>
                <a:lnTo>
                  <a:pt x="1756208" y="664265"/>
                </a:lnTo>
                <a:lnTo>
                  <a:pt x="1762234" y="673158"/>
                </a:lnTo>
                <a:lnTo>
                  <a:pt x="1768259" y="682051"/>
                </a:lnTo>
                <a:lnTo>
                  <a:pt x="1773967" y="690944"/>
                </a:lnTo>
                <a:lnTo>
                  <a:pt x="1779675" y="700154"/>
                </a:lnTo>
                <a:lnTo>
                  <a:pt x="1785066" y="709682"/>
                </a:lnTo>
                <a:lnTo>
                  <a:pt x="1790140" y="719211"/>
                </a:lnTo>
                <a:lnTo>
                  <a:pt x="1795531" y="728739"/>
                </a:lnTo>
                <a:lnTo>
                  <a:pt x="1800288" y="738902"/>
                </a:lnTo>
                <a:lnTo>
                  <a:pt x="1805045" y="748430"/>
                </a:lnTo>
                <a:lnTo>
                  <a:pt x="1809484" y="758594"/>
                </a:lnTo>
                <a:lnTo>
                  <a:pt x="1813924" y="769075"/>
                </a:lnTo>
                <a:lnTo>
                  <a:pt x="1817729" y="779556"/>
                </a:lnTo>
                <a:lnTo>
                  <a:pt x="1821535" y="790037"/>
                </a:lnTo>
                <a:lnTo>
                  <a:pt x="1825340" y="800835"/>
                </a:lnTo>
                <a:lnTo>
                  <a:pt x="1828828" y="811634"/>
                </a:lnTo>
                <a:lnTo>
                  <a:pt x="1832000" y="822750"/>
                </a:lnTo>
                <a:lnTo>
                  <a:pt x="1834854" y="833866"/>
                </a:lnTo>
                <a:lnTo>
                  <a:pt x="1837708" y="844983"/>
                </a:lnTo>
                <a:lnTo>
                  <a:pt x="1840245" y="856416"/>
                </a:lnTo>
                <a:lnTo>
                  <a:pt x="1842464" y="867850"/>
                </a:lnTo>
                <a:lnTo>
                  <a:pt x="1844684" y="879284"/>
                </a:lnTo>
                <a:lnTo>
                  <a:pt x="1846270" y="890718"/>
                </a:lnTo>
                <a:lnTo>
                  <a:pt x="1847855" y="902469"/>
                </a:lnTo>
                <a:lnTo>
                  <a:pt x="1849758" y="914221"/>
                </a:lnTo>
                <a:lnTo>
                  <a:pt x="1850710" y="926290"/>
                </a:lnTo>
                <a:lnTo>
                  <a:pt x="1851661" y="938359"/>
                </a:lnTo>
                <a:lnTo>
                  <a:pt x="1852295" y="950428"/>
                </a:lnTo>
                <a:lnTo>
                  <a:pt x="1852612" y="962497"/>
                </a:lnTo>
                <a:lnTo>
                  <a:pt x="1852612" y="974566"/>
                </a:lnTo>
                <a:lnTo>
                  <a:pt x="1852612" y="987270"/>
                </a:lnTo>
                <a:lnTo>
                  <a:pt x="1851978" y="999657"/>
                </a:lnTo>
                <a:lnTo>
                  <a:pt x="1851344" y="1012361"/>
                </a:lnTo>
                <a:lnTo>
                  <a:pt x="1850075" y="1024430"/>
                </a:lnTo>
                <a:lnTo>
                  <a:pt x="1848490" y="1036817"/>
                </a:lnTo>
                <a:lnTo>
                  <a:pt x="1846587" y="1048886"/>
                </a:lnTo>
                <a:lnTo>
                  <a:pt x="1844367" y="1060955"/>
                </a:lnTo>
                <a:lnTo>
                  <a:pt x="1842147" y="1072706"/>
                </a:lnTo>
                <a:lnTo>
                  <a:pt x="1839293" y="1084458"/>
                </a:lnTo>
                <a:lnTo>
                  <a:pt x="1836122" y="1095891"/>
                </a:lnTo>
                <a:lnTo>
                  <a:pt x="1832951" y="1107643"/>
                </a:lnTo>
                <a:lnTo>
                  <a:pt x="1829463" y="1118759"/>
                </a:lnTo>
                <a:lnTo>
                  <a:pt x="1825974" y="1130193"/>
                </a:lnTo>
                <a:lnTo>
                  <a:pt x="1821535" y="1141309"/>
                </a:lnTo>
                <a:lnTo>
                  <a:pt x="1817412" y="1152108"/>
                </a:lnTo>
                <a:lnTo>
                  <a:pt x="1812655" y="1162906"/>
                </a:lnTo>
                <a:lnTo>
                  <a:pt x="1807899" y="1173705"/>
                </a:lnTo>
                <a:lnTo>
                  <a:pt x="1803142" y="1184186"/>
                </a:lnTo>
                <a:lnTo>
                  <a:pt x="1797751" y="1194667"/>
                </a:lnTo>
                <a:lnTo>
                  <a:pt x="1792360" y="1204830"/>
                </a:lnTo>
                <a:lnTo>
                  <a:pt x="1786652" y="1214994"/>
                </a:lnTo>
                <a:lnTo>
                  <a:pt x="1780944" y="1224840"/>
                </a:lnTo>
                <a:lnTo>
                  <a:pt x="1774601" y="1234050"/>
                </a:lnTo>
                <a:lnTo>
                  <a:pt x="1768576" y="1243896"/>
                </a:lnTo>
                <a:lnTo>
                  <a:pt x="1762234" y="1253107"/>
                </a:lnTo>
                <a:lnTo>
                  <a:pt x="1755891" y="1262317"/>
                </a:lnTo>
                <a:lnTo>
                  <a:pt x="1748915" y="1271528"/>
                </a:lnTo>
                <a:lnTo>
                  <a:pt x="1741938" y="1280103"/>
                </a:lnTo>
                <a:lnTo>
                  <a:pt x="1735279" y="1288678"/>
                </a:lnTo>
                <a:lnTo>
                  <a:pt x="1727985" y="1297254"/>
                </a:lnTo>
                <a:lnTo>
                  <a:pt x="1720691" y="1305194"/>
                </a:lnTo>
                <a:lnTo>
                  <a:pt x="1713397" y="1313452"/>
                </a:lnTo>
                <a:lnTo>
                  <a:pt x="1705787" y="1321392"/>
                </a:lnTo>
                <a:lnTo>
                  <a:pt x="1698493" y="1329014"/>
                </a:lnTo>
                <a:lnTo>
                  <a:pt x="1690565" y="1336319"/>
                </a:lnTo>
                <a:lnTo>
                  <a:pt x="1682637" y="1343624"/>
                </a:lnTo>
                <a:lnTo>
                  <a:pt x="1674709" y="1350612"/>
                </a:lnTo>
                <a:lnTo>
                  <a:pt x="1666781" y="1357599"/>
                </a:lnTo>
                <a:lnTo>
                  <a:pt x="1658853" y="1364269"/>
                </a:lnTo>
                <a:lnTo>
                  <a:pt x="1650608" y="1370303"/>
                </a:lnTo>
                <a:lnTo>
                  <a:pt x="1642680" y="1376655"/>
                </a:lnTo>
                <a:lnTo>
                  <a:pt x="1634435" y="1382372"/>
                </a:lnTo>
                <a:lnTo>
                  <a:pt x="1626190" y="1388407"/>
                </a:lnTo>
                <a:lnTo>
                  <a:pt x="1617945" y="1393806"/>
                </a:lnTo>
                <a:lnTo>
                  <a:pt x="1609700" y="1399205"/>
                </a:lnTo>
                <a:lnTo>
                  <a:pt x="1601455" y="1403970"/>
                </a:lnTo>
                <a:lnTo>
                  <a:pt x="1592893" y="1408416"/>
                </a:lnTo>
                <a:lnTo>
                  <a:pt x="1584648" y="1413180"/>
                </a:lnTo>
                <a:lnTo>
                  <a:pt x="1576403" y="1417309"/>
                </a:lnTo>
                <a:lnTo>
                  <a:pt x="1568157" y="1421120"/>
                </a:lnTo>
                <a:lnTo>
                  <a:pt x="1559912" y="1425249"/>
                </a:lnTo>
                <a:lnTo>
                  <a:pt x="1551667" y="1428743"/>
                </a:lnTo>
                <a:lnTo>
                  <a:pt x="1543422" y="1431601"/>
                </a:lnTo>
                <a:lnTo>
                  <a:pt x="1535177" y="1434777"/>
                </a:lnTo>
                <a:lnTo>
                  <a:pt x="1527249" y="1437636"/>
                </a:lnTo>
                <a:lnTo>
                  <a:pt x="1519004" y="1439859"/>
                </a:lnTo>
                <a:lnTo>
                  <a:pt x="1510759" y="1442082"/>
                </a:lnTo>
                <a:lnTo>
                  <a:pt x="1503148" y="1443670"/>
                </a:lnTo>
                <a:lnTo>
                  <a:pt x="1495220" y="1445576"/>
                </a:lnTo>
                <a:lnTo>
                  <a:pt x="1487292" y="1446846"/>
                </a:lnTo>
                <a:lnTo>
                  <a:pt x="1479999" y="1448117"/>
                </a:lnTo>
                <a:lnTo>
                  <a:pt x="1472071" y="1448752"/>
                </a:lnTo>
                <a:lnTo>
                  <a:pt x="1464460" y="1449070"/>
                </a:lnTo>
                <a:lnTo>
                  <a:pt x="1457483" y="1449387"/>
                </a:lnTo>
                <a:lnTo>
                  <a:pt x="1449872" y="1449070"/>
                </a:lnTo>
                <a:lnTo>
                  <a:pt x="1442579" y="1448752"/>
                </a:lnTo>
                <a:lnTo>
                  <a:pt x="1434968" y="1448117"/>
                </a:lnTo>
                <a:lnTo>
                  <a:pt x="1427357" y="1446846"/>
                </a:lnTo>
                <a:lnTo>
                  <a:pt x="1419429" y="1445576"/>
                </a:lnTo>
                <a:lnTo>
                  <a:pt x="1411818" y="1443670"/>
                </a:lnTo>
                <a:lnTo>
                  <a:pt x="1403573" y="1442082"/>
                </a:lnTo>
                <a:lnTo>
                  <a:pt x="1395645" y="1439859"/>
                </a:lnTo>
                <a:lnTo>
                  <a:pt x="1387717" y="1437636"/>
                </a:lnTo>
                <a:lnTo>
                  <a:pt x="1379472" y="1434777"/>
                </a:lnTo>
                <a:lnTo>
                  <a:pt x="1371227" y="1431601"/>
                </a:lnTo>
                <a:lnTo>
                  <a:pt x="1362982" y="1428743"/>
                </a:lnTo>
                <a:lnTo>
                  <a:pt x="1355054" y="1425249"/>
                </a:lnTo>
                <a:lnTo>
                  <a:pt x="1346492" y="1421120"/>
                </a:lnTo>
                <a:lnTo>
                  <a:pt x="1338247" y="1417309"/>
                </a:lnTo>
                <a:lnTo>
                  <a:pt x="1330002" y="1413180"/>
                </a:lnTo>
                <a:lnTo>
                  <a:pt x="1321757" y="1408416"/>
                </a:lnTo>
                <a:lnTo>
                  <a:pt x="1313195" y="1403970"/>
                </a:lnTo>
                <a:lnTo>
                  <a:pt x="1304950" y="1399205"/>
                </a:lnTo>
                <a:lnTo>
                  <a:pt x="1296705" y="1393806"/>
                </a:lnTo>
                <a:lnTo>
                  <a:pt x="1288459" y="1388407"/>
                </a:lnTo>
                <a:lnTo>
                  <a:pt x="1280214" y="1382372"/>
                </a:lnTo>
                <a:lnTo>
                  <a:pt x="1272286" y="1376655"/>
                </a:lnTo>
                <a:lnTo>
                  <a:pt x="1264041" y="1370303"/>
                </a:lnTo>
                <a:lnTo>
                  <a:pt x="1255796" y="1364269"/>
                </a:lnTo>
                <a:lnTo>
                  <a:pt x="1247551" y="1357599"/>
                </a:lnTo>
                <a:lnTo>
                  <a:pt x="1239940" y="1350612"/>
                </a:lnTo>
                <a:lnTo>
                  <a:pt x="1232012" y="1343624"/>
                </a:lnTo>
                <a:lnTo>
                  <a:pt x="1224085" y="1336319"/>
                </a:lnTo>
                <a:lnTo>
                  <a:pt x="1216474" y="1329014"/>
                </a:lnTo>
                <a:lnTo>
                  <a:pt x="1208863" y="1321392"/>
                </a:lnTo>
                <a:lnTo>
                  <a:pt x="1201252" y="1313452"/>
                </a:lnTo>
                <a:lnTo>
                  <a:pt x="1193958" y="1305194"/>
                </a:lnTo>
                <a:lnTo>
                  <a:pt x="1186665" y="1297254"/>
                </a:lnTo>
                <a:lnTo>
                  <a:pt x="1179688" y="1288678"/>
                </a:lnTo>
                <a:lnTo>
                  <a:pt x="1172711" y="1280103"/>
                </a:lnTo>
                <a:lnTo>
                  <a:pt x="1165735" y="1271528"/>
                </a:lnTo>
                <a:lnTo>
                  <a:pt x="1159075" y="1262317"/>
                </a:lnTo>
                <a:lnTo>
                  <a:pt x="1152416" y="1253107"/>
                </a:lnTo>
                <a:lnTo>
                  <a:pt x="1146073" y="1243896"/>
                </a:lnTo>
                <a:lnTo>
                  <a:pt x="1139731" y="1234050"/>
                </a:lnTo>
                <a:lnTo>
                  <a:pt x="1134023" y="1224840"/>
                </a:lnTo>
                <a:lnTo>
                  <a:pt x="1127998" y="1214994"/>
                </a:lnTo>
                <a:lnTo>
                  <a:pt x="1122607" y="1204830"/>
                </a:lnTo>
                <a:lnTo>
                  <a:pt x="1116899" y="1194667"/>
                </a:lnTo>
                <a:lnTo>
                  <a:pt x="1111825" y="1184186"/>
                </a:lnTo>
                <a:lnTo>
                  <a:pt x="1106751" y="1173705"/>
                </a:lnTo>
                <a:lnTo>
                  <a:pt x="1101994" y="1162906"/>
                </a:lnTo>
                <a:lnTo>
                  <a:pt x="1097237" y="1152108"/>
                </a:lnTo>
                <a:lnTo>
                  <a:pt x="1093115" y="1141309"/>
                </a:lnTo>
                <a:lnTo>
                  <a:pt x="1088992" y="1130193"/>
                </a:lnTo>
                <a:lnTo>
                  <a:pt x="1085187" y="1118759"/>
                </a:lnTo>
                <a:lnTo>
                  <a:pt x="1081699" y="1107643"/>
                </a:lnTo>
                <a:lnTo>
                  <a:pt x="1078527" y="1095891"/>
                </a:lnTo>
                <a:lnTo>
                  <a:pt x="1075356" y="1084458"/>
                </a:lnTo>
                <a:lnTo>
                  <a:pt x="1072502" y="1072706"/>
                </a:lnTo>
                <a:lnTo>
                  <a:pt x="1070282" y="1060955"/>
                </a:lnTo>
                <a:lnTo>
                  <a:pt x="1068062" y="1048886"/>
                </a:lnTo>
                <a:lnTo>
                  <a:pt x="1066477" y="1036817"/>
                </a:lnTo>
                <a:lnTo>
                  <a:pt x="1064891" y="1024430"/>
                </a:lnTo>
                <a:lnTo>
                  <a:pt x="1063623" y="1012361"/>
                </a:lnTo>
                <a:lnTo>
                  <a:pt x="1062671" y="999657"/>
                </a:lnTo>
                <a:lnTo>
                  <a:pt x="1062037" y="987270"/>
                </a:lnTo>
                <a:lnTo>
                  <a:pt x="1062037" y="974566"/>
                </a:lnTo>
                <a:lnTo>
                  <a:pt x="1062037" y="962497"/>
                </a:lnTo>
                <a:lnTo>
                  <a:pt x="1062354" y="950428"/>
                </a:lnTo>
                <a:lnTo>
                  <a:pt x="1063306" y="938359"/>
                </a:lnTo>
                <a:lnTo>
                  <a:pt x="1064257" y="926290"/>
                </a:lnTo>
                <a:lnTo>
                  <a:pt x="1065208" y="914221"/>
                </a:lnTo>
                <a:lnTo>
                  <a:pt x="1066794" y="902469"/>
                </a:lnTo>
                <a:lnTo>
                  <a:pt x="1068380" y="890718"/>
                </a:lnTo>
                <a:lnTo>
                  <a:pt x="1069965" y="879284"/>
                </a:lnTo>
                <a:lnTo>
                  <a:pt x="1072185" y="867850"/>
                </a:lnTo>
                <a:lnTo>
                  <a:pt x="1074405" y="856416"/>
                </a:lnTo>
                <a:lnTo>
                  <a:pt x="1077259" y="844983"/>
                </a:lnTo>
                <a:lnTo>
                  <a:pt x="1079796" y="833866"/>
                </a:lnTo>
                <a:lnTo>
                  <a:pt x="1082650" y="822750"/>
                </a:lnTo>
                <a:lnTo>
                  <a:pt x="1085821" y="811634"/>
                </a:lnTo>
                <a:lnTo>
                  <a:pt x="1089627" y="800835"/>
                </a:lnTo>
                <a:lnTo>
                  <a:pt x="1093115" y="790037"/>
                </a:lnTo>
                <a:lnTo>
                  <a:pt x="1096920" y="779556"/>
                </a:lnTo>
                <a:lnTo>
                  <a:pt x="1101043" y="769075"/>
                </a:lnTo>
                <a:lnTo>
                  <a:pt x="1105165" y="758594"/>
                </a:lnTo>
                <a:lnTo>
                  <a:pt x="1109922" y="748430"/>
                </a:lnTo>
                <a:lnTo>
                  <a:pt x="1114362" y="738902"/>
                </a:lnTo>
                <a:lnTo>
                  <a:pt x="1119118" y="728739"/>
                </a:lnTo>
                <a:lnTo>
                  <a:pt x="1124509" y="719211"/>
                </a:lnTo>
                <a:lnTo>
                  <a:pt x="1129583" y="709682"/>
                </a:lnTo>
                <a:lnTo>
                  <a:pt x="1135291" y="700154"/>
                </a:lnTo>
                <a:lnTo>
                  <a:pt x="1140682" y="690944"/>
                </a:lnTo>
                <a:lnTo>
                  <a:pt x="1146391" y="682051"/>
                </a:lnTo>
                <a:lnTo>
                  <a:pt x="1152416" y="673158"/>
                </a:lnTo>
                <a:lnTo>
                  <a:pt x="1158758" y="664265"/>
                </a:lnTo>
                <a:lnTo>
                  <a:pt x="1164783" y="655689"/>
                </a:lnTo>
                <a:lnTo>
                  <a:pt x="1171443" y="647432"/>
                </a:lnTo>
                <a:lnTo>
                  <a:pt x="1177785" y="639174"/>
                </a:lnTo>
                <a:lnTo>
                  <a:pt x="1184762" y="631234"/>
                </a:lnTo>
                <a:lnTo>
                  <a:pt x="1191738" y="623611"/>
                </a:lnTo>
                <a:lnTo>
                  <a:pt x="1198715" y="615989"/>
                </a:lnTo>
                <a:lnTo>
                  <a:pt x="1206009" y="608684"/>
                </a:lnTo>
                <a:lnTo>
                  <a:pt x="1213620" y="601696"/>
                </a:lnTo>
                <a:lnTo>
                  <a:pt x="1220913" y="594391"/>
                </a:lnTo>
                <a:lnTo>
                  <a:pt x="1228841" y="588039"/>
                </a:lnTo>
                <a:lnTo>
                  <a:pt x="1236769" y="581369"/>
                </a:lnTo>
                <a:lnTo>
                  <a:pt x="1244380" y="575017"/>
                </a:lnTo>
                <a:lnTo>
                  <a:pt x="1252625" y="568983"/>
                </a:lnTo>
                <a:lnTo>
                  <a:pt x="1260870" y="562948"/>
                </a:lnTo>
                <a:lnTo>
                  <a:pt x="1269115" y="557549"/>
                </a:lnTo>
                <a:lnTo>
                  <a:pt x="1277360" y="552150"/>
                </a:lnTo>
                <a:lnTo>
                  <a:pt x="1286240" y="547068"/>
                </a:lnTo>
                <a:lnTo>
                  <a:pt x="1294802" y="542304"/>
                </a:lnTo>
                <a:lnTo>
                  <a:pt x="1303364" y="537540"/>
                </a:lnTo>
                <a:lnTo>
                  <a:pt x="1312560" y="533093"/>
                </a:lnTo>
                <a:lnTo>
                  <a:pt x="1321757" y="528964"/>
                </a:lnTo>
                <a:lnTo>
                  <a:pt x="1330953" y="525153"/>
                </a:lnTo>
                <a:lnTo>
                  <a:pt x="1339833" y="521659"/>
                </a:lnTo>
                <a:lnTo>
                  <a:pt x="1349029" y="518483"/>
                </a:lnTo>
                <a:lnTo>
                  <a:pt x="1358542" y="514990"/>
                </a:lnTo>
                <a:lnTo>
                  <a:pt x="1368056" y="512449"/>
                </a:lnTo>
                <a:lnTo>
                  <a:pt x="1377887" y="509908"/>
                </a:lnTo>
                <a:lnTo>
                  <a:pt x="1387717" y="507685"/>
                </a:lnTo>
                <a:lnTo>
                  <a:pt x="1397231" y="505462"/>
                </a:lnTo>
                <a:lnTo>
                  <a:pt x="1407062" y="503874"/>
                </a:lnTo>
                <a:lnTo>
                  <a:pt x="1416892" y="502603"/>
                </a:lnTo>
                <a:lnTo>
                  <a:pt x="1427040" y="501650"/>
                </a:lnTo>
                <a:lnTo>
                  <a:pt x="1437188" y="500697"/>
                </a:lnTo>
                <a:lnTo>
                  <a:pt x="1447336" y="500380"/>
                </a:lnTo>
                <a:lnTo>
                  <a:pt x="1457483" y="500062"/>
                </a:lnTo>
                <a:close/>
                <a:moveTo>
                  <a:pt x="716008" y="249237"/>
                </a:moveTo>
                <a:lnTo>
                  <a:pt x="795913" y="249237"/>
                </a:lnTo>
                <a:lnTo>
                  <a:pt x="795913" y="374499"/>
                </a:lnTo>
                <a:lnTo>
                  <a:pt x="810181" y="375133"/>
                </a:lnTo>
                <a:lnTo>
                  <a:pt x="823816" y="376402"/>
                </a:lnTo>
                <a:lnTo>
                  <a:pt x="837133" y="377670"/>
                </a:lnTo>
                <a:lnTo>
                  <a:pt x="849500" y="379890"/>
                </a:lnTo>
                <a:lnTo>
                  <a:pt x="861549" y="381793"/>
                </a:lnTo>
                <a:lnTo>
                  <a:pt x="873281" y="384330"/>
                </a:lnTo>
                <a:lnTo>
                  <a:pt x="884379" y="386867"/>
                </a:lnTo>
                <a:lnTo>
                  <a:pt x="894842" y="389721"/>
                </a:lnTo>
                <a:lnTo>
                  <a:pt x="904989" y="393209"/>
                </a:lnTo>
                <a:lnTo>
                  <a:pt x="914819" y="396698"/>
                </a:lnTo>
                <a:lnTo>
                  <a:pt x="924014" y="400186"/>
                </a:lnTo>
                <a:lnTo>
                  <a:pt x="932575" y="403991"/>
                </a:lnTo>
                <a:lnTo>
                  <a:pt x="941136" y="407797"/>
                </a:lnTo>
                <a:lnTo>
                  <a:pt x="949381" y="411602"/>
                </a:lnTo>
                <a:lnTo>
                  <a:pt x="956673" y="415725"/>
                </a:lnTo>
                <a:lnTo>
                  <a:pt x="963966" y="419847"/>
                </a:lnTo>
                <a:lnTo>
                  <a:pt x="931624" y="504836"/>
                </a:lnTo>
                <a:lnTo>
                  <a:pt x="920209" y="498810"/>
                </a:lnTo>
                <a:lnTo>
                  <a:pt x="906257" y="491517"/>
                </a:lnTo>
                <a:lnTo>
                  <a:pt x="898330" y="488028"/>
                </a:lnTo>
                <a:lnTo>
                  <a:pt x="890086" y="484540"/>
                </a:lnTo>
                <a:lnTo>
                  <a:pt x="880891" y="480735"/>
                </a:lnTo>
                <a:lnTo>
                  <a:pt x="871061" y="477246"/>
                </a:lnTo>
                <a:lnTo>
                  <a:pt x="860597" y="474075"/>
                </a:lnTo>
                <a:lnTo>
                  <a:pt x="849500" y="470904"/>
                </a:lnTo>
                <a:lnTo>
                  <a:pt x="837767" y="468367"/>
                </a:lnTo>
                <a:lnTo>
                  <a:pt x="825401" y="465830"/>
                </a:lnTo>
                <a:lnTo>
                  <a:pt x="812401" y="463927"/>
                </a:lnTo>
                <a:lnTo>
                  <a:pt x="798449" y="462659"/>
                </a:lnTo>
                <a:lnTo>
                  <a:pt x="783863" y="461707"/>
                </a:lnTo>
                <a:lnTo>
                  <a:pt x="768960" y="461390"/>
                </a:lnTo>
                <a:lnTo>
                  <a:pt x="759765" y="461390"/>
                </a:lnTo>
                <a:lnTo>
                  <a:pt x="751204" y="462024"/>
                </a:lnTo>
                <a:lnTo>
                  <a:pt x="742643" y="462659"/>
                </a:lnTo>
                <a:lnTo>
                  <a:pt x="734398" y="463927"/>
                </a:lnTo>
                <a:lnTo>
                  <a:pt x="726471" y="465196"/>
                </a:lnTo>
                <a:lnTo>
                  <a:pt x="719496" y="467098"/>
                </a:lnTo>
                <a:lnTo>
                  <a:pt x="712203" y="469001"/>
                </a:lnTo>
                <a:lnTo>
                  <a:pt x="705544" y="471538"/>
                </a:lnTo>
                <a:lnTo>
                  <a:pt x="699202" y="473758"/>
                </a:lnTo>
                <a:lnTo>
                  <a:pt x="693178" y="476612"/>
                </a:lnTo>
                <a:lnTo>
                  <a:pt x="687153" y="479466"/>
                </a:lnTo>
                <a:lnTo>
                  <a:pt x="682080" y="482637"/>
                </a:lnTo>
                <a:lnTo>
                  <a:pt x="676689" y="486126"/>
                </a:lnTo>
                <a:lnTo>
                  <a:pt x="671933" y="489614"/>
                </a:lnTo>
                <a:lnTo>
                  <a:pt x="667177" y="493419"/>
                </a:lnTo>
                <a:lnTo>
                  <a:pt x="663055" y="497542"/>
                </a:lnTo>
                <a:lnTo>
                  <a:pt x="659250" y="501348"/>
                </a:lnTo>
                <a:lnTo>
                  <a:pt x="655445" y="505470"/>
                </a:lnTo>
                <a:lnTo>
                  <a:pt x="652274" y="509910"/>
                </a:lnTo>
                <a:lnTo>
                  <a:pt x="649103" y="514350"/>
                </a:lnTo>
                <a:lnTo>
                  <a:pt x="646249" y="519107"/>
                </a:lnTo>
                <a:lnTo>
                  <a:pt x="643713" y="523546"/>
                </a:lnTo>
                <a:lnTo>
                  <a:pt x="641493" y="528303"/>
                </a:lnTo>
                <a:lnTo>
                  <a:pt x="639591" y="533060"/>
                </a:lnTo>
                <a:lnTo>
                  <a:pt x="637688" y="537817"/>
                </a:lnTo>
                <a:lnTo>
                  <a:pt x="636420" y="542891"/>
                </a:lnTo>
                <a:lnTo>
                  <a:pt x="635152" y="547647"/>
                </a:lnTo>
                <a:lnTo>
                  <a:pt x="633566" y="552721"/>
                </a:lnTo>
                <a:lnTo>
                  <a:pt x="632932" y="557478"/>
                </a:lnTo>
                <a:lnTo>
                  <a:pt x="632298" y="562235"/>
                </a:lnTo>
                <a:lnTo>
                  <a:pt x="631981" y="567309"/>
                </a:lnTo>
                <a:lnTo>
                  <a:pt x="631981" y="572066"/>
                </a:lnTo>
                <a:lnTo>
                  <a:pt x="631981" y="578408"/>
                </a:lnTo>
                <a:lnTo>
                  <a:pt x="632615" y="584433"/>
                </a:lnTo>
                <a:lnTo>
                  <a:pt x="633249" y="590459"/>
                </a:lnTo>
                <a:lnTo>
                  <a:pt x="634200" y="595850"/>
                </a:lnTo>
                <a:lnTo>
                  <a:pt x="635786" y="601558"/>
                </a:lnTo>
                <a:lnTo>
                  <a:pt x="637371" y="606632"/>
                </a:lnTo>
                <a:lnTo>
                  <a:pt x="639274" y="612023"/>
                </a:lnTo>
                <a:lnTo>
                  <a:pt x="641176" y="617097"/>
                </a:lnTo>
                <a:lnTo>
                  <a:pt x="643713" y="622171"/>
                </a:lnTo>
                <a:lnTo>
                  <a:pt x="646249" y="626927"/>
                </a:lnTo>
                <a:lnTo>
                  <a:pt x="649737" y="631367"/>
                </a:lnTo>
                <a:lnTo>
                  <a:pt x="652908" y="636124"/>
                </a:lnTo>
                <a:lnTo>
                  <a:pt x="656713" y="640564"/>
                </a:lnTo>
                <a:lnTo>
                  <a:pt x="660835" y="645320"/>
                </a:lnTo>
                <a:lnTo>
                  <a:pt x="665274" y="649443"/>
                </a:lnTo>
                <a:lnTo>
                  <a:pt x="670031" y="653566"/>
                </a:lnTo>
                <a:lnTo>
                  <a:pt x="675104" y="658005"/>
                </a:lnTo>
                <a:lnTo>
                  <a:pt x="680177" y="662128"/>
                </a:lnTo>
                <a:lnTo>
                  <a:pt x="686202" y="665933"/>
                </a:lnTo>
                <a:lnTo>
                  <a:pt x="691909" y="670373"/>
                </a:lnTo>
                <a:lnTo>
                  <a:pt x="698568" y="674178"/>
                </a:lnTo>
                <a:lnTo>
                  <a:pt x="705227" y="678301"/>
                </a:lnTo>
                <a:lnTo>
                  <a:pt x="719813" y="686229"/>
                </a:lnTo>
                <a:lnTo>
                  <a:pt x="735667" y="694474"/>
                </a:lnTo>
                <a:lnTo>
                  <a:pt x="753106" y="702402"/>
                </a:lnTo>
                <a:lnTo>
                  <a:pt x="771814" y="710964"/>
                </a:lnTo>
                <a:lnTo>
                  <a:pt x="792108" y="719527"/>
                </a:lnTo>
                <a:lnTo>
                  <a:pt x="804474" y="724600"/>
                </a:lnTo>
                <a:lnTo>
                  <a:pt x="816206" y="729991"/>
                </a:lnTo>
                <a:lnTo>
                  <a:pt x="827621" y="735065"/>
                </a:lnTo>
                <a:lnTo>
                  <a:pt x="838719" y="740774"/>
                </a:lnTo>
                <a:lnTo>
                  <a:pt x="849500" y="745847"/>
                </a:lnTo>
                <a:lnTo>
                  <a:pt x="859963" y="751873"/>
                </a:lnTo>
                <a:lnTo>
                  <a:pt x="870110" y="757264"/>
                </a:lnTo>
                <a:lnTo>
                  <a:pt x="879622" y="763289"/>
                </a:lnTo>
                <a:lnTo>
                  <a:pt x="888501" y="768997"/>
                </a:lnTo>
                <a:lnTo>
                  <a:pt x="897379" y="775340"/>
                </a:lnTo>
                <a:lnTo>
                  <a:pt x="905940" y="781365"/>
                </a:lnTo>
                <a:lnTo>
                  <a:pt x="914184" y="788024"/>
                </a:lnTo>
                <a:lnTo>
                  <a:pt x="921477" y="794367"/>
                </a:lnTo>
                <a:lnTo>
                  <a:pt x="928770" y="801026"/>
                </a:lnTo>
                <a:lnTo>
                  <a:pt x="935746" y="808003"/>
                </a:lnTo>
                <a:lnTo>
                  <a:pt x="942088" y="814980"/>
                </a:lnTo>
                <a:lnTo>
                  <a:pt x="948429" y="822273"/>
                </a:lnTo>
                <a:lnTo>
                  <a:pt x="953820" y="829250"/>
                </a:lnTo>
                <a:lnTo>
                  <a:pt x="959210" y="837178"/>
                </a:lnTo>
                <a:lnTo>
                  <a:pt x="963966" y="844789"/>
                </a:lnTo>
                <a:lnTo>
                  <a:pt x="968406" y="852717"/>
                </a:lnTo>
                <a:lnTo>
                  <a:pt x="972845" y="860962"/>
                </a:lnTo>
                <a:lnTo>
                  <a:pt x="976333" y="869524"/>
                </a:lnTo>
                <a:lnTo>
                  <a:pt x="979503" y="878087"/>
                </a:lnTo>
                <a:lnTo>
                  <a:pt x="982674" y="886966"/>
                </a:lnTo>
                <a:lnTo>
                  <a:pt x="985211" y="895845"/>
                </a:lnTo>
                <a:lnTo>
                  <a:pt x="987431" y="905359"/>
                </a:lnTo>
                <a:lnTo>
                  <a:pt x="989016" y="914873"/>
                </a:lnTo>
                <a:lnTo>
                  <a:pt x="990284" y="925020"/>
                </a:lnTo>
                <a:lnTo>
                  <a:pt x="991236" y="935168"/>
                </a:lnTo>
                <a:lnTo>
                  <a:pt x="991870" y="944999"/>
                </a:lnTo>
                <a:lnTo>
                  <a:pt x="992187" y="955781"/>
                </a:lnTo>
                <a:lnTo>
                  <a:pt x="991870" y="965295"/>
                </a:lnTo>
                <a:lnTo>
                  <a:pt x="991236" y="974808"/>
                </a:lnTo>
                <a:lnTo>
                  <a:pt x="990284" y="984322"/>
                </a:lnTo>
                <a:lnTo>
                  <a:pt x="989016" y="993835"/>
                </a:lnTo>
                <a:lnTo>
                  <a:pt x="987113" y="1002715"/>
                </a:lnTo>
                <a:lnTo>
                  <a:pt x="984894" y="1012228"/>
                </a:lnTo>
                <a:lnTo>
                  <a:pt x="982357" y="1021108"/>
                </a:lnTo>
                <a:lnTo>
                  <a:pt x="978869" y="1030304"/>
                </a:lnTo>
                <a:lnTo>
                  <a:pt x="975698" y="1039184"/>
                </a:lnTo>
                <a:lnTo>
                  <a:pt x="971893" y="1047429"/>
                </a:lnTo>
                <a:lnTo>
                  <a:pt x="967454" y="1055991"/>
                </a:lnTo>
                <a:lnTo>
                  <a:pt x="962698" y="1064553"/>
                </a:lnTo>
                <a:lnTo>
                  <a:pt x="957625" y="1072481"/>
                </a:lnTo>
                <a:lnTo>
                  <a:pt x="952234" y="1080409"/>
                </a:lnTo>
                <a:lnTo>
                  <a:pt x="946210" y="1088337"/>
                </a:lnTo>
                <a:lnTo>
                  <a:pt x="940185" y="1095631"/>
                </a:lnTo>
                <a:lnTo>
                  <a:pt x="933526" y="1102925"/>
                </a:lnTo>
                <a:lnTo>
                  <a:pt x="926551" y="1110219"/>
                </a:lnTo>
                <a:lnTo>
                  <a:pt x="918941" y="1116561"/>
                </a:lnTo>
                <a:lnTo>
                  <a:pt x="911014" y="1123221"/>
                </a:lnTo>
                <a:lnTo>
                  <a:pt x="903087" y="1129246"/>
                </a:lnTo>
                <a:lnTo>
                  <a:pt x="894525" y="1135271"/>
                </a:lnTo>
                <a:lnTo>
                  <a:pt x="885647" y="1140979"/>
                </a:lnTo>
                <a:lnTo>
                  <a:pt x="876134" y="1146370"/>
                </a:lnTo>
                <a:lnTo>
                  <a:pt x="866622" y="1151127"/>
                </a:lnTo>
                <a:lnTo>
                  <a:pt x="856475" y="1155884"/>
                </a:lnTo>
                <a:lnTo>
                  <a:pt x="846012" y="1160006"/>
                </a:lnTo>
                <a:lnTo>
                  <a:pt x="835231" y="1163812"/>
                </a:lnTo>
                <a:lnTo>
                  <a:pt x="824133" y="1167617"/>
                </a:lnTo>
                <a:lnTo>
                  <a:pt x="812401" y="1170471"/>
                </a:lnTo>
                <a:lnTo>
                  <a:pt x="800669" y="1173008"/>
                </a:lnTo>
                <a:lnTo>
                  <a:pt x="788303" y="1175228"/>
                </a:lnTo>
                <a:lnTo>
                  <a:pt x="788303" y="1309687"/>
                </a:lnTo>
                <a:lnTo>
                  <a:pt x="707129" y="1309687"/>
                </a:lnTo>
                <a:lnTo>
                  <a:pt x="707129" y="1179351"/>
                </a:lnTo>
                <a:lnTo>
                  <a:pt x="692861" y="1179034"/>
                </a:lnTo>
                <a:lnTo>
                  <a:pt x="678592" y="1178082"/>
                </a:lnTo>
                <a:lnTo>
                  <a:pt x="664640" y="1176180"/>
                </a:lnTo>
                <a:lnTo>
                  <a:pt x="650689" y="1174277"/>
                </a:lnTo>
                <a:lnTo>
                  <a:pt x="637054" y="1172057"/>
                </a:lnTo>
                <a:lnTo>
                  <a:pt x="623102" y="1169520"/>
                </a:lnTo>
                <a:lnTo>
                  <a:pt x="609785" y="1166349"/>
                </a:lnTo>
                <a:lnTo>
                  <a:pt x="596785" y="1162543"/>
                </a:lnTo>
                <a:lnTo>
                  <a:pt x="584101" y="1158738"/>
                </a:lnTo>
                <a:lnTo>
                  <a:pt x="572052" y="1154615"/>
                </a:lnTo>
                <a:lnTo>
                  <a:pt x="560003" y="1149859"/>
                </a:lnTo>
                <a:lnTo>
                  <a:pt x="548588" y="1144785"/>
                </a:lnTo>
                <a:lnTo>
                  <a:pt x="537807" y="1139394"/>
                </a:lnTo>
                <a:lnTo>
                  <a:pt x="527660" y="1134320"/>
                </a:lnTo>
                <a:lnTo>
                  <a:pt x="518148" y="1128294"/>
                </a:lnTo>
                <a:lnTo>
                  <a:pt x="509587" y="1122586"/>
                </a:lnTo>
                <a:lnTo>
                  <a:pt x="540027" y="1036012"/>
                </a:lnTo>
                <a:lnTo>
                  <a:pt x="549222" y="1041721"/>
                </a:lnTo>
                <a:lnTo>
                  <a:pt x="558735" y="1047112"/>
                </a:lnTo>
                <a:lnTo>
                  <a:pt x="568564" y="1052820"/>
                </a:lnTo>
                <a:lnTo>
                  <a:pt x="579028" y="1057577"/>
                </a:lnTo>
                <a:lnTo>
                  <a:pt x="589492" y="1062651"/>
                </a:lnTo>
                <a:lnTo>
                  <a:pt x="600590" y="1067090"/>
                </a:lnTo>
                <a:lnTo>
                  <a:pt x="612004" y="1071213"/>
                </a:lnTo>
                <a:lnTo>
                  <a:pt x="623737" y="1075335"/>
                </a:lnTo>
                <a:lnTo>
                  <a:pt x="635786" y="1078824"/>
                </a:lnTo>
                <a:lnTo>
                  <a:pt x="648152" y="1081995"/>
                </a:lnTo>
                <a:lnTo>
                  <a:pt x="660518" y="1084849"/>
                </a:lnTo>
                <a:lnTo>
                  <a:pt x="673201" y="1087069"/>
                </a:lnTo>
                <a:lnTo>
                  <a:pt x="686202" y="1088972"/>
                </a:lnTo>
                <a:lnTo>
                  <a:pt x="699519" y="1090240"/>
                </a:lnTo>
                <a:lnTo>
                  <a:pt x="712520" y="1091191"/>
                </a:lnTo>
                <a:lnTo>
                  <a:pt x="726154" y="1091509"/>
                </a:lnTo>
                <a:lnTo>
                  <a:pt x="734716" y="1091191"/>
                </a:lnTo>
                <a:lnTo>
                  <a:pt x="743277" y="1090874"/>
                </a:lnTo>
                <a:lnTo>
                  <a:pt x="751521" y="1090240"/>
                </a:lnTo>
                <a:lnTo>
                  <a:pt x="759131" y="1088972"/>
                </a:lnTo>
                <a:lnTo>
                  <a:pt x="767058" y="1087703"/>
                </a:lnTo>
                <a:lnTo>
                  <a:pt x="774668" y="1086117"/>
                </a:lnTo>
                <a:lnTo>
                  <a:pt x="781644" y="1083898"/>
                </a:lnTo>
                <a:lnTo>
                  <a:pt x="788937" y="1081995"/>
                </a:lnTo>
                <a:lnTo>
                  <a:pt x="795595" y="1079458"/>
                </a:lnTo>
                <a:lnTo>
                  <a:pt x="802571" y="1076921"/>
                </a:lnTo>
                <a:lnTo>
                  <a:pt x="809230" y="1074067"/>
                </a:lnTo>
                <a:lnTo>
                  <a:pt x="815255" y="1070579"/>
                </a:lnTo>
                <a:lnTo>
                  <a:pt x="821279" y="1067407"/>
                </a:lnTo>
                <a:lnTo>
                  <a:pt x="826987" y="1063919"/>
                </a:lnTo>
                <a:lnTo>
                  <a:pt x="832377" y="1059796"/>
                </a:lnTo>
                <a:lnTo>
                  <a:pt x="837450" y="1055674"/>
                </a:lnTo>
                <a:lnTo>
                  <a:pt x="842207" y="1051551"/>
                </a:lnTo>
                <a:lnTo>
                  <a:pt x="847280" y="1046795"/>
                </a:lnTo>
                <a:lnTo>
                  <a:pt x="851402" y="1042355"/>
                </a:lnTo>
                <a:lnTo>
                  <a:pt x="855524" y="1037281"/>
                </a:lnTo>
                <a:lnTo>
                  <a:pt x="859329" y="1032207"/>
                </a:lnTo>
                <a:lnTo>
                  <a:pt x="862817" y="1027133"/>
                </a:lnTo>
                <a:lnTo>
                  <a:pt x="866305" y="1021425"/>
                </a:lnTo>
                <a:lnTo>
                  <a:pt x="868842" y="1016034"/>
                </a:lnTo>
                <a:lnTo>
                  <a:pt x="871378" y="1010009"/>
                </a:lnTo>
                <a:lnTo>
                  <a:pt x="873598" y="1003983"/>
                </a:lnTo>
                <a:lnTo>
                  <a:pt x="875500" y="997641"/>
                </a:lnTo>
                <a:lnTo>
                  <a:pt x="877086" y="991299"/>
                </a:lnTo>
                <a:lnTo>
                  <a:pt x="878354" y="984956"/>
                </a:lnTo>
                <a:lnTo>
                  <a:pt x="879305" y="978297"/>
                </a:lnTo>
                <a:lnTo>
                  <a:pt x="879939" y="971954"/>
                </a:lnTo>
                <a:lnTo>
                  <a:pt x="879939" y="964978"/>
                </a:lnTo>
                <a:lnTo>
                  <a:pt x="879939" y="958318"/>
                </a:lnTo>
                <a:lnTo>
                  <a:pt x="879622" y="951976"/>
                </a:lnTo>
                <a:lnTo>
                  <a:pt x="878671" y="945950"/>
                </a:lnTo>
                <a:lnTo>
                  <a:pt x="877720" y="939608"/>
                </a:lnTo>
                <a:lnTo>
                  <a:pt x="876134" y="933266"/>
                </a:lnTo>
                <a:lnTo>
                  <a:pt x="874549" y="927557"/>
                </a:lnTo>
                <a:lnTo>
                  <a:pt x="872647" y="921849"/>
                </a:lnTo>
                <a:lnTo>
                  <a:pt x="870744" y="916458"/>
                </a:lnTo>
                <a:lnTo>
                  <a:pt x="868207" y="910750"/>
                </a:lnTo>
                <a:lnTo>
                  <a:pt x="865354" y="905676"/>
                </a:lnTo>
                <a:lnTo>
                  <a:pt x="862183" y="900602"/>
                </a:lnTo>
                <a:lnTo>
                  <a:pt x="859012" y="895211"/>
                </a:lnTo>
                <a:lnTo>
                  <a:pt x="855524" y="890454"/>
                </a:lnTo>
                <a:lnTo>
                  <a:pt x="851402" y="885380"/>
                </a:lnTo>
                <a:lnTo>
                  <a:pt x="847280" y="880624"/>
                </a:lnTo>
                <a:lnTo>
                  <a:pt x="842524" y="875867"/>
                </a:lnTo>
                <a:lnTo>
                  <a:pt x="838085" y="871427"/>
                </a:lnTo>
                <a:lnTo>
                  <a:pt x="833011" y="866987"/>
                </a:lnTo>
                <a:lnTo>
                  <a:pt x="827621" y="862231"/>
                </a:lnTo>
                <a:lnTo>
                  <a:pt x="822230" y="858108"/>
                </a:lnTo>
                <a:lnTo>
                  <a:pt x="816206" y="853985"/>
                </a:lnTo>
                <a:lnTo>
                  <a:pt x="810181" y="849546"/>
                </a:lnTo>
                <a:lnTo>
                  <a:pt x="803840" y="845740"/>
                </a:lnTo>
                <a:lnTo>
                  <a:pt x="797181" y="841301"/>
                </a:lnTo>
                <a:lnTo>
                  <a:pt x="782912" y="833690"/>
                </a:lnTo>
                <a:lnTo>
                  <a:pt x="767692" y="826079"/>
                </a:lnTo>
                <a:lnTo>
                  <a:pt x="751521" y="818785"/>
                </a:lnTo>
                <a:lnTo>
                  <a:pt x="734081" y="811174"/>
                </a:lnTo>
                <a:lnTo>
                  <a:pt x="709983" y="801344"/>
                </a:lnTo>
                <a:lnTo>
                  <a:pt x="687153" y="791196"/>
                </a:lnTo>
                <a:lnTo>
                  <a:pt x="676055" y="786439"/>
                </a:lnTo>
                <a:lnTo>
                  <a:pt x="665274" y="781048"/>
                </a:lnTo>
                <a:lnTo>
                  <a:pt x="655128" y="775657"/>
                </a:lnTo>
                <a:lnTo>
                  <a:pt x="644981" y="770266"/>
                </a:lnTo>
                <a:lnTo>
                  <a:pt x="635786" y="764875"/>
                </a:lnTo>
                <a:lnTo>
                  <a:pt x="626273" y="759167"/>
                </a:lnTo>
                <a:lnTo>
                  <a:pt x="617395" y="753458"/>
                </a:lnTo>
                <a:lnTo>
                  <a:pt x="608517" y="747433"/>
                </a:lnTo>
                <a:lnTo>
                  <a:pt x="600590" y="741408"/>
                </a:lnTo>
                <a:lnTo>
                  <a:pt x="592662" y="735065"/>
                </a:lnTo>
                <a:lnTo>
                  <a:pt x="585052" y="729040"/>
                </a:lnTo>
                <a:lnTo>
                  <a:pt x="578077" y="722381"/>
                </a:lnTo>
                <a:lnTo>
                  <a:pt x="571418" y="715721"/>
                </a:lnTo>
                <a:lnTo>
                  <a:pt x="565076" y="708744"/>
                </a:lnTo>
                <a:lnTo>
                  <a:pt x="559052" y="701451"/>
                </a:lnTo>
                <a:lnTo>
                  <a:pt x="553344" y="694474"/>
                </a:lnTo>
                <a:lnTo>
                  <a:pt x="548588" y="686546"/>
                </a:lnTo>
                <a:lnTo>
                  <a:pt x="543832" y="678935"/>
                </a:lnTo>
                <a:lnTo>
                  <a:pt x="539393" y="671007"/>
                </a:lnTo>
                <a:lnTo>
                  <a:pt x="535588" y="662762"/>
                </a:lnTo>
                <a:lnTo>
                  <a:pt x="532417" y="654200"/>
                </a:lnTo>
                <a:lnTo>
                  <a:pt x="529246" y="645955"/>
                </a:lnTo>
                <a:lnTo>
                  <a:pt x="526709" y="636758"/>
                </a:lnTo>
                <a:lnTo>
                  <a:pt x="524807" y="627562"/>
                </a:lnTo>
                <a:lnTo>
                  <a:pt x="523221" y="618048"/>
                </a:lnTo>
                <a:lnTo>
                  <a:pt x="521953" y="608217"/>
                </a:lnTo>
                <a:lnTo>
                  <a:pt x="521319" y="598069"/>
                </a:lnTo>
                <a:lnTo>
                  <a:pt x="521002" y="587922"/>
                </a:lnTo>
                <a:lnTo>
                  <a:pt x="521319" y="577774"/>
                </a:lnTo>
                <a:lnTo>
                  <a:pt x="521953" y="567943"/>
                </a:lnTo>
                <a:lnTo>
                  <a:pt x="522904" y="558429"/>
                </a:lnTo>
                <a:lnTo>
                  <a:pt x="524490" y="548916"/>
                </a:lnTo>
                <a:lnTo>
                  <a:pt x="526392" y="539402"/>
                </a:lnTo>
                <a:lnTo>
                  <a:pt x="528612" y="530523"/>
                </a:lnTo>
                <a:lnTo>
                  <a:pt x="531783" y="521643"/>
                </a:lnTo>
                <a:lnTo>
                  <a:pt x="534636" y="512764"/>
                </a:lnTo>
                <a:lnTo>
                  <a:pt x="538124" y="504202"/>
                </a:lnTo>
                <a:lnTo>
                  <a:pt x="541929" y="495956"/>
                </a:lnTo>
                <a:lnTo>
                  <a:pt x="546685" y="487711"/>
                </a:lnTo>
                <a:lnTo>
                  <a:pt x="551125" y="479783"/>
                </a:lnTo>
                <a:lnTo>
                  <a:pt x="556515" y="472489"/>
                </a:lnTo>
                <a:lnTo>
                  <a:pt x="561905" y="464879"/>
                </a:lnTo>
                <a:lnTo>
                  <a:pt x="567930" y="457585"/>
                </a:lnTo>
                <a:lnTo>
                  <a:pt x="573955" y="450925"/>
                </a:lnTo>
                <a:lnTo>
                  <a:pt x="580613" y="444266"/>
                </a:lnTo>
                <a:lnTo>
                  <a:pt x="587272" y="437923"/>
                </a:lnTo>
                <a:lnTo>
                  <a:pt x="594565" y="431581"/>
                </a:lnTo>
                <a:lnTo>
                  <a:pt x="602175" y="425873"/>
                </a:lnTo>
                <a:lnTo>
                  <a:pt x="609785" y="420165"/>
                </a:lnTo>
                <a:lnTo>
                  <a:pt x="618029" y="415091"/>
                </a:lnTo>
                <a:lnTo>
                  <a:pt x="626590" y="410017"/>
                </a:lnTo>
                <a:lnTo>
                  <a:pt x="635469" y="405577"/>
                </a:lnTo>
                <a:lnTo>
                  <a:pt x="644347" y="400820"/>
                </a:lnTo>
                <a:lnTo>
                  <a:pt x="653859" y="397015"/>
                </a:lnTo>
                <a:lnTo>
                  <a:pt x="663372" y="393526"/>
                </a:lnTo>
                <a:lnTo>
                  <a:pt x="673519" y="389721"/>
                </a:lnTo>
                <a:lnTo>
                  <a:pt x="683665" y="386867"/>
                </a:lnTo>
                <a:lnTo>
                  <a:pt x="694129" y="384330"/>
                </a:lnTo>
                <a:lnTo>
                  <a:pt x="704910" y="381793"/>
                </a:lnTo>
                <a:lnTo>
                  <a:pt x="716008" y="379890"/>
                </a:lnTo>
                <a:lnTo>
                  <a:pt x="716008" y="249237"/>
                </a:lnTo>
                <a:close/>
                <a:moveTo>
                  <a:pt x="784828" y="0"/>
                </a:moveTo>
                <a:lnTo>
                  <a:pt x="808948" y="317"/>
                </a:lnTo>
                <a:lnTo>
                  <a:pt x="832750" y="1588"/>
                </a:lnTo>
                <a:lnTo>
                  <a:pt x="856551" y="3175"/>
                </a:lnTo>
                <a:lnTo>
                  <a:pt x="880036" y="5716"/>
                </a:lnTo>
                <a:lnTo>
                  <a:pt x="903203" y="9209"/>
                </a:lnTo>
                <a:lnTo>
                  <a:pt x="926370" y="13020"/>
                </a:lnTo>
                <a:lnTo>
                  <a:pt x="949538" y="17466"/>
                </a:lnTo>
                <a:lnTo>
                  <a:pt x="972387" y="22864"/>
                </a:lnTo>
                <a:lnTo>
                  <a:pt x="994920" y="28581"/>
                </a:lnTo>
                <a:lnTo>
                  <a:pt x="1017452" y="35249"/>
                </a:lnTo>
                <a:lnTo>
                  <a:pt x="1039668" y="42871"/>
                </a:lnTo>
                <a:lnTo>
                  <a:pt x="1061565" y="50493"/>
                </a:lnTo>
                <a:lnTo>
                  <a:pt x="1083146" y="59067"/>
                </a:lnTo>
                <a:lnTo>
                  <a:pt x="1104727" y="68276"/>
                </a:lnTo>
                <a:lnTo>
                  <a:pt x="1125990" y="78121"/>
                </a:lnTo>
                <a:lnTo>
                  <a:pt x="1146618" y="88283"/>
                </a:lnTo>
                <a:lnTo>
                  <a:pt x="1167246" y="99397"/>
                </a:lnTo>
                <a:lnTo>
                  <a:pt x="1187240" y="111147"/>
                </a:lnTo>
                <a:lnTo>
                  <a:pt x="1207233" y="123215"/>
                </a:lnTo>
                <a:lnTo>
                  <a:pt x="1226910" y="136553"/>
                </a:lnTo>
                <a:lnTo>
                  <a:pt x="1245634" y="149890"/>
                </a:lnTo>
                <a:lnTo>
                  <a:pt x="1264675" y="163863"/>
                </a:lnTo>
                <a:lnTo>
                  <a:pt x="1283082" y="178154"/>
                </a:lnTo>
                <a:lnTo>
                  <a:pt x="1300854" y="193714"/>
                </a:lnTo>
                <a:lnTo>
                  <a:pt x="1318309" y="209275"/>
                </a:lnTo>
                <a:lnTo>
                  <a:pt x="1335129" y="225153"/>
                </a:lnTo>
                <a:lnTo>
                  <a:pt x="1351949" y="242302"/>
                </a:lnTo>
                <a:lnTo>
                  <a:pt x="1368134" y="259450"/>
                </a:lnTo>
                <a:lnTo>
                  <a:pt x="1383368" y="277234"/>
                </a:lnTo>
                <a:lnTo>
                  <a:pt x="1398918" y="295335"/>
                </a:lnTo>
                <a:lnTo>
                  <a:pt x="1413199" y="314389"/>
                </a:lnTo>
                <a:lnTo>
                  <a:pt x="1427163" y="333760"/>
                </a:lnTo>
                <a:lnTo>
                  <a:pt x="1313549" y="414104"/>
                </a:lnTo>
                <a:lnTo>
                  <a:pt x="1301806" y="397908"/>
                </a:lnTo>
                <a:lnTo>
                  <a:pt x="1289747" y="382665"/>
                </a:lnTo>
                <a:lnTo>
                  <a:pt x="1277370" y="367740"/>
                </a:lnTo>
                <a:lnTo>
                  <a:pt x="1264675" y="352814"/>
                </a:lnTo>
                <a:lnTo>
                  <a:pt x="1251346" y="338524"/>
                </a:lnTo>
                <a:lnTo>
                  <a:pt x="1238017" y="324868"/>
                </a:lnTo>
                <a:lnTo>
                  <a:pt x="1223736" y="311531"/>
                </a:lnTo>
                <a:lnTo>
                  <a:pt x="1209455" y="298828"/>
                </a:lnTo>
                <a:lnTo>
                  <a:pt x="1194539" y="286126"/>
                </a:lnTo>
                <a:lnTo>
                  <a:pt x="1179623" y="274058"/>
                </a:lnTo>
                <a:lnTo>
                  <a:pt x="1164073" y="262308"/>
                </a:lnTo>
                <a:lnTo>
                  <a:pt x="1148522" y="251829"/>
                </a:lnTo>
                <a:lnTo>
                  <a:pt x="1132654" y="241031"/>
                </a:lnTo>
                <a:lnTo>
                  <a:pt x="1116151" y="230869"/>
                </a:lnTo>
                <a:lnTo>
                  <a:pt x="1099649" y="221342"/>
                </a:lnTo>
                <a:lnTo>
                  <a:pt x="1082511" y="212133"/>
                </a:lnTo>
                <a:lnTo>
                  <a:pt x="1065374" y="203559"/>
                </a:lnTo>
                <a:lnTo>
                  <a:pt x="1047919" y="195620"/>
                </a:lnTo>
                <a:lnTo>
                  <a:pt x="1030464" y="187998"/>
                </a:lnTo>
                <a:lnTo>
                  <a:pt x="1012375" y="180694"/>
                </a:lnTo>
                <a:lnTo>
                  <a:pt x="994603" y="174343"/>
                </a:lnTo>
                <a:lnTo>
                  <a:pt x="976196" y="168309"/>
                </a:lnTo>
                <a:lnTo>
                  <a:pt x="957472" y="162910"/>
                </a:lnTo>
                <a:lnTo>
                  <a:pt x="939065" y="157829"/>
                </a:lnTo>
                <a:lnTo>
                  <a:pt x="920341" y="153701"/>
                </a:lnTo>
                <a:lnTo>
                  <a:pt x="901616" y="150208"/>
                </a:lnTo>
                <a:lnTo>
                  <a:pt x="882258" y="146715"/>
                </a:lnTo>
                <a:lnTo>
                  <a:pt x="862899" y="144174"/>
                </a:lnTo>
                <a:lnTo>
                  <a:pt x="843857" y="141951"/>
                </a:lnTo>
                <a:lnTo>
                  <a:pt x="824181" y="140681"/>
                </a:lnTo>
                <a:lnTo>
                  <a:pt x="804505" y="139728"/>
                </a:lnTo>
                <a:lnTo>
                  <a:pt x="784828" y="139411"/>
                </a:lnTo>
                <a:lnTo>
                  <a:pt x="768326" y="139728"/>
                </a:lnTo>
                <a:lnTo>
                  <a:pt x="751823" y="140363"/>
                </a:lnTo>
                <a:lnTo>
                  <a:pt x="735320" y="141316"/>
                </a:lnTo>
                <a:lnTo>
                  <a:pt x="719135" y="142586"/>
                </a:lnTo>
                <a:lnTo>
                  <a:pt x="702632" y="144492"/>
                </a:lnTo>
                <a:lnTo>
                  <a:pt x="686764" y="146715"/>
                </a:lnTo>
                <a:lnTo>
                  <a:pt x="670897" y="149573"/>
                </a:lnTo>
                <a:lnTo>
                  <a:pt x="655029" y="152431"/>
                </a:lnTo>
                <a:lnTo>
                  <a:pt x="639478" y="155924"/>
                </a:lnTo>
                <a:lnTo>
                  <a:pt x="623927" y="160052"/>
                </a:lnTo>
                <a:lnTo>
                  <a:pt x="608377" y="163863"/>
                </a:lnTo>
                <a:lnTo>
                  <a:pt x="593144" y="168309"/>
                </a:lnTo>
                <a:lnTo>
                  <a:pt x="578228" y="173390"/>
                </a:lnTo>
                <a:lnTo>
                  <a:pt x="562994" y="178471"/>
                </a:lnTo>
                <a:lnTo>
                  <a:pt x="548396" y="184505"/>
                </a:lnTo>
                <a:lnTo>
                  <a:pt x="533797" y="190221"/>
                </a:lnTo>
                <a:lnTo>
                  <a:pt x="519516" y="196572"/>
                </a:lnTo>
                <a:lnTo>
                  <a:pt x="505235" y="203241"/>
                </a:lnTo>
                <a:lnTo>
                  <a:pt x="491271" y="210228"/>
                </a:lnTo>
                <a:lnTo>
                  <a:pt x="477308" y="217532"/>
                </a:lnTo>
                <a:lnTo>
                  <a:pt x="463978" y="225153"/>
                </a:lnTo>
                <a:lnTo>
                  <a:pt x="450332" y="233092"/>
                </a:lnTo>
                <a:lnTo>
                  <a:pt x="437003" y="241349"/>
                </a:lnTo>
                <a:lnTo>
                  <a:pt x="423991" y="249923"/>
                </a:lnTo>
                <a:lnTo>
                  <a:pt x="411297" y="258815"/>
                </a:lnTo>
                <a:lnTo>
                  <a:pt x="398603" y="268024"/>
                </a:lnTo>
                <a:lnTo>
                  <a:pt x="386543" y="277551"/>
                </a:lnTo>
                <a:lnTo>
                  <a:pt x="374483" y="287396"/>
                </a:lnTo>
                <a:lnTo>
                  <a:pt x="362424" y="296923"/>
                </a:lnTo>
                <a:lnTo>
                  <a:pt x="350999" y="307402"/>
                </a:lnTo>
                <a:lnTo>
                  <a:pt x="339574" y="317882"/>
                </a:lnTo>
                <a:lnTo>
                  <a:pt x="328466" y="328997"/>
                </a:lnTo>
                <a:lnTo>
                  <a:pt x="317676" y="340112"/>
                </a:lnTo>
                <a:lnTo>
                  <a:pt x="306886" y="351226"/>
                </a:lnTo>
                <a:lnTo>
                  <a:pt x="296730" y="362976"/>
                </a:lnTo>
                <a:lnTo>
                  <a:pt x="286575" y="374726"/>
                </a:lnTo>
                <a:lnTo>
                  <a:pt x="277054" y="386794"/>
                </a:lnTo>
                <a:lnTo>
                  <a:pt x="267533" y="399179"/>
                </a:lnTo>
                <a:lnTo>
                  <a:pt x="258330" y="411564"/>
                </a:lnTo>
                <a:lnTo>
                  <a:pt x="249444" y="424584"/>
                </a:lnTo>
                <a:lnTo>
                  <a:pt x="240875" y="437604"/>
                </a:lnTo>
                <a:lnTo>
                  <a:pt x="232624" y="450942"/>
                </a:lnTo>
                <a:lnTo>
                  <a:pt x="224690" y="464279"/>
                </a:lnTo>
                <a:lnTo>
                  <a:pt x="217073" y="477935"/>
                </a:lnTo>
                <a:lnTo>
                  <a:pt x="209774" y="491590"/>
                </a:lnTo>
                <a:lnTo>
                  <a:pt x="202792" y="505563"/>
                </a:lnTo>
                <a:lnTo>
                  <a:pt x="196445" y="520171"/>
                </a:lnTo>
                <a:lnTo>
                  <a:pt x="189780" y="534462"/>
                </a:lnTo>
                <a:lnTo>
                  <a:pt x="183751" y="548752"/>
                </a:lnTo>
                <a:lnTo>
                  <a:pt x="178355" y="563678"/>
                </a:lnTo>
                <a:lnTo>
                  <a:pt x="173278" y="578603"/>
                </a:lnTo>
                <a:lnTo>
                  <a:pt x="168200" y="593846"/>
                </a:lnTo>
                <a:lnTo>
                  <a:pt x="163757" y="608772"/>
                </a:lnTo>
                <a:lnTo>
                  <a:pt x="159314" y="624332"/>
                </a:lnTo>
                <a:lnTo>
                  <a:pt x="155506" y="639893"/>
                </a:lnTo>
                <a:lnTo>
                  <a:pt x="152332" y="655454"/>
                </a:lnTo>
                <a:lnTo>
                  <a:pt x="148841" y="671650"/>
                </a:lnTo>
                <a:lnTo>
                  <a:pt x="146302" y="687210"/>
                </a:lnTo>
                <a:lnTo>
                  <a:pt x="144081" y="703724"/>
                </a:lnTo>
                <a:lnTo>
                  <a:pt x="142494" y="719602"/>
                </a:lnTo>
                <a:lnTo>
                  <a:pt x="140907" y="735798"/>
                </a:lnTo>
                <a:lnTo>
                  <a:pt x="139955" y="752629"/>
                </a:lnTo>
                <a:lnTo>
                  <a:pt x="139320" y="769142"/>
                </a:lnTo>
                <a:lnTo>
                  <a:pt x="139003" y="785973"/>
                </a:lnTo>
                <a:lnTo>
                  <a:pt x="139320" y="800263"/>
                </a:lnTo>
                <a:lnTo>
                  <a:pt x="139638" y="814871"/>
                </a:lnTo>
                <a:lnTo>
                  <a:pt x="140590" y="829162"/>
                </a:lnTo>
                <a:lnTo>
                  <a:pt x="141542" y="844087"/>
                </a:lnTo>
                <a:lnTo>
                  <a:pt x="143129" y="858378"/>
                </a:lnTo>
                <a:lnTo>
                  <a:pt x="144715" y="872350"/>
                </a:lnTo>
                <a:lnTo>
                  <a:pt x="146620" y="886641"/>
                </a:lnTo>
                <a:lnTo>
                  <a:pt x="149158" y="900931"/>
                </a:lnTo>
                <a:lnTo>
                  <a:pt x="152015" y="914586"/>
                </a:lnTo>
                <a:lnTo>
                  <a:pt x="154871" y="928559"/>
                </a:lnTo>
                <a:lnTo>
                  <a:pt x="158044" y="942215"/>
                </a:lnTo>
                <a:lnTo>
                  <a:pt x="161853" y="955870"/>
                </a:lnTo>
                <a:lnTo>
                  <a:pt x="165661" y="969208"/>
                </a:lnTo>
                <a:lnTo>
                  <a:pt x="169469" y="983180"/>
                </a:lnTo>
                <a:lnTo>
                  <a:pt x="174230" y="996201"/>
                </a:lnTo>
                <a:lnTo>
                  <a:pt x="178673" y="1009538"/>
                </a:lnTo>
                <a:lnTo>
                  <a:pt x="183433" y="1022558"/>
                </a:lnTo>
                <a:lnTo>
                  <a:pt x="188828" y="1035261"/>
                </a:lnTo>
                <a:lnTo>
                  <a:pt x="194223" y="1047964"/>
                </a:lnTo>
                <a:lnTo>
                  <a:pt x="200253" y="1060666"/>
                </a:lnTo>
                <a:lnTo>
                  <a:pt x="205966" y="1073369"/>
                </a:lnTo>
                <a:lnTo>
                  <a:pt x="212630" y="1085754"/>
                </a:lnTo>
                <a:lnTo>
                  <a:pt x="219295" y="1098139"/>
                </a:lnTo>
                <a:lnTo>
                  <a:pt x="225642" y="1110206"/>
                </a:lnTo>
                <a:lnTo>
                  <a:pt x="232941" y="1121956"/>
                </a:lnTo>
                <a:lnTo>
                  <a:pt x="239923" y="1133706"/>
                </a:lnTo>
                <a:lnTo>
                  <a:pt x="247857" y="1145456"/>
                </a:lnTo>
                <a:lnTo>
                  <a:pt x="255474" y="1156571"/>
                </a:lnTo>
                <a:lnTo>
                  <a:pt x="263408" y="1168003"/>
                </a:lnTo>
                <a:lnTo>
                  <a:pt x="271659" y="1179118"/>
                </a:lnTo>
                <a:lnTo>
                  <a:pt x="280228" y="1189915"/>
                </a:lnTo>
                <a:lnTo>
                  <a:pt x="289114" y="1200395"/>
                </a:lnTo>
                <a:lnTo>
                  <a:pt x="297682" y="1210874"/>
                </a:lnTo>
                <a:lnTo>
                  <a:pt x="307203" y="1221036"/>
                </a:lnTo>
                <a:lnTo>
                  <a:pt x="316407" y="1231198"/>
                </a:lnTo>
                <a:lnTo>
                  <a:pt x="326245" y="1241361"/>
                </a:lnTo>
                <a:lnTo>
                  <a:pt x="336083" y="1250887"/>
                </a:lnTo>
                <a:lnTo>
                  <a:pt x="345604" y="1260414"/>
                </a:lnTo>
                <a:lnTo>
                  <a:pt x="356076" y="1269624"/>
                </a:lnTo>
                <a:lnTo>
                  <a:pt x="366549" y="1278833"/>
                </a:lnTo>
                <a:lnTo>
                  <a:pt x="377022" y="1287725"/>
                </a:lnTo>
                <a:lnTo>
                  <a:pt x="388130" y="1296299"/>
                </a:lnTo>
                <a:lnTo>
                  <a:pt x="398920" y="1304556"/>
                </a:lnTo>
                <a:lnTo>
                  <a:pt x="410345" y="1312813"/>
                </a:lnTo>
                <a:lnTo>
                  <a:pt x="421770" y="1320752"/>
                </a:lnTo>
                <a:lnTo>
                  <a:pt x="433195" y="1328373"/>
                </a:lnTo>
                <a:lnTo>
                  <a:pt x="444937" y="1335995"/>
                </a:lnTo>
                <a:lnTo>
                  <a:pt x="456997" y="1343299"/>
                </a:lnTo>
                <a:lnTo>
                  <a:pt x="469056" y="1349968"/>
                </a:lnTo>
                <a:lnTo>
                  <a:pt x="481116" y="1356636"/>
                </a:lnTo>
                <a:lnTo>
                  <a:pt x="493810" y="1362988"/>
                </a:lnTo>
                <a:lnTo>
                  <a:pt x="506187" y="1369339"/>
                </a:lnTo>
                <a:lnTo>
                  <a:pt x="518882" y="1375373"/>
                </a:lnTo>
                <a:lnTo>
                  <a:pt x="532211" y="1380771"/>
                </a:lnTo>
                <a:lnTo>
                  <a:pt x="545222" y="1386170"/>
                </a:lnTo>
                <a:lnTo>
                  <a:pt x="558551" y="1391569"/>
                </a:lnTo>
                <a:lnTo>
                  <a:pt x="571881" y="1396015"/>
                </a:lnTo>
                <a:lnTo>
                  <a:pt x="585210" y="1400778"/>
                </a:lnTo>
                <a:lnTo>
                  <a:pt x="598856" y="1404906"/>
                </a:lnTo>
                <a:lnTo>
                  <a:pt x="613137" y="1408717"/>
                </a:lnTo>
                <a:lnTo>
                  <a:pt x="626784" y="1412845"/>
                </a:lnTo>
                <a:lnTo>
                  <a:pt x="641065" y="1416021"/>
                </a:lnTo>
                <a:lnTo>
                  <a:pt x="655029" y="1418879"/>
                </a:lnTo>
                <a:lnTo>
                  <a:pt x="669627" y="1422055"/>
                </a:lnTo>
                <a:lnTo>
                  <a:pt x="644873" y="1558925"/>
                </a:lnTo>
                <a:lnTo>
                  <a:pt x="627418" y="1555432"/>
                </a:lnTo>
                <a:lnTo>
                  <a:pt x="609964" y="1551939"/>
                </a:lnTo>
                <a:lnTo>
                  <a:pt x="593144" y="1547493"/>
                </a:lnTo>
                <a:lnTo>
                  <a:pt x="576006" y="1543365"/>
                </a:lnTo>
                <a:lnTo>
                  <a:pt x="559186" y="1538601"/>
                </a:lnTo>
                <a:lnTo>
                  <a:pt x="542684" y="1533202"/>
                </a:lnTo>
                <a:lnTo>
                  <a:pt x="526181" y="1527804"/>
                </a:lnTo>
                <a:lnTo>
                  <a:pt x="509996" y="1521770"/>
                </a:lnTo>
                <a:lnTo>
                  <a:pt x="493493" y="1515736"/>
                </a:lnTo>
                <a:lnTo>
                  <a:pt x="477942" y="1509068"/>
                </a:lnTo>
                <a:lnTo>
                  <a:pt x="462074" y="1502081"/>
                </a:lnTo>
                <a:lnTo>
                  <a:pt x="446524" y="1495095"/>
                </a:lnTo>
                <a:lnTo>
                  <a:pt x="431291" y="1487473"/>
                </a:lnTo>
                <a:lnTo>
                  <a:pt x="416057" y="1479852"/>
                </a:lnTo>
                <a:lnTo>
                  <a:pt x="401141" y="1471595"/>
                </a:lnTo>
                <a:lnTo>
                  <a:pt x="386226" y="1463338"/>
                </a:lnTo>
                <a:lnTo>
                  <a:pt x="371944" y="1454446"/>
                </a:lnTo>
                <a:lnTo>
                  <a:pt x="357346" y="1445555"/>
                </a:lnTo>
                <a:lnTo>
                  <a:pt x="343382" y="1436028"/>
                </a:lnTo>
                <a:lnTo>
                  <a:pt x="329736" y="1426501"/>
                </a:lnTo>
                <a:lnTo>
                  <a:pt x="316089" y="1416339"/>
                </a:lnTo>
                <a:lnTo>
                  <a:pt x="302760" y="1406177"/>
                </a:lnTo>
                <a:lnTo>
                  <a:pt x="289431" y="1395697"/>
                </a:lnTo>
                <a:lnTo>
                  <a:pt x="276419" y="1384900"/>
                </a:lnTo>
                <a:lnTo>
                  <a:pt x="263725" y="1373785"/>
                </a:lnTo>
                <a:lnTo>
                  <a:pt x="251348" y="1362670"/>
                </a:lnTo>
                <a:lnTo>
                  <a:pt x="238971" y="1350920"/>
                </a:lnTo>
                <a:lnTo>
                  <a:pt x="227229" y="1339170"/>
                </a:lnTo>
                <a:lnTo>
                  <a:pt x="215486" y="1327103"/>
                </a:lnTo>
                <a:lnTo>
                  <a:pt x="204062" y="1315036"/>
                </a:lnTo>
                <a:lnTo>
                  <a:pt x="192954" y="1302333"/>
                </a:lnTo>
                <a:lnTo>
                  <a:pt x="182164" y="1289630"/>
                </a:lnTo>
                <a:lnTo>
                  <a:pt x="171374" y="1276928"/>
                </a:lnTo>
                <a:lnTo>
                  <a:pt x="161535" y="1263590"/>
                </a:lnTo>
                <a:lnTo>
                  <a:pt x="151380" y="1250252"/>
                </a:lnTo>
                <a:lnTo>
                  <a:pt x="141542" y="1236597"/>
                </a:lnTo>
                <a:lnTo>
                  <a:pt x="132021" y="1222624"/>
                </a:lnTo>
                <a:lnTo>
                  <a:pt x="122818" y="1208651"/>
                </a:lnTo>
                <a:lnTo>
                  <a:pt x="113932" y="1194361"/>
                </a:lnTo>
                <a:lnTo>
                  <a:pt x="105363" y="1180071"/>
                </a:lnTo>
                <a:lnTo>
                  <a:pt x="97112" y="1165145"/>
                </a:lnTo>
                <a:lnTo>
                  <a:pt x="89178" y="1150219"/>
                </a:lnTo>
                <a:lnTo>
                  <a:pt x="81561" y="1135294"/>
                </a:lnTo>
                <a:lnTo>
                  <a:pt x="74262" y="1120368"/>
                </a:lnTo>
                <a:lnTo>
                  <a:pt x="66962" y="1104808"/>
                </a:lnTo>
                <a:lnTo>
                  <a:pt x="60615" y="1089247"/>
                </a:lnTo>
                <a:lnTo>
                  <a:pt x="53951" y="1073369"/>
                </a:lnTo>
                <a:lnTo>
                  <a:pt x="48238" y="1057491"/>
                </a:lnTo>
                <a:lnTo>
                  <a:pt x="42208" y="1041612"/>
                </a:lnTo>
                <a:lnTo>
                  <a:pt x="37131" y="1025417"/>
                </a:lnTo>
                <a:lnTo>
                  <a:pt x="32053" y="1009221"/>
                </a:lnTo>
                <a:lnTo>
                  <a:pt x="27293" y="992390"/>
                </a:lnTo>
                <a:lnTo>
                  <a:pt x="23167" y="975876"/>
                </a:lnTo>
                <a:lnTo>
                  <a:pt x="19041" y="959363"/>
                </a:lnTo>
                <a:lnTo>
                  <a:pt x="15550" y="942532"/>
                </a:lnTo>
                <a:lnTo>
                  <a:pt x="12377" y="925701"/>
                </a:lnTo>
                <a:lnTo>
                  <a:pt x="9203" y="908235"/>
                </a:lnTo>
                <a:lnTo>
                  <a:pt x="6982" y="891087"/>
                </a:lnTo>
                <a:lnTo>
                  <a:pt x="4760" y="873621"/>
                </a:lnTo>
                <a:lnTo>
                  <a:pt x="3173" y="856472"/>
                </a:lnTo>
                <a:lnTo>
                  <a:pt x="1904" y="838689"/>
                </a:lnTo>
                <a:lnTo>
                  <a:pt x="952" y="821222"/>
                </a:lnTo>
                <a:lnTo>
                  <a:pt x="317" y="803439"/>
                </a:lnTo>
                <a:lnTo>
                  <a:pt x="0" y="785973"/>
                </a:lnTo>
                <a:lnTo>
                  <a:pt x="317" y="765649"/>
                </a:lnTo>
                <a:lnTo>
                  <a:pt x="952" y="745325"/>
                </a:lnTo>
                <a:lnTo>
                  <a:pt x="2221" y="725318"/>
                </a:lnTo>
                <a:lnTo>
                  <a:pt x="4125" y="705629"/>
                </a:lnTo>
                <a:lnTo>
                  <a:pt x="6030" y="685622"/>
                </a:lnTo>
                <a:lnTo>
                  <a:pt x="8886" y="666251"/>
                </a:lnTo>
                <a:lnTo>
                  <a:pt x="12377" y="646879"/>
                </a:lnTo>
                <a:lnTo>
                  <a:pt x="15868" y="627508"/>
                </a:lnTo>
                <a:lnTo>
                  <a:pt x="19993" y="608454"/>
                </a:lnTo>
                <a:lnTo>
                  <a:pt x="24754" y="589718"/>
                </a:lnTo>
                <a:lnTo>
                  <a:pt x="29831" y="570982"/>
                </a:lnTo>
                <a:lnTo>
                  <a:pt x="35227" y="552245"/>
                </a:lnTo>
                <a:lnTo>
                  <a:pt x="41256" y="534144"/>
                </a:lnTo>
                <a:lnTo>
                  <a:pt x="47604" y="515725"/>
                </a:lnTo>
                <a:lnTo>
                  <a:pt x="54268" y="497941"/>
                </a:lnTo>
                <a:lnTo>
                  <a:pt x="61567" y="480158"/>
                </a:lnTo>
                <a:lnTo>
                  <a:pt x="69501" y="462692"/>
                </a:lnTo>
                <a:lnTo>
                  <a:pt x="77435" y="445225"/>
                </a:lnTo>
                <a:lnTo>
                  <a:pt x="86004" y="428395"/>
                </a:lnTo>
                <a:lnTo>
                  <a:pt x="94890" y="411246"/>
                </a:lnTo>
                <a:lnTo>
                  <a:pt x="104093" y="395050"/>
                </a:lnTo>
                <a:lnTo>
                  <a:pt x="113614" y="378854"/>
                </a:lnTo>
                <a:lnTo>
                  <a:pt x="123770" y="362341"/>
                </a:lnTo>
                <a:lnTo>
                  <a:pt x="133925" y="346780"/>
                </a:lnTo>
                <a:lnTo>
                  <a:pt x="145033" y="330902"/>
                </a:lnTo>
                <a:lnTo>
                  <a:pt x="156140" y="315977"/>
                </a:lnTo>
                <a:lnTo>
                  <a:pt x="167565" y="301051"/>
                </a:lnTo>
                <a:lnTo>
                  <a:pt x="179308" y="286443"/>
                </a:lnTo>
                <a:lnTo>
                  <a:pt x="191367" y="271835"/>
                </a:lnTo>
                <a:lnTo>
                  <a:pt x="204062" y="257545"/>
                </a:lnTo>
                <a:lnTo>
                  <a:pt x="216756" y="243889"/>
                </a:lnTo>
                <a:lnTo>
                  <a:pt x="229768" y="230552"/>
                </a:lnTo>
                <a:lnTo>
                  <a:pt x="243731" y="217214"/>
                </a:lnTo>
                <a:lnTo>
                  <a:pt x="257378" y="204194"/>
                </a:lnTo>
                <a:lnTo>
                  <a:pt x="271342" y="191809"/>
                </a:lnTo>
                <a:lnTo>
                  <a:pt x="285623" y="179424"/>
                </a:lnTo>
                <a:lnTo>
                  <a:pt x="300539" y="167674"/>
                </a:lnTo>
                <a:lnTo>
                  <a:pt x="315455" y="156242"/>
                </a:lnTo>
                <a:lnTo>
                  <a:pt x="330688" y="145127"/>
                </a:lnTo>
                <a:lnTo>
                  <a:pt x="346556" y="134330"/>
                </a:lnTo>
                <a:lnTo>
                  <a:pt x="362106" y="124168"/>
                </a:lnTo>
                <a:lnTo>
                  <a:pt x="377974" y="114005"/>
                </a:lnTo>
                <a:lnTo>
                  <a:pt x="394477" y="104479"/>
                </a:lnTo>
                <a:lnTo>
                  <a:pt x="410980" y="94952"/>
                </a:lnTo>
                <a:lnTo>
                  <a:pt x="428117" y="86060"/>
                </a:lnTo>
                <a:lnTo>
                  <a:pt x="444937" y="77803"/>
                </a:lnTo>
                <a:lnTo>
                  <a:pt x="462392" y="69546"/>
                </a:lnTo>
                <a:lnTo>
                  <a:pt x="479529" y="61925"/>
                </a:lnTo>
                <a:lnTo>
                  <a:pt x="497619" y="54621"/>
                </a:lnTo>
                <a:lnTo>
                  <a:pt x="515391" y="47634"/>
                </a:lnTo>
                <a:lnTo>
                  <a:pt x="533480" y="41283"/>
                </a:lnTo>
                <a:lnTo>
                  <a:pt x="551570" y="35567"/>
                </a:lnTo>
                <a:lnTo>
                  <a:pt x="570294" y="29851"/>
                </a:lnTo>
                <a:lnTo>
                  <a:pt x="589018" y="24770"/>
                </a:lnTo>
                <a:lnTo>
                  <a:pt x="607742" y="20324"/>
                </a:lnTo>
                <a:lnTo>
                  <a:pt x="627101" y="15878"/>
                </a:lnTo>
                <a:lnTo>
                  <a:pt x="646143" y="12385"/>
                </a:lnTo>
                <a:lnTo>
                  <a:pt x="665501" y="9209"/>
                </a:lnTo>
                <a:lnTo>
                  <a:pt x="685178" y="6351"/>
                </a:lnTo>
                <a:lnTo>
                  <a:pt x="704854" y="4128"/>
                </a:lnTo>
                <a:lnTo>
                  <a:pt x="724530" y="2223"/>
                </a:lnTo>
                <a:lnTo>
                  <a:pt x="744524" y="952"/>
                </a:lnTo>
                <a:lnTo>
                  <a:pt x="764835" y="317"/>
                </a:lnTo>
                <a:lnTo>
                  <a:pt x="78482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6BBF4B0-0771-4E52-937B-D7D114711F46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D317AC9-0731-4A14-BF33-C8C5B21FDA62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5489FC0C-298A-4E06-9B72-E0A0CBE124FA}"/>
              </a:ext>
            </a:extLst>
          </p:cNvPr>
          <p:cNvSpPr txBox="1"/>
          <p:nvPr/>
        </p:nvSpPr>
        <p:spPr>
          <a:xfrm>
            <a:off x="4587330" y="215612"/>
            <a:ext cx="31340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Vấn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đề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thực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tế</a:t>
            </a:r>
            <a:endParaRPr lang="zh-CN" altLang="en-US" sz="32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:push dir="u"/>
      </p:transition>
    </mc:Choice>
    <mc:Fallback xmlns="">
      <p:transition spd="slow" advTm="0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1"/>
          <p:cNvSpPr>
            <a:spLocks noChangeArrowheads="1"/>
          </p:cNvSpPr>
          <p:nvPr/>
        </p:nvSpPr>
        <p:spPr bwMode="gray">
          <a:xfrm>
            <a:off x="2954196" y="1468143"/>
            <a:ext cx="6922406" cy="1622322"/>
          </a:xfrm>
          <a:prstGeom prst="roundRect">
            <a:avLst>
              <a:gd name="adj" fmla="val 11505"/>
            </a:avLst>
          </a:prstGeom>
          <a:noFill/>
          <a:ln w="15875" cap="flat" cmpd="sng" algn="ctr">
            <a:solidFill>
              <a:schemeClr val="accent3"/>
            </a:solidFill>
            <a:prstDash val="solid"/>
          </a:ln>
          <a:effectLst/>
        </p:spPr>
        <p:txBody>
          <a:bodyPr lIns="80884" tIns="40441" rIns="80884" bIns="4044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/>
              <a:t>Ý </a:t>
            </a:r>
            <a:r>
              <a:rPr lang="en-US" b="1" dirty="0" err="1"/>
              <a:t>Tưởng</a:t>
            </a:r>
            <a:r>
              <a:rPr lang="en-US" b="1" dirty="0"/>
              <a:t> </a:t>
            </a:r>
            <a:r>
              <a:rPr lang="en-US" b="1" dirty="0" err="1"/>
              <a:t>Ứng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br>
              <a:rPr lang="en-US" dirty="0"/>
            </a:br>
            <a:r>
              <a:rPr lang="en-US" dirty="0"/>
              <a:t>Emerald Finance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“</a:t>
            </a:r>
            <a:r>
              <a:rPr lang="en-US" dirty="0" err="1"/>
              <a:t>sổ</a:t>
            </a:r>
            <a:r>
              <a:rPr lang="en-US" dirty="0"/>
              <a:t> </a:t>
            </a:r>
            <a:r>
              <a:rPr lang="en-US" dirty="0" err="1"/>
              <a:t>tay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”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thoại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App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,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,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ngân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nhắc</a:t>
            </a:r>
            <a:r>
              <a:rPr lang="en-US" dirty="0"/>
              <a:t> </a:t>
            </a:r>
            <a:r>
              <a:rPr lang="en-US" dirty="0" err="1"/>
              <a:t>nhở</a:t>
            </a:r>
            <a:r>
              <a:rPr lang="en-US" dirty="0"/>
              <a:t>.</a:t>
            </a:r>
            <a:endParaRPr lang="zh-CN" altLang="zh-CN" sz="1065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22" name="文本2"/>
          <p:cNvSpPr>
            <a:spLocks noChangeArrowheads="1"/>
          </p:cNvSpPr>
          <p:nvPr/>
        </p:nvSpPr>
        <p:spPr bwMode="gray">
          <a:xfrm>
            <a:off x="2954196" y="3483864"/>
            <a:ext cx="6922406" cy="1360666"/>
          </a:xfrm>
          <a:prstGeom prst="roundRect">
            <a:avLst>
              <a:gd name="adj" fmla="val 11505"/>
            </a:avLst>
          </a:prstGeom>
          <a:noFill/>
          <a:ln w="15875" cap="flat" cmpd="sng" algn="ctr">
            <a:solidFill>
              <a:schemeClr val="accent1"/>
            </a:solidFill>
            <a:prstDash val="solid"/>
          </a:ln>
          <a:effectLst/>
        </p:spPr>
        <p:txBody>
          <a:bodyPr lIns="80884" tIns="40441" rIns="80884" bIns="4044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 err="1"/>
              <a:t>Đối</a:t>
            </a:r>
            <a:r>
              <a:rPr lang="en-US" b="1" dirty="0"/>
              <a:t> </a:t>
            </a:r>
            <a:r>
              <a:rPr lang="en-US" b="1" dirty="0" err="1"/>
              <a:t>Tượng</a:t>
            </a:r>
            <a:r>
              <a:rPr lang="en-US" b="1" dirty="0"/>
              <a:t> </a:t>
            </a:r>
            <a:r>
              <a:rPr lang="en-US" b="1" dirty="0" err="1"/>
              <a:t>Người</a:t>
            </a:r>
            <a:r>
              <a:rPr lang="en-US" b="1" dirty="0"/>
              <a:t> </a:t>
            </a:r>
            <a:r>
              <a:rPr lang="en-US" b="1" dirty="0" err="1"/>
              <a:t>Dùng</a:t>
            </a:r>
            <a:br>
              <a:rPr lang="en-US" dirty="0"/>
            </a:br>
            <a:r>
              <a:rPr lang="en-US" dirty="0"/>
              <a:t>Sinh </a:t>
            </a:r>
            <a:r>
              <a:rPr lang="en-US" dirty="0" err="1"/>
              <a:t>viên</a:t>
            </a:r>
            <a:r>
              <a:rPr lang="en-US" dirty="0"/>
              <a:t>,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,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chi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đình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, </a:t>
            </a:r>
            <a:r>
              <a:rPr lang="en-US" dirty="0" err="1"/>
              <a:t>người</a:t>
            </a:r>
            <a:r>
              <a:rPr lang="en-US" dirty="0"/>
              <a:t> hay </a:t>
            </a:r>
            <a:r>
              <a:rPr lang="en-US" dirty="0" err="1"/>
              <a:t>quên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chép</a:t>
            </a:r>
            <a:r>
              <a:rPr lang="en-US" dirty="0"/>
              <a:t> chi </a:t>
            </a:r>
            <a:r>
              <a:rPr lang="en-US" dirty="0" err="1"/>
              <a:t>tiêu</a:t>
            </a:r>
            <a:r>
              <a:rPr lang="en-US" dirty="0"/>
              <a:t>.</a:t>
            </a:r>
            <a:br>
              <a:rPr lang="en-US" dirty="0"/>
            </a:br>
            <a:endParaRPr lang="zh-CN" altLang="zh-CN" sz="1065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37" name="Text Placeholder 4"/>
          <p:cNvSpPr txBox="1"/>
          <p:nvPr/>
        </p:nvSpPr>
        <p:spPr>
          <a:xfrm>
            <a:off x="2954881" y="3360806"/>
            <a:ext cx="987244" cy="246116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4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Title</a:t>
            </a:r>
          </a:p>
          <a:p>
            <a:pPr marL="0" indent="0" algn="ctr">
              <a:buNone/>
            </a:pPr>
            <a:r>
              <a:rPr lang="en-US" altLang="zh-CN" sz="14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Here</a:t>
            </a:r>
            <a:endParaRPr lang="en-GB" altLang="zh-CN" sz="1400" dirty="0">
              <a:solidFill>
                <a:schemeClr val="bg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41" name="Text Placeholder 4"/>
          <p:cNvSpPr txBox="1"/>
          <p:nvPr/>
        </p:nvSpPr>
        <p:spPr>
          <a:xfrm>
            <a:off x="2958176" y="4761427"/>
            <a:ext cx="987244" cy="246116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4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Title</a:t>
            </a:r>
          </a:p>
          <a:p>
            <a:pPr marL="0" indent="0" algn="ctr">
              <a:buNone/>
            </a:pPr>
            <a:r>
              <a:rPr lang="en-US" altLang="zh-CN" sz="14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Here</a:t>
            </a:r>
            <a:endParaRPr lang="en-GB" altLang="zh-CN" sz="1400" dirty="0">
              <a:solidFill>
                <a:schemeClr val="bg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D2ED49D1-AE3D-47AA-AF50-6F197738E57A}"/>
              </a:ext>
            </a:extLst>
          </p:cNvPr>
          <p:cNvCxnSpPr>
            <a:cxnSpLocks/>
          </p:cNvCxnSpPr>
          <p:nvPr/>
        </p:nvCxnSpPr>
        <p:spPr>
          <a:xfrm>
            <a:off x="1016000" y="508000"/>
            <a:ext cx="57289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200A1F86-158A-42FE-AB59-D6994FAD44DD}"/>
              </a:ext>
            </a:extLst>
          </p:cNvPr>
          <p:cNvCxnSpPr>
            <a:cxnSpLocks/>
          </p:cNvCxnSpPr>
          <p:nvPr/>
        </p:nvCxnSpPr>
        <p:spPr>
          <a:xfrm>
            <a:off x="6744929" y="508000"/>
            <a:ext cx="44352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7B25F73F-1F56-C11C-7930-D9523F690767}"/>
              </a:ext>
            </a:extLst>
          </p:cNvPr>
          <p:cNvGrpSpPr/>
          <p:nvPr/>
        </p:nvGrpSpPr>
        <p:grpSpPr>
          <a:xfrm>
            <a:off x="1587669" y="1468144"/>
            <a:ext cx="870396" cy="1166902"/>
            <a:chOff x="3582988" y="3510757"/>
            <a:chExt cx="319088" cy="465138"/>
          </a:xfr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</p:grpSpPr>
        <p:sp>
          <p:nvSpPr>
            <p:cNvPr id="5" name="AutoShape 113">
              <a:extLst>
                <a:ext uri="{FF2B5EF4-FFF2-40B4-BE49-F238E27FC236}">
                  <a16:creationId xmlns:a16="http://schemas.microsoft.com/office/drawing/2014/main" id="{F8108843-9D1E-DF0F-6106-DEF33B372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988" y="3510757"/>
              <a:ext cx="319088" cy="46513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1907" tIns="11907" rIns="11907" bIns="11907" anchor="ctr"/>
            <a:lstStyle/>
            <a:p>
              <a:pPr algn="ctr" defTabSz="1429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37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6" name="AutoShape 114">
              <a:extLst>
                <a:ext uri="{FF2B5EF4-FFF2-40B4-BE49-F238E27FC236}">
                  <a16:creationId xmlns:a16="http://schemas.microsoft.com/office/drawing/2014/main" id="{77B38F35-C791-812F-8843-D36E18D407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219" y="3583782"/>
              <a:ext cx="94456" cy="9445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1907" tIns="11907" rIns="11907" bIns="11907" anchor="ctr"/>
            <a:lstStyle/>
            <a:p>
              <a:pPr algn="ctr" defTabSz="1429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937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8" name="KSO_Shape">
            <a:extLst>
              <a:ext uri="{FF2B5EF4-FFF2-40B4-BE49-F238E27FC236}">
                <a16:creationId xmlns:a16="http://schemas.microsoft.com/office/drawing/2014/main" id="{0E7C04D4-6888-05DD-D676-8C72D7C57871}"/>
              </a:ext>
            </a:extLst>
          </p:cNvPr>
          <p:cNvSpPr>
            <a:spLocks noChangeAspect="1"/>
          </p:cNvSpPr>
          <p:nvPr/>
        </p:nvSpPr>
        <p:spPr bwMode="auto">
          <a:xfrm>
            <a:off x="1555825" y="3612072"/>
            <a:ext cx="973052" cy="979583"/>
          </a:xfrm>
          <a:custGeom>
            <a:avLst/>
            <a:gdLst>
              <a:gd name="T0" fmla="*/ 1161579 w 2109787"/>
              <a:gd name="T1" fmla="*/ 1730131 h 2125662"/>
              <a:gd name="T2" fmla="*/ 1236189 w 2109787"/>
              <a:gd name="T3" fmla="*/ 1509409 h 2125662"/>
              <a:gd name="T4" fmla="*/ 1220811 w 2109787"/>
              <a:gd name="T5" fmla="*/ 1384665 h 2125662"/>
              <a:gd name="T6" fmla="*/ 1405342 w 2109787"/>
              <a:gd name="T7" fmla="*/ 1404601 h 2125662"/>
              <a:gd name="T8" fmla="*/ 1370886 w 2109787"/>
              <a:gd name="T9" fmla="*/ 1829242 h 2125662"/>
              <a:gd name="T10" fmla="*/ 1480807 w 2109787"/>
              <a:gd name="T11" fmla="*/ 1653234 h 2125662"/>
              <a:gd name="T12" fmla="*/ 1705206 w 2109787"/>
              <a:gd name="T13" fmla="*/ 1300363 h 2125662"/>
              <a:gd name="T14" fmla="*/ 1872936 w 2109787"/>
              <a:gd name="T15" fmla="*/ 1412006 h 2125662"/>
              <a:gd name="T16" fmla="*/ 1863539 w 2109787"/>
              <a:gd name="T17" fmla="*/ 1802186 h 2125662"/>
              <a:gd name="T18" fmla="*/ 1574496 w 2109787"/>
              <a:gd name="T19" fmla="*/ 1890475 h 2125662"/>
              <a:gd name="T20" fmla="*/ 1000968 w 2109787"/>
              <a:gd name="T21" fmla="*/ 1883925 h 2125662"/>
              <a:gd name="T22" fmla="*/ 739264 w 2109787"/>
              <a:gd name="T23" fmla="*/ 1789655 h 2125662"/>
              <a:gd name="T24" fmla="*/ 755496 w 2109787"/>
              <a:gd name="T25" fmla="*/ 1386943 h 2125662"/>
              <a:gd name="T26" fmla="*/ 968220 w 2109787"/>
              <a:gd name="T27" fmla="*/ 1296091 h 2125662"/>
              <a:gd name="T28" fmla="*/ 1037602 w 2109787"/>
              <a:gd name="T29" fmla="*/ 801385 h 2125662"/>
              <a:gd name="T30" fmla="*/ 1059503 w 2109787"/>
              <a:gd name="T31" fmla="*/ 1006892 h 2125662"/>
              <a:gd name="T32" fmla="*/ 1259170 w 2109787"/>
              <a:gd name="T33" fmla="*/ 1210691 h 2125662"/>
              <a:gd name="T34" fmla="*/ 1395127 w 2109787"/>
              <a:gd name="T35" fmla="*/ 1192474 h 2125662"/>
              <a:gd name="T36" fmla="*/ 1566637 w 2109787"/>
              <a:gd name="T37" fmla="*/ 975297 h 2125662"/>
              <a:gd name="T38" fmla="*/ 1465950 w 2109787"/>
              <a:gd name="T39" fmla="*/ 842087 h 2125662"/>
              <a:gd name="T40" fmla="*/ 1192046 w 2109787"/>
              <a:gd name="T41" fmla="*/ 747589 h 2125662"/>
              <a:gd name="T42" fmla="*/ 1334259 w 2109787"/>
              <a:gd name="T43" fmla="*/ 449574 h 2125662"/>
              <a:gd name="T44" fmla="*/ 1512027 w 2109787"/>
              <a:gd name="T45" fmla="*/ 526995 h 2125662"/>
              <a:gd name="T46" fmla="*/ 1630349 w 2109787"/>
              <a:gd name="T47" fmla="*/ 698631 h 2125662"/>
              <a:gd name="T48" fmla="*/ 1657939 w 2109787"/>
              <a:gd name="T49" fmla="*/ 929186 h 2125662"/>
              <a:gd name="T50" fmla="*/ 1568628 w 2109787"/>
              <a:gd name="T51" fmla="*/ 1139532 h 2125662"/>
              <a:gd name="T52" fmla="*/ 1413900 w 2109787"/>
              <a:gd name="T53" fmla="*/ 1270180 h 2125662"/>
              <a:gd name="T54" fmla="*/ 1258886 w 2109787"/>
              <a:gd name="T55" fmla="*/ 1292381 h 2125662"/>
              <a:gd name="T56" fmla="*/ 1097900 w 2109787"/>
              <a:gd name="T57" fmla="*/ 1197598 h 2125662"/>
              <a:gd name="T58" fmla="*/ 976733 w 2109787"/>
              <a:gd name="T59" fmla="*/ 1012869 h 2125662"/>
              <a:gd name="T60" fmla="*/ 961659 w 2109787"/>
              <a:gd name="T61" fmla="*/ 777760 h 2125662"/>
              <a:gd name="T62" fmla="*/ 1050685 w 2109787"/>
              <a:gd name="T63" fmla="*/ 580223 h 2125662"/>
              <a:gd name="T64" fmla="*/ 1209965 w 2109787"/>
              <a:gd name="T65" fmla="*/ 464660 h 2125662"/>
              <a:gd name="T66" fmla="*/ 802597 w 2109787"/>
              <a:gd name="T67" fmla="*/ 349265 h 2125662"/>
              <a:gd name="T68" fmla="*/ 703059 w 2109787"/>
              <a:gd name="T69" fmla="*/ 413778 h 2125662"/>
              <a:gd name="T70" fmla="*/ 579631 w 2109787"/>
              <a:gd name="T71" fmla="*/ 465219 h 2125662"/>
              <a:gd name="T72" fmla="*/ 582759 w 2109787"/>
              <a:gd name="T73" fmla="*/ 565826 h 2125662"/>
              <a:gd name="T74" fmla="*/ 771314 w 2109787"/>
              <a:gd name="T75" fmla="*/ 673822 h 2125662"/>
              <a:gd name="T76" fmla="*/ 887063 w 2109787"/>
              <a:gd name="T77" fmla="*/ 819901 h 2125662"/>
              <a:gd name="T78" fmla="*/ 831038 w 2109787"/>
              <a:gd name="T79" fmla="*/ 994969 h 2125662"/>
              <a:gd name="T80" fmla="*/ 571383 w 2109787"/>
              <a:gd name="T81" fmla="*/ 1050387 h 2125662"/>
              <a:gd name="T82" fmla="*/ 581337 w 2109787"/>
              <a:gd name="T83" fmla="*/ 969675 h 2125662"/>
              <a:gd name="T84" fmla="*/ 751122 w 2109787"/>
              <a:gd name="T85" fmla="*/ 946086 h 2125662"/>
              <a:gd name="T86" fmla="*/ 784396 w 2109787"/>
              <a:gd name="T87" fmla="*/ 831269 h 2125662"/>
              <a:gd name="T88" fmla="*/ 658408 w 2109787"/>
              <a:gd name="T89" fmla="*/ 726967 h 2125662"/>
              <a:gd name="T90" fmla="*/ 480377 w 2109787"/>
              <a:gd name="T91" fmla="*/ 593962 h 2125662"/>
              <a:gd name="T92" fmla="*/ 503981 w 2109787"/>
              <a:gd name="T93" fmla="*/ 416621 h 2125662"/>
              <a:gd name="T94" fmla="*/ 746906 w 2109787"/>
              <a:gd name="T95" fmla="*/ 1423 h 2125662"/>
              <a:gd name="T96" fmla="*/ 1166756 w 2109787"/>
              <a:gd name="T97" fmla="*/ 173605 h 2125662"/>
              <a:gd name="T98" fmla="*/ 1015895 w 2109787"/>
              <a:gd name="T99" fmla="*/ 216010 h 2125662"/>
              <a:gd name="T100" fmla="*/ 659520 w 2109787"/>
              <a:gd name="T101" fmla="*/ 126646 h 2125662"/>
              <a:gd name="T102" fmla="*/ 368899 w 2109787"/>
              <a:gd name="T103" fmla="*/ 231948 h 2125662"/>
              <a:gd name="T104" fmla="*/ 176195 w 2109787"/>
              <a:gd name="T105" fmla="*/ 466173 h 2125662"/>
              <a:gd name="T106" fmla="*/ 128375 w 2109787"/>
              <a:gd name="T107" fmla="*/ 769271 h 2125662"/>
              <a:gd name="T108" fmla="*/ 222307 w 2109787"/>
              <a:gd name="T109" fmla="*/ 1026548 h 2125662"/>
              <a:gd name="T110" fmla="*/ 420703 w 2109787"/>
              <a:gd name="T111" fmla="*/ 1209830 h 2125662"/>
              <a:gd name="T112" fmla="*/ 486742 w 2109787"/>
              <a:gd name="T113" fmla="*/ 1374042 h 2125662"/>
              <a:gd name="T114" fmla="*/ 203805 w 2109787"/>
              <a:gd name="T115" fmla="*/ 1200153 h 2125662"/>
              <a:gd name="T116" fmla="*/ 33303 w 2109787"/>
              <a:gd name="T117" fmla="*/ 918970 h 2125662"/>
              <a:gd name="T118" fmla="*/ 14232 w 2109787"/>
              <a:gd name="T119" fmla="*/ 562367 h 2125662"/>
              <a:gd name="T120" fmla="*/ 183026 w 2109787"/>
              <a:gd name="T121" fmla="*/ 230810 h 2125662"/>
              <a:gd name="T122" fmla="*/ 494712 w 2109787"/>
              <a:gd name="T123" fmla="*/ 31875 h 212566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109787" h="2125662">
                <a:moveTo>
                  <a:pt x="1216342" y="1436687"/>
                </a:moveTo>
                <a:lnTo>
                  <a:pt x="1216977" y="1467831"/>
                </a:lnTo>
                <a:lnTo>
                  <a:pt x="1218247" y="1498021"/>
                </a:lnTo>
                <a:lnTo>
                  <a:pt x="1219517" y="1527894"/>
                </a:lnTo>
                <a:lnTo>
                  <a:pt x="1221105" y="1556813"/>
                </a:lnTo>
                <a:lnTo>
                  <a:pt x="1223010" y="1585097"/>
                </a:lnTo>
                <a:lnTo>
                  <a:pt x="1225550" y="1612427"/>
                </a:lnTo>
                <a:lnTo>
                  <a:pt x="1227772" y="1639121"/>
                </a:lnTo>
                <a:lnTo>
                  <a:pt x="1230630" y="1665180"/>
                </a:lnTo>
                <a:lnTo>
                  <a:pt x="1233487" y="1690286"/>
                </a:lnTo>
                <a:lnTo>
                  <a:pt x="1237297" y="1714756"/>
                </a:lnTo>
                <a:lnTo>
                  <a:pt x="1240790" y="1738273"/>
                </a:lnTo>
                <a:lnTo>
                  <a:pt x="1244917" y="1761154"/>
                </a:lnTo>
                <a:lnTo>
                  <a:pt x="1249362" y="1783399"/>
                </a:lnTo>
                <a:lnTo>
                  <a:pt x="1253807" y="1804691"/>
                </a:lnTo>
                <a:lnTo>
                  <a:pt x="1258570" y="1825030"/>
                </a:lnTo>
                <a:lnTo>
                  <a:pt x="1263967" y="1844733"/>
                </a:lnTo>
                <a:lnTo>
                  <a:pt x="1269365" y="1863801"/>
                </a:lnTo>
                <a:lnTo>
                  <a:pt x="1275397" y="1881597"/>
                </a:lnTo>
                <a:lnTo>
                  <a:pt x="1281430" y="1899076"/>
                </a:lnTo>
                <a:lnTo>
                  <a:pt x="1288097" y="1915283"/>
                </a:lnTo>
                <a:lnTo>
                  <a:pt x="1295082" y="1930537"/>
                </a:lnTo>
                <a:lnTo>
                  <a:pt x="1302067" y="1945474"/>
                </a:lnTo>
                <a:lnTo>
                  <a:pt x="1309687" y="1959457"/>
                </a:lnTo>
                <a:lnTo>
                  <a:pt x="1317625" y="1972168"/>
                </a:lnTo>
                <a:lnTo>
                  <a:pt x="1325562" y="1984244"/>
                </a:lnTo>
                <a:lnTo>
                  <a:pt x="1330007" y="1990282"/>
                </a:lnTo>
                <a:lnTo>
                  <a:pt x="1334135" y="1995685"/>
                </a:lnTo>
                <a:lnTo>
                  <a:pt x="1338262" y="2001087"/>
                </a:lnTo>
                <a:lnTo>
                  <a:pt x="1343025" y="2005854"/>
                </a:lnTo>
                <a:lnTo>
                  <a:pt x="1347470" y="2010621"/>
                </a:lnTo>
                <a:lnTo>
                  <a:pt x="1352232" y="2015388"/>
                </a:lnTo>
                <a:lnTo>
                  <a:pt x="1356677" y="2019519"/>
                </a:lnTo>
                <a:lnTo>
                  <a:pt x="1361440" y="2023968"/>
                </a:lnTo>
                <a:lnTo>
                  <a:pt x="1366520" y="2027782"/>
                </a:lnTo>
                <a:lnTo>
                  <a:pt x="1371282" y="2031278"/>
                </a:lnTo>
                <a:lnTo>
                  <a:pt x="1376362" y="2034773"/>
                </a:lnTo>
                <a:lnTo>
                  <a:pt x="1381442" y="2038269"/>
                </a:lnTo>
                <a:lnTo>
                  <a:pt x="1386840" y="2041129"/>
                </a:lnTo>
                <a:lnTo>
                  <a:pt x="1391920" y="2043989"/>
                </a:lnTo>
                <a:lnTo>
                  <a:pt x="1391920" y="1688379"/>
                </a:lnTo>
                <a:lnTo>
                  <a:pt x="1387475" y="1687108"/>
                </a:lnTo>
                <a:lnTo>
                  <a:pt x="1382395" y="1685837"/>
                </a:lnTo>
                <a:lnTo>
                  <a:pt x="1378267" y="1684248"/>
                </a:lnTo>
                <a:lnTo>
                  <a:pt x="1373505" y="1682341"/>
                </a:lnTo>
                <a:lnTo>
                  <a:pt x="1369695" y="1680117"/>
                </a:lnTo>
                <a:lnTo>
                  <a:pt x="1365885" y="1677256"/>
                </a:lnTo>
                <a:lnTo>
                  <a:pt x="1362075" y="1674079"/>
                </a:lnTo>
                <a:lnTo>
                  <a:pt x="1358900" y="1670901"/>
                </a:lnTo>
                <a:lnTo>
                  <a:pt x="1356042" y="1667405"/>
                </a:lnTo>
                <a:lnTo>
                  <a:pt x="1353502" y="1663274"/>
                </a:lnTo>
                <a:lnTo>
                  <a:pt x="1350962" y="1659460"/>
                </a:lnTo>
                <a:lnTo>
                  <a:pt x="1349057" y="1655329"/>
                </a:lnTo>
                <a:lnTo>
                  <a:pt x="1347470" y="1650562"/>
                </a:lnTo>
                <a:lnTo>
                  <a:pt x="1346517" y="1645795"/>
                </a:lnTo>
                <a:lnTo>
                  <a:pt x="1345882" y="1641346"/>
                </a:lnTo>
                <a:lnTo>
                  <a:pt x="1345565" y="1635943"/>
                </a:lnTo>
                <a:lnTo>
                  <a:pt x="1345565" y="1582872"/>
                </a:lnTo>
                <a:lnTo>
                  <a:pt x="1345882" y="1577469"/>
                </a:lnTo>
                <a:lnTo>
                  <a:pt x="1346517" y="1572385"/>
                </a:lnTo>
                <a:lnTo>
                  <a:pt x="1347787" y="1567300"/>
                </a:lnTo>
                <a:lnTo>
                  <a:pt x="1349692" y="1562215"/>
                </a:lnTo>
                <a:lnTo>
                  <a:pt x="1352232" y="1557449"/>
                </a:lnTo>
                <a:lnTo>
                  <a:pt x="1354772" y="1553317"/>
                </a:lnTo>
                <a:lnTo>
                  <a:pt x="1357630" y="1549186"/>
                </a:lnTo>
                <a:lnTo>
                  <a:pt x="1361122" y="1545055"/>
                </a:lnTo>
                <a:lnTo>
                  <a:pt x="1365250" y="1541877"/>
                </a:lnTo>
                <a:lnTo>
                  <a:pt x="1369060" y="1538699"/>
                </a:lnTo>
                <a:lnTo>
                  <a:pt x="1373505" y="1535839"/>
                </a:lnTo>
                <a:lnTo>
                  <a:pt x="1378267" y="1533614"/>
                </a:lnTo>
                <a:lnTo>
                  <a:pt x="1383030" y="1532025"/>
                </a:lnTo>
                <a:lnTo>
                  <a:pt x="1388427" y="1530754"/>
                </a:lnTo>
                <a:lnTo>
                  <a:pt x="1393507" y="1529801"/>
                </a:lnTo>
                <a:lnTo>
                  <a:pt x="1399222" y="1529483"/>
                </a:lnTo>
                <a:lnTo>
                  <a:pt x="1516062" y="1529483"/>
                </a:lnTo>
                <a:lnTo>
                  <a:pt x="1521460" y="1529801"/>
                </a:lnTo>
                <a:lnTo>
                  <a:pt x="1526857" y="1530754"/>
                </a:lnTo>
                <a:lnTo>
                  <a:pt x="1531937" y="1532025"/>
                </a:lnTo>
                <a:lnTo>
                  <a:pt x="1537017" y="1533614"/>
                </a:lnTo>
                <a:lnTo>
                  <a:pt x="1541462" y="1535839"/>
                </a:lnTo>
                <a:lnTo>
                  <a:pt x="1545907" y="1538699"/>
                </a:lnTo>
                <a:lnTo>
                  <a:pt x="1550035" y="1541877"/>
                </a:lnTo>
                <a:lnTo>
                  <a:pt x="1553845" y="1545055"/>
                </a:lnTo>
                <a:lnTo>
                  <a:pt x="1557020" y="1549186"/>
                </a:lnTo>
                <a:lnTo>
                  <a:pt x="1560512" y="1553317"/>
                </a:lnTo>
                <a:lnTo>
                  <a:pt x="1563052" y="1557449"/>
                </a:lnTo>
                <a:lnTo>
                  <a:pt x="1565275" y="1562215"/>
                </a:lnTo>
                <a:lnTo>
                  <a:pt x="1566862" y="1567300"/>
                </a:lnTo>
                <a:lnTo>
                  <a:pt x="1568132" y="1572385"/>
                </a:lnTo>
                <a:lnTo>
                  <a:pt x="1569085" y="1577469"/>
                </a:lnTo>
                <a:lnTo>
                  <a:pt x="1569402" y="1582872"/>
                </a:lnTo>
                <a:lnTo>
                  <a:pt x="1569402" y="1635943"/>
                </a:lnTo>
                <a:lnTo>
                  <a:pt x="1569085" y="1641346"/>
                </a:lnTo>
                <a:lnTo>
                  <a:pt x="1568450" y="1645795"/>
                </a:lnTo>
                <a:lnTo>
                  <a:pt x="1567180" y="1650562"/>
                </a:lnTo>
                <a:lnTo>
                  <a:pt x="1565910" y="1655329"/>
                </a:lnTo>
                <a:lnTo>
                  <a:pt x="1564005" y="1659460"/>
                </a:lnTo>
                <a:lnTo>
                  <a:pt x="1561782" y="1663274"/>
                </a:lnTo>
                <a:lnTo>
                  <a:pt x="1558607" y="1667405"/>
                </a:lnTo>
                <a:lnTo>
                  <a:pt x="1555750" y="1670901"/>
                </a:lnTo>
                <a:lnTo>
                  <a:pt x="1552575" y="1674079"/>
                </a:lnTo>
                <a:lnTo>
                  <a:pt x="1549082" y="1677256"/>
                </a:lnTo>
                <a:lnTo>
                  <a:pt x="1545272" y="1680117"/>
                </a:lnTo>
                <a:lnTo>
                  <a:pt x="1541145" y="1682341"/>
                </a:lnTo>
                <a:lnTo>
                  <a:pt x="1537017" y="1684248"/>
                </a:lnTo>
                <a:lnTo>
                  <a:pt x="1532255" y="1685837"/>
                </a:lnTo>
                <a:lnTo>
                  <a:pt x="1527810" y="1687108"/>
                </a:lnTo>
                <a:lnTo>
                  <a:pt x="1523047" y="1688379"/>
                </a:lnTo>
                <a:lnTo>
                  <a:pt x="1523047" y="2043989"/>
                </a:lnTo>
                <a:lnTo>
                  <a:pt x="1528445" y="2041129"/>
                </a:lnTo>
                <a:lnTo>
                  <a:pt x="1533525" y="2038269"/>
                </a:lnTo>
                <a:lnTo>
                  <a:pt x="1538605" y="2034773"/>
                </a:lnTo>
                <a:lnTo>
                  <a:pt x="1543685" y="2031278"/>
                </a:lnTo>
                <a:lnTo>
                  <a:pt x="1548765" y="2027782"/>
                </a:lnTo>
                <a:lnTo>
                  <a:pt x="1553527" y="2023968"/>
                </a:lnTo>
                <a:lnTo>
                  <a:pt x="1558290" y="2019519"/>
                </a:lnTo>
                <a:lnTo>
                  <a:pt x="1563052" y="2015388"/>
                </a:lnTo>
                <a:lnTo>
                  <a:pt x="1567497" y="2010621"/>
                </a:lnTo>
                <a:lnTo>
                  <a:pt x="1572260" y="2005854"/>
                </a:lnTo>
                <a:lnTo>
                  <a:pt x="1576705" y="2001087"/>
                </a:lnTo>
                <a:lnTo>
                  <a:pt x="1580832" y="1995685"/>
                </a:lnTo>
                <a:lnTo>
                  <a:pt x="1585277" y="1990282"/>
                </a:lnTo>
                <a:lnTo>
                  <a:pt x="1589405" y="1984244"/>
                </a:lnTo>
                <a:lnTo>
                  <a:pt x="1597660" y="1972168"/>
                </a:lnTo>
                <a:lnTo>
                  <a:pt x="1605280" y="1959457"/>
                </a:lnTo>
                <a:lnTo>
                  <a:pt x="1612900" y="1945474"/>
                </a:lnTo>
                <a:lnTo>
                  <a:pt x="1620202" y="1930537"/>
                </a:lnTo>
                <a:lnTo>
                  <a:pt x="1626870" y="1915283"/>
                </a:lnTo>
                <a:lnTo>
                  <a:pt x="1633537" y="1899076"/>
                </a:lnTo>
                <a:lnTo>
                  <a:pt x="1639570" y="1881597"/>
                </a:lnTo>
                <a:lnTo>
                  <a:pt x="1645602" y="1863801"/>
                </a:lnTo>
                <a:lnTo>
                  <a:pt x="1651000" y="1844733"/>
                </a:lnTo>
                <a:lnTo>
                  <a:pt x="1656397" y="1825030"/>
                </a:lnTo>
                <a:lnTo>
                  <a:pt x="1661160" y="1804691"/>
                </a:lnTo>
                <a:lnTo>
                  <a:pt x="1665922" y="1783399"/>
                </a:lnTo>
                <a:lnTo>
                  <a:pt x="1670050" y="1761154"/>
                </a:lnTo>
                <a:lnTo>
                  <a:pt x="1673860" y="1738273"/>
                </a:lnTo>
                <a:lnTo>
                  <a:pt x="1677987" y="1714756"/>
                </a:lnTo>
                <a:lnTo>
                  <a:pt x="1681162" y="1690286"/>
                </a:lnTo>
                <a:lnTo>
                  <a:pt x="1684337" y="1665180"/>
                </a:lnTo>
                <a:lnTo>
                  <a:pt x="1687195" y="1639121"/>
                </a:lnTo>
                <a:lnTo>
                  <a:pt x="1689735" y="1612427"/>
                </a:lnTo>
                <a:lnTo>
                  <a:pt x="1691957" y="1585097"/>
                </a:lnTo>
                <a:lnTo>
                  <a:pt x="1693862" y="1556813"/>
                </a:lnTo>
                <a:lnTo>
                  <a:pt x="1695450" y="1527894"/>
                </a:lnTo>
                <a:lnTo>
                  <a:pt x="1696720" y="1498021"/>
                </a:lnTo>
                <a:lnTo>
                  <a:pt x="1697672" y="1467831"/>
                </a:lnTo>
                <a:lnTo>
                  <a:pt x="1698942" y="1436687"/>
                </a:lnTo>
                <a:lnTo>
                  <a:pt x="1738312" y="1438912"/>
                </a:lnTo>
                <a:lnTo>
                  <a:pt x="1774825" y="1441454"/>
                </a:lnTo>
                <a:lnTo>
                  <a:pt x="1835150" y="1446221"/>
                </a:lnTo>
                <a:lnTo>
                  <a:pt x="1875472" y="1449399"/>
                </a:lnTo>
                <a:lnTo>
                  <a:pt x="1890077" y="1450670"/>
                </a:lnTo>
                <a:lnTo>
                  <a:pt x="1901190" y="1450988"/>
                </a:lnTo>
                <a:lnTo>
                  <a:pt x="1912620" y="1451941"/>
                </a:lnTo>
                <a:lnTo>
                  <a:pt x="1923415" y="1453212"/>
                </a:lnTo>
                <a:lnTo>
                  <a:pt x="1934210" y="1455119"/>
                </a:lnTo>
                <a:lnTo>
                  <a:pt x="1945005" y="1457662"/>
                </a:lnTo>
                <a:lnTo>
                  <a:pt x="1955482" y="1460522"/>
                </a:lnTo>
                <a:lnTo>
                  <a:pt x="1965642" y="1464017"/>
                </a:lnTo>
                <a:lnTo>
                  <a:pt x="1975485" y="1468149"/>
                </a:lnTo>
                <a:lnTo>
                  <a:pt x="1985327" y="1472598"/>
                </a:lnTo>
                <a:lnTo>
                  <a:pt x="1994852" y="1477047"/>
                </a:lnTo>
                <a:lnTo>
                  <a:pt x="2004060" y="1482767"/>
                </a:lnTo>
                <a:lnTo>
                  <a:pt x="2012950" y="1488170"/>
                </a:lnTo>
                <a:lnTo>
                  <a:pt x="2021522" y="1494526"/>
                </a:lnTo>
                <a:lnTo>
                  <a:pt x="2029777" y="1500881"/>
                </a:lnTo>
                <a:lnTo>
                  <a:pt x="2038032" y="1507873"/>
                </a:lnTo>
                <a:lnTo>
                  <a:pt x="2045652" y="1515182"/>
                </a:lnTo>
                <a:lnTo>
                  <a:pt x="2052637" y="1522809"/>
                </a:lnTo>
                <a:lnTo>
                  <a:pt x="2059622" y="1530754"/>
                </a:lnTo>
                <a:lnTo>
                  <a:pt x="2065972" y="1539334"/>
                </a:lnTo>
                <a:lnTo>
                  <a:pt x="2072322" y="1547597"/>
                </a:lnTo>
                <a:lnTo>
                  <a:pt x="2078037" y="1556495"/>
                </a:lnTo>
                <a:lnTo>
                  <a:pt x="2083435" y="1566029"/>
                </a:lnTo>
                <a:lnTo>
                  <a:pt x="2088197" y="1575563"/>
                </a:lnTo>
                <a:lnTo>
                  <a:pt x="2092642" y="1585414"/>
                </a:lnTo>
                <a:lnTo>
                  <a:pt x="2096452" y="1595266"/>
                </a:lnTo>
                <a:lnTo>
                  <a:pt x="2099945" y="1605117"/>
                </a:lnTo>
                <a:lnTo>
                  <a:pt x="2103120" y="1615605"/>
                </a:lnTo>
                <a:lnTo>
                  <a:pt x="2105660" y="1626410"/>
                </a:lnTo>
                <a:lnTo>
                  <a:pt x="2107247" y="1637215"/>
                </a:lnTo>
                <a:lnTo>
                  <a:pt x="2108835" y="1648337"/>
                </a:lnTo>
                <a:lnTo>
                  <a:pt x="2109470" y="1659460"/>
                </a:lnTo>
                <a:lnTo>
                  <a:pt x="2109787" y="1670901"/>
                </a:lnTo>
                <a:lnTo>
                  <a:pt x="2109787" y="1949605"/>
                </a:lnTo>
                <a:lnTo>
                  <a:pt x="2109787" y="1955325"/>
                </a:lnTo>
                <a:lnTo>
                  <a:pt x="2108835" y="1960728"/>
                </a:lnTo>
                <a:lnTo>
                  <a:pt x="2107882" y="1966448"/>
                </a:lnTo>
                <a:lnTo>
                  <a:pt x="2106295" y="1971850"/>
                </a:lnTo>
                <a:lnTo>
                  <a:pt x="2104072" y="1976935"/>
                </a:lnTo>
                <a:lnTo>
                  <a:pt x="2101532" y="1982020"/>
                </a:lnTo>
                <a:lnTo>
                  <a:pt x="2098675" y="1987105"/>
                </a:lnTo>
                <a:lnTo>
                  <a:pt x="2095182" y="1992189"/>
                </a:lnTo>
                <a:lnTo>
                  <a:pt x="2091690" y="1996956"/>
                </a:lnTo>
                <a:lnTo>
                  <a:pt x="2087245" y="2002041"/>
                </a:lnTo>
                <a:lnTo>
                  <a:pt x="2082800" y="2006490"/>
                </a:lnTo>
                <a:lnTo>
                  <a:pt x="2077720" y="2010939"/>
                </a:lnTo>
                <a:lnTo>
                  <a:pt x="2072322" y="2015706"/>
                </a:lnTo>
                <a:lnTo>
                  <a:pt x="2066607" y="2019837"/>
                </a:lnTo>
                <a:lnTo>
                  <a:pt x="2060575" y="2024286"/>
                </a:lnTo>
                <a:lnTo>
                  <a:pt x="2053907" y="2028418"/>
                </a:lnTo>
                <a:lnTo>
                  <a:pt x="2047240" y="2032549"/>
                </a:lnTo>
                <a:lnTo>
                  <a:pt x="2039937" y="2036680"/>
                </a:lnTo>
                <a:lnTo>
                  <a:pt x="2032317" y="2040494"/>
                </a:lnTo>
                <a:lnTo>
                  <a:pt x="2024697" y="2044307"/>
                </a:lnTo>
                <a:lnTo>
                  <a:pt x="2016442" y="2048121"/>
                </a:lnTo>
                <a:lnTo>
                  <a:pt x="2007870" y="2051934"/>
                </a:lnTo>
                <a:lnTo>
                  <a:pt x="1999297" y="2055430"/>
                </a:lnTo>
                <a:lnTo>
                  <a:pt x="1990090" y="2058926"/>
                </a:lnTo>
                <a:lnTo>
                  <a:pt x="1970722" y="2065599"/>
                </a:lnTo>
                <a:lnTo>
                  <a:pt x="1950402" y="2071955"/>
                </a:lnTo>
                <a:lnTo>
                  <a:pt x="1929130" y="2077675"/>
                </a:lnTo>
                <a:lnTo>
                  <a:pt x="1907222" y="2083396"/>
                </a:lnTo>
                <a:lnTo>
                  <a:pt x="1883727" y="2088480"/>
                </a:lnTo>
                <a:lnTo>
                  <a:pt x="1859597" y="2093565"/>
                </a:lnTo>
                <a:lnTo>
                  <a:pt x="1834515" y="2098014"/>
                </a:lnTo>
                <a:lnTo>
                  <a:pt x="1809115" y="2102146"/>
                </a:lnTo>
                <a:lnTo>
                  <a:pt x="1782762" y="2105959"/>
                </a:lnTo>
                <a:lnTo>
                  <a:pt x="1755457" y="2109455"/>
                </a:lnTo>
                <a:lnTo>
                  <a:pt x="1728152" y="2112633"/>
                </a:lnTo>
                <a:lnTo>
                  <a:pt x="1700212" y="2115175"/>
                </a:lnTo>
                <a:lnTo>
                  <a:pt x="1671637" y="2118035"/>
                </a:lnTo>
                <a:lnTo>
                  <a:pt x="1642745" y="2119942"/>
                </a:lnTo>
                <a:lnTo>
                  <a:pt x="1613535" y="2121849"/>
                </a:lnTo>
                <a:lnTo>
                  <a:pt x="1584325" y="2123120"/>
                </a:lnTo>
                <a:lnTo>
                  <a:pt x="1554480" y="2124391"/>
                </a:lnTo>
                <a:lnTo>
                  <a:pt x="1524635" y="2125027"/>
                </a:lnTo>
                <a:lnTo>
                  <a:pt x="1494790" y="2125344"/>
                </a:lnTo>
                <a:lnTo>
                  <a:pt x="1464945" y="2125662"/>
                </a:lnTo>
                <a:lnTo>
                  <a:pt x="1435100" y="2125344"/>
                </a:lnTo>
                <a:lnTo>
                  <a:pt x="1404937" y="2125027"/>
                </a:lnTo>
                <a:lnTo>
                  <a:pt x="1375092" y="2124391"/>
                </a:lnTo>
                <a:lnTo>
                  <a:pt x="1344930" y="2123120"/>
                </a:lnTo>
                <a:lnTo>
                  <a:pt x="1315085" y="2121849"/>
                </a:lnTo>
                <a:lnTo>
                  <a:pt x="1285557" y="2119942"/>
                </a:lnTo>
                <a:lnTo>
                  <a:pt x="1256030" y="2118035"/>
                </a:lnTo>
                <a:lnTo>
                  <a:pt x="1227455" y="2115175"/>
                </a:lnTo>
                <a:lnTo>
                  <a:pt x="1198562" y="2112633"/>
                </a:lnTo>
                <a:lnTo>
                  <a:pt x="1170622" y="2109455"/>
                </a:lnTo>
                <a:lnTo>
                  <a:pt x="1142682" y="2105959"/>
                </a:lnTo>
                <a:lnTo>
                  <a:pt x="1116012" y="2102146"/>
                </a:lnTo>
                <a:lnTo>
                  <a:pt x="1089660" y="2098014"/>
                </a:lnTo>
                <a:lnTo>
                  <a:pt x="1064260" y="2093565"/>
                </a:lnTo>
                <a:lnTo>
                  <a:pt x="1039177" y="2088480"/>
                </a:lnTo>
                <a:lnTo>
                  <a:pt x="1015364" y="2083396"/>
                </a:lnTo>
                <a:lnTo>
                  <a:pt x="992187" y="2077675"/>
                </a:lnTo>
                <a:lnTo>
                  <a:pt x="970597" y="2071955"/>
                </a:lnTo>
                <a:lnTo>
                  <a:pt x="949642" y="2065599"/>
                </a:lnTo>
                <a:lnTo>
                  <a:pt x="929639" y="2058926"/>
                </a:lnTo>
                <a:lnTo>
                  <a:pt x="910907" y="2051934"/>
                </a:lnTo>
                <a:lnTo>
                  <a:pt x="902334" y="2048121"/>
                </a:lnTo>
                <a:lnTo>
                  <a:pt x="893762" y="2044307"/>
                </a:lnTo>
                <a:lnTo>
                  <a:pt x="885507" y="2040494"/>
                </a:lnTo>
                <a:lnTo>
                  <a:pt x="877569" y="2036680"/>
                </a:lnTo>
                <a:lnTo>
                  <a:pt x="870584" y="2032549"/>
                </a:lnTo>
                <a:lnTo>
                  <a:pt x="863282" y="2028418"/>
                </a:lnTo>
                <a:lnTo>
                  <a:pt x="856614" y="2024286"/>
                </a:lnTo>
                <a:lnTo>
                  <a:pt x="850264" y="2019837"/>
                </a:lnTo>
                <a:lnTo>
                  <a:pt x="844232" y="2015706"/>
                </a:lnTo>
                <a:lnTo>
                  <a:pt x="838517" y="2010939"/>
                </a:lnTo>
                <a:lnTo>
                  <a:pt x="833437" y="2006490"/>
                </a:lnTo>
                <a:lnTo>
                  <a:pt x="828674" y="2002041"/>
                </a:lnTo>
                <a:lnTo>
                  <a:pt x="824229" y="1996956"/>
                </a:lnTo>
                <a:lnTo>
                  <a:pt x="820419" y="1992189"/>
                </a:lnTo>
                <a:lnTo>
                  <a:pt x="816609" y="1987105"/>
                </a:lnTo>
                <a:lnTo>
                  <a:pt x="813752" y="1982020"/>
                </a:lnTo>
                <a:lnTo>
                  <a:pt x="811212" y="1976935"/>
                </a:lnTo>
                <a:lnTo>
                  <a:pt x="808989" y="1971850"/>
                </a:lnTo>
                <a:lnTo>
                  <a:pt x="807084" y="1966448"/>
                </a:lnTo>
                <a:lnTo>
                  <a:pt x="805814" y="1960728"/>
                </a:lnTo>
                <a:lnTo>
                  <a:pt x="805179" y="1955325"/>
                </a:lnTo>
                <a:lnTo>
                  <a:pt x="804862" y="1949605"/>
                </a:lnTo>
                <a:lnTo>
                  <a:pt x="804862" y="1670901"/>
                </a:lnTo>
                <a:lnTo>
                  <a:pt x="805179" y="1659460"/>
                </a:lnTo>
                <a:lnTo>
                  <a:pt x="806132" y="1648337"/>
                </a:lnTo>
                <a:lnTo>
                  <a:pt x="807402" y="1637215"/>
                </a:lnTo>
                <a:lnTo>
                  <a:pt x="809624" y="1626410"/>
                </a:lnTo>
                <a:lnTo>
                  <a:pt x="812164" y="1615605"/>
                </a:lnTo>
                <a:lnTo>
                  <a:pt x="815022" y="1605117"/>
                </a:lnTo>
                <a:lnTo>
                  <a:pt x="818197" y="1595266"/>
                </a:lnTo>
                <a:lnTo>
                  <a:pt x="822324" y="1585414"/>
                </a:lnTo>
                <a:lnTo>
                  <a:pt x="826769" y="1575563"/>
                </a:lnTo>
                <a:lnTo>
                  <a:pt x="831849" y="1566029"/>
                </a:lnTo>
                <a:lnTo>
                  <a:pt x="836929" y="1556495"/>
                </a:lnTo>
                <a:lnTo>
                  <a:pt x="842327" y="1547597"/>
                </a:lnTo>
                <a:lnTo>
                  <a:pt x="848677" y="1539334"/>
                </a:lnTo>
                <a:lnTo>
                  <a:pt x="855344" y="1530754"/>
                </a:lnTo>
                <a:lnTo>
                  <a:pt x="862012" y="1522809"/>
                </a:lnTo>
                <a:lnTo>
                  <a:pt x="869632" y="1515182"/>
                </a:lnTo>
                <a:lnTo>
                  <a:pt x="876934" y="1507873"/>
                </a:lnTo>
                <a:lnTo>
                  <a:pt x="884872" y="1500881"/>
                </a:lnTo>
                <a:lnTo>
                  <a:pt x="893444" y="1494526"/>
                </a:lnTo>
                <a:lnTo>
                  <a:pt x="902017" y="1488170"/>
                </a:lnTo>
                <a:lnTo>
                  <a:pt x="910907" y="1482767"/>
                </a:lnTo>
                <a:lnTo>
                  <a:pt x="920114" y="1477047"/>
                </a:lnTo>
                <a:lnTo>
                  <a:pt x="929639" y="1472598"/>
                </a:lnTo>
                <a:lnTo>
                  <a:pt x="939482" y="1468149"/>
                </a:lnTo>
                <a:lnTo>
                  <a:pt x="949324" y="1464017"/>
                </a:lnTo>
                <a:lnTo>
                  <a:pt x="959802" y="1460522"/>
                </a:lnTo>
                <a:lnTo>
                  <a:pt x="969962" y="1457662"/>
                </a:lnTo>
                <a:lnTo>
                  <a:pt x="980439" y="1455119"/>
                </a:lnTo>
                <a:lnTo>
                  <a:pt x="991234" y="1453212"/>
                </a:lnTo>
                <a:lnTo>
                  <a:pt x="1002347" y="1451941"/>
                </a:lnTo>
                <a:lnTo>
                  <a:pt x="1013459" y="1450988"/>
                </a:lnTo>
                <a:lnTo>
                  <a:pt x="1024889" y="1450670"/>
                </a:lnTo>
                <a:lnTo>
                  <a:pt x="1039177" y="1449399"/>
                </a:lnTo>
                <a:lnTo>
                  <a:pt x="1079500" y="1446221"/>
                </a:lnTo>
                <a:lnTo>
                  <a:pt x="1140142" y="1441454"/>
                </a:lnTo>
                <a:lnTo>
                  <a:pt x="1176655" y="1438912"/>
                </a:lnTo>
                <a:lnTo>
                  <a:pt x="1216342" y="1436687"/>
                </a:lnTo>
                <a:close/>
                <a:moveTo>
                  <a:pt x="1249771" y="769392"/>
                </a:moveTo>
                <a:lnTo>
                  <a:pt x="1245966" y="770028"/>
                </a:lnTo>
                <a:lnTo>
                  <a:pt x="1242477" y="770663"/>
                </a:lnTo>
                <a:lnTo>
                  <a:pt x="1239306" y="771933"/>
                </a:lnTo>
                <a:lnTo>
                  <a:pt x="1235818" y="773839"/>
                </a:lnTo>
                <a:lnTo>
                  <a:pt x="1232647" y="775427"/>
                </a:lnTo>
                <a:lnTo>
                  <a:pt x="1229476" y="777650"/>
                </a:lnTo>
                <a:lnTo>
                  <a:pt x="1226621" y="780191"/>
                </a:lnTo>
                <a:lnTo>
                  <a:pt x="1223450" y="782732"/>
                </a:lnTo>
                <a:lnTo>
                  <a:pt x="1217425" y="789084"/>
                </a:lnTo>
                <a:lnTo>
                  <a:pt x="1211717" y="796071"/>
                </a:lnTo>
                <a:lnTo>
                  <a:pt x="1206009" y="803376"/>
                </a:lnTo>
                <a:lnTo>
                  <a:pt x="1194275" y="819574"/>
                </a:lnTo>
                <a:lnTo>
                  <a:pt x="1186030" y="831008"/>
                </a:lnTo>
                <a:lnTo>
                  <a:pt x="1177785" y="843395"/>
                </a:lnTo>
                <a:lnTo>
                  <a:pt x="1169857" y="855781"/>
                </a:lnTo>
                <a:lnTo>
                  <a:pt x="1161929" y="868803"/>
                </a:lnTo>
                <a:lnTo>
                  <a:pt x="1159075" y="881507"/>
                </a:lnTo>
                <a:lnTo>
                  <a:pt x="1156856" y="894212"/>
                </a:lnTo>
                <a:lnTo>
                  <a:pt x="1154636" y="907233"/>
                </a:lnTo>
                <a:lnTo>
                  <a:pt x="1152733" y="920573"/>
                </a:lnTo>
                <a:lnTo>
                  <a:pt x="1151465" y="933595"/>
                </a:lnTo>
                <a:lnTo>
                  <a:pt x="1150513" y="947569"/>
                </a:lnTo>
                <a:lnTo>
                  <a:pt x="1149879" y="960909"/>
                </a:lnTo>
                <a:lnTo>
                  <a:pt x="1149879" y="974566"/>
                </a:lnTo>
                <a:lnTo>
                  <a:pt x="1149879" y="984412"/>
                </a:lnTo>
                <a:lnTo>
                  <a:pt x="1150196" y="994258"/>
                </a:lnTo>
                <a:lnTo>
                  <a:pt x="1151147" y="1003786"/>
                </a:lnTo>
                <a:lnTo>
                  <a:pt x="1151782" y="1013314"/>
                </a:lnTo>
                <a:lnTo>
                  <a:pt x="1153050" y="1023160"/>
                </a:lnTo>
                <a:lnTo>
                  <a:pt x="1154319" y="1032688"/>
                </a:lnTo>
                <a:lnTo>
                  <a:pt x="1156538" y="1042216"/>
                </a:lnTo>
                <a:lnTo>
                  <a:pt x="1158124" y="1051427"/>
                </a:lnTo>
                <a:lnTo>
                  <a:pt x="1160344" y="1060637"/>
                </a:lnTo>
                <a:lnTo>
                  <a:pt x="1162564" y="1069848"/>
                </a:lnTo>
                <a:lnTo>
                  <a:pt x="1165101" y="1079058"/>
                </a:lnTo>
                <a:lnTo>
                  <a:pt x="1168272" y="1088269"/>
                </a:lnTo>
                <a:lnTo>
                  <a:pt x="1171126" y="1096844"/>
                </a:lnTo>
                <a:lnTo>
                  <a:pt x="1174297" y="1106055"/>
                </a:lnTo>
                <a:lnTo>
                  <a:pt x="1177468" y="1114948"/>
                </a:lnTo>
                <a:lnTo>
                  <a:pt x="1181274" y="1123523"/>
                </a:lnTo>
                <a:lnTo>
                  <a:pt x="1184762" y="1132099"/>
                </a:lnTo>
                <a:lnTo>
                  <a:pt x="1188884" y="1140356"/>
                </a:lnTo>
                <a:lnTo>
                  <a:pt x="1193007" y="1148932"/>
                </a:lnTo>
                <a:lnTo>
                  <a:pt x="1197129" y="1157189"/>
                </a:lnTo>
                <a:lnTo>
                  <a:pt x="1206326" y="1173387"/>
                </a:lnTo>
                <a:lnTo>
                  <a:pt x="1215839" y="1188950"/>
                </a:lnTo>
                <a:lnTo>
                  <a:pt x="1225987" y="1204513"/>
                </a:lnTo>
                <a:lnTo>
                  <a:pt x="1236769" y="1219123"/>
                </a:lnTo>
                <a:lnTo>
                  <a:pt x="1247551" y="1233097"/>
                </a:lnTo>
                <a:lnTo>
                  <a:pt x="1258967" y="1246437"/>
                </a:lnTo>
                <a:lnTo>
                  <a:pt x="1271018" y="1259776"/>
                </a:lnTo>
                <a:lnTo>
                  <a:pt x="1283068" y="1271845"/>
                </a:lnTo>
                <a:lnTo>
                  <a:pt x="1295436" y="1283597"/>
                </a:lnTo>
                <a:lnTo>
                  <a:pt x="1308121" y="1294395"/>
                </a:lnTo>
                <a:lnTo>
                  <a:pt x="1320805" y="1304241"/>
                </a:lnTo>
                <a:lnTo>
                  <a:pt x="1333490" y="1313769"/>
                </a:lnTo>
                <a:lnTo>
                  <a:pt x="1346175" y="1322662"/>
                </a:lnTo>
                <a:lnTo>
                  <a:pt x="1359177" y="1330602"/>
                </a:lnTo>
                <a:lnTo>
                  <a:pt x="1371861" y="1337272"/>
                </a:lnTo>
                <a:lnTo>
                  <a:pt x="1384863" y="1343624"/>
                </a:lnTo>
                <a:lnTo>
                  <a:pt x="1397548" y="1348706"/>
                </a:lnTo>
                <a:lnTo>
                  <a:pt x="1403890" y="1350929"/>
                </a:lnTo>
                <a:lnTo>
                  <a:pt x="1410233" y="1353470"/>
                </a:lnTo>
                <a:lnTo>
                  <a:pt x="1416258" y="1355058"/>
                </a:lnTo>
                <a:lnTo>
                  <a:pt x="1422600" y="1356646"/>
                </a:lnTo>
                <a:lnTo>
                  <a:pt x="1428308" y="1358234"/>
                </a:lnTo>
                <a:lnTo>
                  <a:pt x="1434334" y="1359187"/>
                </a:lnTo>
                <a:lnTo>
                  <a:pt x="1440042" y="1360140"/>
                </a:lnTo>
                <a:lnTo>
                  <a:pt x="1446067" y="1360775"/>
                </a:lnTo>
                <a:lnTo>
                  <a:pt x="1451775" y="1361093"/>
                </a:lnTo>
                <a:lnTo>
                  <a:pt x="1457483" y="1361093"/>
                </a:lnTo>
                <a:lnTo>
                  <a:pt x="1462874" y="1361093"/>
                </a:lnTo>
                <a:lnTo>
                  <a:pt x="1468900" y="1360775"/>
                </a:lnTo>
                <a:lnTo>
                  <a:pt x="1474291" y="1360140"/>
                </a:lnTo>
                <a:lnTo>
                  <a:pt x="1480316" y="1359187"/>
                </a:lnTo>
                <a:lnTo>
                  <a:pt x="1486341" y="1358234"/>
                </a:lnTo>
                <a:lnTo>
                  <a:pt x="1492366" y="1356646"/>
                </a:lnTo>
                <a:lnTo>
                  <a:pt x="1498392" y="1355058"/>
                </a:lnTo>
                <a:lnTo>
                  <a:pt x="1504734" y="1353470"/>
                </a:lnTo>
                <a:lnTo>
                  <a:pt x="1510759" y="1350929"/>
                </a:lnTo>
                <a:lnTo>
                  <a:pt x="1517101" y="1348706"/>
                </a:lnTo>
                <a:lnTo>
                  <a:pt x="1529786" y="1343624"/>
                </a:lnTo>
                <a:lnTo>
                  <a:pt x="1542471" y="1337272"/>
                </a:lnTo>
                <a:lnTo>
                  <a:pt x="1555473" y="1330602"/>
                </a:lnTo>
                <a:lnTo>
                  <a:pt x="1568157" y="1322662"/>
                </a:lnTo>
                <a:lnTo>
                  <a:pt x="1581159" y="1313769"/>
                </a:lnTo>
                <a:lnTo>
                  <a:pt x="1593844" y="1304241"/>
                </a:lnTo>
                <a:lnTo>
                  <a:pt x="1606846" y="1294395"/>
                </a:lnTo>
                <a:lnTo>
                  <a:pt x="1619531" y="1283597"/>
                </a:lnTo>
                <a:lnTo>
                  <a:pt x="1631581" y="1271845"/>
                </a:lnTo>
                <a:lnTo>
                  <a:pt x="1643949" y="1259776"/>
                </a:lnTo>
                <a:lnTo>
                  <a:pt x="1655682" y="1246437"/>
                </a:lnTo>
                <a:lnTo>
                  <a:pt x="1667098" y="1233097"/>
                </a:lnTo>
                <a:lnTo>
                  <a:pt x="1678197" y="1219123"/>
                </a:lnTo>
                <a:lnTo>
                  <a:pt x="1688662" y="1204513"/>
                </a:lnTo>
                <a:lnTo>
                  <a:pt x="1698810" y="1188950"/>
                </a:lnTo>
                <a:lnTo>
                  <a:pt x="1708324" y="1173387"/>
                </a:lnTo>
                <a:lnTo>
                  <a:pt x="1717203" y="1157189"/>
                </a:lnTo>
                <a:lnTo>
                  <a:pt x="1721643" y="1148932"/>
                </a:lnTo>
                <a:lnTo>
                  <a:pt x="1725765" y="1140356"/>
                </a:lnTo>
                <a:lnTo>
                  <a:pt x="1729570" y="1132099"/>
                </a:lnTo>
                <a:lnTo>
                  <a:pt x="1733693" y="1123523"/>
                </a:lnTo>
                <a:lnTo>
                  <a:pt x="1737181" y="1114948"/>
                </a:lnTo>
                <a:lnTo>
                  <a:pt x="1740352" y="1106055"/>
                </a:lnTo>
                <a:lnTo>
                  <a:pt x="1743524" y="1096844"/>
                </a:lnTo>
                <a:lnTo>
                  <a:pt x="1746695" y="1088269"/>
                </a:lnTo>
                <a:lnTo>
                  <a:pt x="1749232" y="1079058"/>
                </a:lnTo>
                <a:lnTo>
                  <a:pt x="1751769" y="1069848"/>
                </a:lnTo>
                <a:lnTo>
                  <a:pt x="1754306" y="1060637"/>
                </a:lnTo>
                <a:lnTo>
                  <a:pt x="1756525" y="1051427"/>
                </a:lnTo>
                <a:lnTo>
                  <a:pt x="1758428" y="1042216"/>
                </a:lnTo>
                <a:lnTo>
                  <a:pt x="1760014" y="1032688"/>
                </a:lnTo>
                <a:lnTo>
                  <a:pt x="1761599" y="1023160"/>
                </a:lnTo>
                <a:lnTo>
                  <a:pt x="1762551" y="1013314"/>
                </a:lnTo>
                <a:lnTo>
                  <a:pt x="1763502" y="1003786"/>
                </a:lnTo>
                <a:lnTo>
                  <a:pt x="1764136" y="994258"/>
                </a:lnTo>
                <a:lnTo>
                  <a:pt x="1764453" y="984412"/>
                </a:lnTo>
                <a:lnTo>
                  <a:pt x="1764771" y="974566"/>
                </a:lnTo>
                <a:lnTo>
                  <a:pt x="1764453" y="962815"/>
                </a:lnTo>
                <a:lnTo>
                  <a:pt x="1763819" y="951063"/>
                </a:lnTo>
                <a:lnTo>
                  <a:pt x="1748598" y="950745"/>
                </a:lnTo>
                <a:lnTo>
                  <a:pt x="1733059" y="949793"/>
                </a:lnTo>
                <a:lnTo>
                  <a:pt x="1716886" y="948840"/>
                </a:lnTo>
                <a:lnTo>
                  <a:pt x="1701030" y="947569"/>
                </a:lnTo>
                <a:lnTo>
                  <a:pt x="1684223" y="945664"/>
                </a:lnTo>
                <a:lnTo>
                  <a:pt x="1667732" y="943758"/>
                </a:lnTo>
                <a:lnTo>
                  <a:pt x="1650925" y="941852"/>
                </a:lnTo>
                <a:lnTo>
                  <a:pt x="1634435" y="939629"/>
                </a:lnTo>
                <a:lnTo>
                  <a:pt x="1617628" y="937406"/>
                </a:lnTo>
                <a:lnTo>
                  <a:pt x="1600503" y="934548"/>
                </a:lnTo>
                <a:lnTo>
                  <a:pt x="1584013" y="931689"/>
                </a:lnTo>
                <a:lnTo>
                  <a:pt x="1567206" y="928513"/>
                </a:lnTo>
                <a:lnTo>
                  <a:pt x="1550716" y="925337"/>
                </a:lnTo>
                <a:lnTo>
                  <a:pt x="1533909" y="921526"/>
                </a:lnTo>
                <a:lnTo>
                  <a:pt x="1517736" y="917714"/>
                </a:lnTo>
                <a:lnTo>
                  <a:pt x="1502197" y="913903"/>
                </a:lnTo>
                <a:lnTo>
                  <a:pt x="1486024" y="909457"/>
                </a:lnTo>
                <a:lnTo>
                  <a:pt x="1470802" y="905010"/>
                </a:lnTo>
                <a:lnTo>
                  <a:pt x="1456215" y="900564"/>
                </a:lnTo>
                <a:lnTo>
                  <a:pt x="1441310" y="895164"/>
                </a:lnTo>
                <a:lnTo>
                  <a:pt x="1427357" y="890400"/>
                </a:lnTo>
                <a:lnTo>
                  <a:pt x="1413721" y="884683"/>
                </a:lnTo>
                <a:lnTo>
                  <a:pt x="1400719" y="879284"/>
                </a:lnTo>
                <a:lnTo>
                  <a:pt x="1388352" y="873250"/>
                </a:lnTo>
                <a:lnTo>
                  <a:pt x="1376618" y="867533"/>
                </a:lnTo>
                <a:lnTo>
                  <a:pt x="1365519" y="861181"/>
                </a:lnTo>
                <a:lnTo>
                  <a:pt x="1355054" y="854828"/>
                </a:lnTo>
                <a:lnTo>
                  <a:pt x="1345541" y="848159"/>
                </a:lnTo>
                <a:lnTo>
                  <a:pt x="1336661" y="841171"/>
                </a:lnTo>
                <a:lnTo>
                  <a:pt x="1329051" y="834184"/>
                </a:lnTo>
                <a:lnTo>
                  <a:pt x="1324928" y="830690"/>
                </a:lnTo>
                <a:lnTo>
                  <a:pt x="1321757" y="826879"/>
                </a:lnTo>
                <a:lnTo>
                  <a:pt x="1318586" y="823068"/>
                </a:lnTo>
                <a:lnTo>
                  <a:pt x="1315414" y="819574"/>
                </a:lnTo>
                <a:lnTo>
                  <a:pt x="1309706" y="811634"/>
                </a:lnTo>
                <a:lnTo>
                  <a:pt x="1303681" y="804647"/>
                </a:lnTo>
                <a:lnTo>
                  <a:pt x="1298607" y="798612"/>
                </a:lnTo>
                <a:lnTo>
                  <a:pt x="1293216" y="792578"/>
                </a:lnTo>
                <a:lnTo>
                  <a:pt x="1288142" y="787813"/>
                </a:lnTo>
                <a:lnTo>
                  <a:pt x="1283386" y="783367"/>
                </a:lnTo>
                <a:lnTo>
                  <a:pt x="1278312" y="779873"/>
                </a:lnTo>
                <a:lnTo>
                  <a:pt x="1273872" y="777015"/>
                </a:lnTo>
                <a:lnTo>
                  <a:pt x="1269432" y="774474"/>
                </a:lnTo>
                <a:lnTo>
                  <a:pt x="1265310" y="772251"/>
                </a:lnTo>
                <a:lnTo>
                  <a:pt x="1261187" y="770980"/>
                </a:lnTo>
                <a:lnTo>
                  <a:pt x="1257065" y="770028"/>
                </a:lnTo>
                <a:lnTo>
                  <a:pt x="1253576" y="769392"/>
                </a:lnTo>
                <a:lnTo>
                  <a:pt x="1249771" y="769392"/>
                </a:lnTo>
                <a:close/>
                <a:moveTo>
                  <a:pt x="1457483" y="500062"/>
                </a:moveTo>
                <a:lnTo>
                  <a:pt x="1467631" y="500380"/>
                </a:lnTo>
                <a:lnTo>
                  <a:pt x="1477462" y="500697"/>
                </a:lnTo>
                <a:lnTo>
                  <a:pt x="1487609" y="501650"/>
                </a:lnTo>
                <a:lnTo>
                  <a:pt x="1497757" y="502603"/>
                </a:lnTo>
                <a:lnTo>
                  <a:pt x="1507588" y="503874"/>
                </a:lnTo>
                <a:lnTo>
                  <a:pt x="1517419" y="505462"/>
                </a:lnTo>
                <a:lnTo>
                  <a:pt x="1527249" y="507685"/>
                </a:lnTo>
                <a:lnTo>
                  <a:pt x="1537080" y="509908"/>
                </a:lnTo>
                <a:lnTo>
                  <a:pt x="1546276" y="512449"/>
                </a:lnTo>
                <a:lnTo>
                  <a:pt x="1556107" y="514990"/>
                </a:lnTo>
                <a:lnTo>
                  <a:pt x="1565303" y="518483"/>
                </a:lnTo>
                <a:lnTo>
                  <a:pt x="1574817" y="521659"/>
                </a:lnTo>
                <a:lnTo>
                  <a:pt x="1584013" y="525153"/>
                </a:lnTo>
                <a:lnTo>
                  <a:pt x="1592893" y="528964"/>
                </a:lnTo>
                <a:lnTo>
                  <a:pt x="1602089" y="533093"/>
                </a:lnTo>
                <a:lnTo>
                  <a:pt x="1610968" y="537540"/>
                </a:lnTo>
                <a:lnTo>
                  <a:pt x="1619848" y="542304"/>
                </a:lnTo>
                <a:lnTo>
                  <a:pt x="1628410" y="547068"/>
                </a:lnTo>
                <a:lnTo>
                  <a:pt x="1636972" y="552150"/>
                </a:lnTo>
                <a:lnTo>
                  <a:pt x="1645534" y="557549"/>
                </a:lnTo>
                <a:lnTo>
                  <a:pt x="1654096" y="562948"/>
                </a:lnTo>
                <a:lnTo>
                  <a:pt x="1662024" y="568983"/>
                </a:lnTo>
                <a:lnTo>
                  <a:pt x="1670269" y="575017"/>
                </a:lnTo>
                <a:lnTo>
                  <a:pt x="1678197" y="581369"/>
                </a:lnTo>
                <a:lnTo>
                  <a:pt x="1685808" y="588039"/>
                </a:lnTo>
                <a:lnTo>
                  <a:pt x="1693736" y="594391"/>
                </a:lnTo>
                <a:lnTo>
                  <a:pt x="1701347" y="601696"/>
                </a:lnTo>
                <a:lnTo>
                  <a:pt x="1708641" y="608684"/>
                </a:lnTo>
                <a:lnTo>
                  <a:pt x="1715934" y="615989"/>
                </a:lnTo>
                <a:lnTo>
                  <a:pt x="1723228" y="623611"/>
                </a:lnTo>
                <a:lnTo>
                  <a:pt x="1729888" y="631234"/>
                </a:lnTo>
                <a:lnTo>
                  <a:pt x="1736864" y="639174"/>
                </a:lnTo>
                <a:lnTo>
                  <a:pt x="1743207" y="647432"/>
                </a:lnTo>
                <a:lnTo>
                  <a:pt x="1749866" y="655689"/>
                </a:lnTo>
                <a:lnTo>
                  <a:pt x="1756208" y="664265"/>
                </a:lnTo>
                <a:lnTo>
                  <a:pt x="1762234" y="673158"/>
                </a:lnTo>
                <a:lnTo>
                  <a:pt x="1768259" y="682051"/>
                </a:lnTo>
                <a:lnTo>
                  <a:pt x="1773967" y="690944"/>
                </a:lnTo>
                <a:lnTo>
                  <a:pt x="1779675" y="700154"/>
                </a:lnTo>
                <a:lnTo>
                  <a:pt x="1785066" y="709682"/>
                </a:lnTo>
                <a:lnTo>
                  <a:pt x="1790140" y="719211"/>
                </a:lnTo>
                <a:lnTo>
                  <a:pt x="1795531" y="728739"/>
                </a:lnTo>
                <a:lnTo>
                  <a:pt x="1800288" y="738902"/>
                </a:lnTo>
                <a:lnTo>
                  <a:pt x="1805045" y="748430"/>
                </a:lnTo>
                <a:lnTo>
                  <a:pt x="1809484" y="758594"/>
                </a:lnTo>
                <a:lnTo>
                  <a:pt x="1813924" y="769075"/>
                </a:lnTo>
                <a:lnTo>
                  <a:pt x="1817729" y="779556"/>
                </a:lnTo>
                <a:lnTo>
                  <a:pt x="1821535" y="790037"/>
                </a:lnTo>
                <a:lnTo>
                  <a:pt x="1825340" y="800835"/>
                </a:lnTo>
                <a:lnTo>
                  <a:pt x="1828828" y="811634"/>
                </a:lnTo>
                <a:lnTo>
                  <a:pt x="1832000" y="822750"/>
                </a:lnTo>
                <a:lnTo>
                  <a:pt x="1834854" y="833866"/>
                </a:lnTo>
                <a:lnTo>
                  <a:pt x="1837708" y="844983"/>
                </a:lnTo>
                <a:lnTo>
                  <a:pt x="1840245" y="856416"/>
                </a:lnTo>
                <a:lnTo>
                  <a:pt x="1842464" y="867850"/>
                </a:lnTo>
                <a:lnTo>
                  <a:pt x="1844684" y="879284"/>
                </a:lnTo>
                <a:lnTo>
                  <a:pt x="1846270" y="890718"/>
                </a:lnTo>
                <a:lnTo>
                  <a:pt x="1847855" y="902469"/>
                </a:lnTo>
                <a:lnTo>
                  <a:pt x="1849758" y="914221"/>
                </a:lnTo>
                <a:lnTo>
                  <a:pt x="1850710" y="926290"/>
                </a:lnTo>
                <a:lnTo>
                  <a:pt x="1851661" y="938359"/>
                </a:lnTo>
                <a:lnTo>
                  <a:pt x="1852295" y="950428"/>
                </a:lnTo>
                <a:lnTo>
                  <a:pt x="1852612" y="962497"/>
                </a:lnTo>
                <a:lnTo>
                  <a:pt x="1852612" y="974566"/>
                </a:lnTo>
                <a:lnTo>
                  <a:pt x="1852612" y="987270"/>
                </a:lnTo>
                <a:lnTo>
                  <a:pt x="1851978" y="999657"/>
                </a:lnTo>
                <a:lnTo>
                  <a:pt x="1851344" y="1012361"/>
                </a:lnTo>
                <a:lnTo>
                  <a:pt x="1850075" y="1024430"/>
                </a:lnTo>
                <a:lnTo>
                  <a:pt x="1848490" y="1036817"/>
                </a:lnTo>
                <a:lnTo>
                  <a:pt x="1846587" y="1048886"/>
                </a:lnTo>
                <a:lnTo>
                  <a:pt x="1844367" y="1060955"/>
                </a:lnTo>
                <a:lnTo>
                  <a:pt x="1842147" y="1072706"/>
                </a:lnTo>
                <a:lnTo>
                  <a:pt x="1839293" y="1084458"/>
                </a:lnTo>
                <a:lnTo>
                  <a:pt x="1836122" y="1095891"/>
                </a:lnTo>
                <a:lnTo>
                  <a:pt x="1832951" y="1107643"/>
                </a:lnTo>
                <a:lnTo>
                  <a:pt x="1829463" y="1118759"/>
                </a:lnTo>
                <a:lnTo>
                  <a:pt x="1825974" y="1130193"/>
                </a:lnTo>
                <a:lnTo>
                  <a:pt x="1821535" y="1141309"/>
                </a:lnTo>
                <a:lnTo>
                  <a:pt x="1817412" y="1152108"/>
                </a:lnTo>
                <a:lnTo>
                  <a:pt x="1812655" y="1162906"/>
                </a:lnTo>
                <a:lnTo>
                  <a:pt x="1807899" y="1173705"/>
                </a:lnTo>
                <a:lnTo>
                  <a:pt x="1803142" y="1184186"/>
                </a:lnTo>
                <a:lnTo>
                  <a:pt x="1797751" y="1194667"/>
                </a:lnTo>
                <a:lnTo>
                  <a:pt x="1792360" y="1204830"/>
                </a:lnTo>
                <a:lnTo>
                  <a:pt x="1786652" y="1214994"/>
                </a:lnTo>
                <a:lnTo>
                  <a:pt x="1780944" y="1224840"/>
                </a:lnTo>
                <a:lnTo>
                  <a:pt x="1774601" y="1234050"/>
                </a:lnTo>
                <a:lnTo>
                  <a:pt x="1768576" y="1243896"/>
                </a:lnTo>
                <a:lnTo>
                  <a:pt x="1762234" y="1253107"/>
                </a:lnTo>
                <a:lnTo>
                  <a:pt x="1755891" y="1262317"/>
                </a:lnTo>
                <a:lnTo>
                  <a:pt x="1748915" y="1271528"/>
                </a:lnTo>
                <a:lnTo>
                  <a:pt x="1741938" y="1280103"/>
                </a:lnTo>
                <a:lnTo>
                  <a:pt x="1735279" y="1288678"/>
                </a:lnTo>
                <a:lnTo>
                  <a:pt x="1727985" y="1297254"/>
                </a:lnTo>
                <a:lnTo>
                  <a:pt x="1720691" y="1305194"/>
                </a:lnTo>
                <a:lnTo>
                  <a:pt x="1713397" y="1313452"/>
                </a:lnTo>
                <a:lnTo>
                  <a:pt x="1705787" y="1321392"/>
                </a:lnTo>
                <a:lnTo>
                  <a:pt x="1698493" y="1329014"/>
                </a:lnTo>
                <a:lnTo>
                  <a:pt x="1690565" y="1336319"/>
                </a:lnTo>
                <a:lnTo>
                  <a:pt x="1682637" y="1343624"/>
                </a:lnTo>
                <a:lnTo>
                  <a:pt x="1674709" y="1350612"/>
                </a:lnTo>
                <a:lnTo>
                  <a:pt x="1666781" y="1357599"/>
                </a:lnTo>
                <a:lnTo>
                  <a:pt x="1658853" y="1364269"/>
                </a:lnTo>
                <a:lnTo>
                  <a:pt x="1650608" y="1370303"/>
                </a:lnTo>
                <a:lnTo>
                  <a:pt x="1642680" y="1376655"/>
                </a:lnTo>
                <a:lnTo>
                  <a:pt x="1634435" y="1382372"/>
                </a:lnTo>
                <a:lnTo>
                  <a:pt x="1626190" y="1388407"/>
                </a:lnTo>
                <a:lnTo>
                  <a:pt x="1617945" y="1393806"/>
                </a:lnTo>
                <a:lnTo>
                  <a:pt x="1609700" y="1399205"/>
                </a:lnTo>
                <a:lnTo>
                  <a:pt x="1601455" y="1403970"/>
                </a:lnTo>
                <a:lnTo>
                  <a:pt x="1592893" y="1408416"/>
                </a:lnTo>
                <a:lnTo>
                  <a:pt x="1584648" y="1413180"/>
                </a:lnTo>
                <a:lnTo>
                  <a:pt x="1576403" y="1417309"/>
                </a:lnTo>
                <a:lnTo>
                  <a:pt x="1568157" y="1421120"/>
                </a:lnTo>
                <a:lnTo>
                  <a:pt x="1559912" y="1425249"/>
                </a:lnTo>
                <a:lnTo>
                  <a:pt x="1551667" y="1428743"/>
                </a:lnTo>
                <a:lnTo>
                  <a:pt x="1543422" y="1431601"/>
                </a:lnTo>
                <a:lnTo>
                  <a:pt x="1535177" y="1434777"/>
                </a:lnTo>
                <a:lnTo>
                  <a:pt x="1527249" y="1437636"/>
                </a:lnTo>
                <a:lnTo>
                  <a:pt x="1519004" y="1439859"/>
                </a:lnTo>
                <a:lnTo>
                  <a:pt x="1510759" y="1442082"/>
                </a:lnTo>
                <a:lnTo>
                  <a:pt x="1503148" y="1443670"/>
                </a:lnTo>
                <a:lnTo>
                  <a:pt x="1495220" y="1445576"/>
                </a:lnTo>
                <a:lnTo>
                  <a:pt x="1487292" y="1446846"/>
                </a:lnTo>
                <a:lnTo>
                  <a:pt x="1479999" y="1448117"/>
                </a:lnTo>
                <a:lnTo>
                  <a:pt x="1472071" y="1448752"/>
                </a:lnTo>
                <a:lnTo>
                  <a:pt x="1464460" y="1449070"/>
                </a:lnTo>
                <a:lnTo>
                  <a:pt x="1457483" y="1449387"/>
                </a:lnTo>
                <a:lnTo>
                  <a:pt x="1449872" y="1449070"/>
                </a:lnTo>
                <a:lnTo>
                  <a:pt x="1442579" y="1448752"/>
                </a:lnTo>
                <a:lnTo>
                  <a:pt x="1434968" y="1448117"/>
                </a:lnTo>
                <a:lnTo>
                  <a:pt x="1427357" y="1446846"/>
                </a:lnTo>
                <a:lnTo>
                  <a:pt x="1419429" y="1445576"/>
                </a:lnTo>
                <a:lnTo>
                  <a:pt x="1411818" y="1443670"/>
                </a:lnTo>
                <a:lnTo>
                  <a:pt x="1403573" y="1442082"/>
                </a:lnTo>
                <a:lnTo>
                  <a:pt x="1395645" y="1439859"/>
                </a:lnTo>
                <a:lnTo>
                  <a:pt x="1387717" y="1437636"/>
                </a:lnTo>
                <a:lnTo>
                  <a:pt x="1379472" y="1434777"/>
                </a:lnTo>
                <a:lnTo>
                  <a:pt x="1371227" y="1431601"/>
                </a:lnTo>
                <a:lnTo>
                  <a:pt x="1362982" y="1428743"/>
                </a:lnTo>
                <a:lnTo>
                  <a:pt x="1355054" y="1425249"/>
                </a:lnTo>
                <a:lnTo>
                  <a:pt x="1346492" y="1421120"/>
                </a:lnTo>
                <a:lnTo>
                  <a:pt x="1338247" y="1417309"/>
                </a:lnTo>
                <a:lnTo>
                  <a:pt x="1330002" y="1413180"/>
                </a:lnTo>
                <a:lnTo>
                  <a:pt x="1321757" y="1408416"/>
                </a:lnTo>
                <a:lnTo>
                  <a:pt x="1313195" y="1403970"/>
                </a:lnTo>
                <a:lnTo>
                  <a:pt x="1304950" y="1399205"/>
                </a:lnTo>
                <a:lnTo>
                  <a:pt x="1296705" y="1393806"/>
                </a:lnTo>
                <a:lnTo>
                  <a:pt x="1288459" y="1388407"/>
                </a:lnTo>
                <a:lnTo>
                  <a:pt x="1280214" y="1382372"/>
                </a:lnTo>
                <a:lnTo>
                  <a:pt x="1272286" y="1376655"/>
                </a:lnTo>
                <a:lnTo>
                  <a:pt x="1264041" y="1370303"/>
                </a:lnTo>
                <a:lnTo>
                  <a:pt x="1255796" y="1364269"/>
                </a:lnTo>
                <a:lnTo>
                  <a:pt x="1247551" y="1357599"/>
                </a:lnTo>
                <a:lnTo>
                  <a:pt x="1239940" y="1350612"/>
                </a:lnTo>
                <a:lnTo>
                  <a:pt x="1232012" y="1343624"/>
                </a:lnTo>
                <a:lnTo>
                  <a:pt x="1224085" y="1336319"/>
                </a:lnTo>
                <a:lnTo>
                  <a:pt x="1216474" y="1329014"/>
                </a:lnTo>
                <a:lnTo>
                  <a:pt x="1208863" y="1321392"/>
                </a:lnTo>
                <a:lnTo>
                  <a:pt x="1201252" y="1313452"/>
                </a:lnTo>
                <a:lnTo>
                  <a:pt x="1193958" y="1305194"/>
                </a:lnTo>
                <a:lnTo>
                  <a:pt x="1186665" y="1297254"/>
                </a:lnTo>
                <a:lnTo>
                  <a:pt x="1179688" y="1288678"/>
                </a:lnTo>
                <a:lnTo>
                  <a:pt x="1172711" y="1280103"/>
                </a:lnTo>
                <a:lnTo>
                  <a:pt x="1165735" y="1271528"/>
                </a:lnTo>
                <a:lnTo>
                  <a:pt x="1159075" y="1262317"/>
                </a:lnTo>
                <a:lnTo>
                  <a:pt x="1152416" y="1253107"/>
                </a:lnTo>
                <a:lnTo>
                  <a:pt x="1146073" y="1243896"/>
                </a:lnTo>
                <a:lnTo>
                  <a:pt x="1139731" y="1234050"/>
                </a:lnTo>
                <a:lnTo>
                  <a:pt x="1134023" y="1224840"/>
                </a:lnTo>
                <a:lnTo>
                  <a:pt x="1127998" y="1214994"/>
                </a:lnTo>
                <a:lnTo>
                  <a:pt x="1122607" y="1204830"/>
                </a:lnTo>
                <a:lnTo>
                  <a:pt x="1116899" y="1194667"/>
                </a:lnTo>
                <a:lnTo>
                  <a:pt x="1111825" y="1184186"/>
                </a:lnTo>
                <a:lnTo>
                  <a:pt x="1106751" y="1173705"/>
                </a:lnTo>
                <a:lnTo>
                  <a:pt x="1101994" y="1162906"/>
                </a:lnTo>
                <a:lnTo>
                  <a:pt x="1097237" y="1152108"/>
                </a:lnTo>
                <a:lnTo>
                  <a:pt x="1093115" y="1141309"/>
                </a:lnTo>
                <a:lnTo>
                  <a:pt x="1088992" y="1130193"/>
                </a:lnTo>
                <a:lnTo>
                  <a:pt x="1085187" y="1118759"/>
                </a:lnTo>
                <a:lnTo>
                  <a:pt x="1081699" y="1107643"/>
                </a:lnTo>
                <a:lnTo>
                  <a:pt x="1078527" y="1095891"/>
                </a:lnTo>
                <a:lnTo>
                  <a:pt x="1075356" y="1084458"/>
                </a:lnTo>
                <a:lnTo>
                  <a:pt x="1072502" y="1072706"/>
                </a:lnTo>
                <a:lnTo>
                  <a:pt x="1070282" y="1060955"/>
                </a:lnTo>
                <a:lnTo>
                  <a:pt x="1068062" y="1048886"/>
                </a:lnTo>
                <a:lnTo>
                  <a:pt x="1066477" y="1036817"/>
                </a:lnTo>
                <a:lnTo>
                  <a:pt x="1064891" y="1024430"/>
                </a:lnTo>
                <a:lnTo>
                  <a:pt x="1063623" y="1012361"/>
                </a:lnTo>
                <a:lnTo>
                  <a:pt x="1062671" y="999657"/>
                </a:lnTo>
                <a:lnTo>
                  <a:pt x="1062037" y="987270"/>
                </a:lnTo>
                <a:lnTo>
                  <a:pt x="1062037" y="974566"/>
                </a:lnTo>
                <a:lnTo>
                  <a:pt x="1062037" y="962497"/>
                </a:lnTo>
                <a:lnTo>
                  <a:pt x="1062354" y="950428"/>
                </a:lnTo>
                <a:lnTo>
                  <a:pt x="1063306" y="938359"/>
                </a:lnTo>
                <a:lnTo>
                  <a:pt x="1064257" y="926290"/>
                </a:lnTo>
                <a:lnTo>
                  <a:pt x="1065208" y="914221"/>
                </a:lnTo>
                <a:lnTo>
                  <a:pt x="1066794" y="902469"/>
                </a:lnTo>
                <a:lnTo>
                  <a:pt x="1068380" y="890718"/>
                </a:lnTo>
                <a:lnTo>
                  <a:pt x="1069965" y="879284"/>
                </a:lnTo>
                <a:lnTo>
                  <a:pt x="1072185" y="867850"/>
                </a:lnTo>
                <a:lnTo>
                  <a:pt x="1074405" y="856416"/>
                </a:lnTo>
                <a:lnTo>
                  <a:pt x="1077259" y="844983"/>
                </a:lnTo>
                <a:lnTo>
                  <a:pt x="1079796" y="833866"/>
                </a:lnTo>
                <a:lnTo>
                  <a:pt x="1082650" y="822750"/>
                </a:lnTo>
                <a:lnTo>
                  <a:pt x="1085821" y="811634"/>
                </a:lnTo>
                <a:lnTo>
                  <a:pt x="1089627" y="800835"/>
                </a:lnTo>
                <a:lnTo>
                  <a:pt x="1093115" y="790037"/>
                </a:lnTo>
                <a:lnTo>
                  <a:pt x="1096920" y="779556"/>
                </a:lnTo>
                <a:lnTo>
                  <a:pt x="1101043" y="769075"/>
                </a:lnTo>
                <a:lnTo>
                  <a:pt x="1105165" y="758594"/>
                </a:lnTo>
                <a:lnTo>
                  <a:pt x="1109922" y="748430"/>
                </a:lnTo>
                <a:lnTo>
                  <a:pt x="1114362" y="738902"/>
                </a:lnTo>
                <a:lnTo>
                  <a:pt x="1119118" y="728739"/>
                </a:lnTo>
                <a:lnTo>
                  <a:pt x="1124509" y="719211"/>
                </a:lnTo>
                <a:lnTo>
                  <a:pt x="1129583" y="709682"/>
                </a:lnTo>
                <a:lnTo>
                  <a:pt x="1135291" y="700154"/>
                </a:lnTo>
                <a:lnTo>
                  <a:pt x="1140682" y="690944"/>
                </a:lnTo>
                <a:lnTo>
                  <a:pt x="1146391" y="682051"/>
                </a:lnTo>
                <a:lnTo>
                  <a:pt x="1152416" y="673158"/>
                </a:lnTo>
                <a:lnTo>
                  <a:pt x="1158758" y="664265"/>
                </a:lnTo>
                <a:lnTo>
                  <a:pt x="1164783" y="655689"/>
                </a:lnTo>
                <a:lnTo>
                  <a:pt x="1171443" y="647432"/>
                </a:lnTo>
                <a:lnTo>
                  <a:pt x="1177785" y="639174"/>
                </a:lnTo>
                <a:lnTo>
                  <a:pt x="1184762" y="631234"/>
                </a:lnTo>
                <a:lnTo>
                  <a:pt x="1191738" y="623611"/>
                </a:lnTo>
                <a:lnTo>
                  <a:pt x="1198715" y="615989"/>
                </a:lnTo>
                <a:lnTo>
                  <a:pt x="1206009" y="608684"/>
                </a:lnTo>
                <a:lnTo>
                  <a:pt x="1213620" y="601696"/>
                </a:lnTo>
                <a:lnTo>
                  <a:pt x="1220913" y="594391"/>
                </a:lnTo>
                <a:lnTo>
                  <a:pt x="1228841" y="588039"/>
                </a:lnTo>
                <a:lnTo>
                  <a:pt x="1236769" y="581369"/>
                </a:lnTo>
                <a:lnTo>
                  <a:pt x="1244380" y="575017"/>
                </a:lnTo>
                <a:lnTo>
                  <a:pt x="1252625" y="568983"/>
                </a:lnTo>
                <a:lnTo>
                  <a:pt x="1260870" y="562948"/>
                </a:lnTo>
                <a:lnTo>
                  <a:pt x="1269115" y="557549"/>
                </a:lnTo>
                <a:lnTo>
                  <a:pt x="1277360" y="552150"/>
                </a:lnTo>
                <a:lnTo>
                  <a:pt x="1286240" y="547068"/>
                </a:lnTo>
                <a:lnTo>
                  <a:pt x="1294802" y="542304"/>
                </a:lnTo>
                <a:lnTo>
                  <a:pt x="1303364" y="537540"/>
                </a:lnTo>
                <a:lnTo>
                  <a:pt x="1312560" y="533093"/>
                </a:lnTo>
                <a:lnTo>
                  <a:pt x="1321757" y="528964"/>
                </a:lnTo>
                <a:lnTo>
                  <a:pt x="1330953" y="525153"/>
                </a:lnTo>
                <a:lnTo>
                  <a:pt x="1339833" y="521659"/>
                </a:lnTo>
                <a:lnTo>
                  <a:pt x="1349029" y="518483"/>
                </a:lnTo>
                <a:lnTo>
                  <a:pt x="1358542" y="514990"/>
                </a:lnTo>
                <a:lnTo>
                  <a:pt x="1368056" y="512449"/>
                </a:lnTo>
                <a:lnTo>
                  <a:pt x="1377887" y="509908"/>
                </a:lnTo>
                <a:lnTo>
                  <a:pt x="1387717" y="507685"/>
                </a:lnTo>
                <a:lnTo>
                  <a:pt x="1397231" y="505462"/>
                </a:lnTo>
                <a:lnTo>
                  <a:pt x="1407062" y="503874"/>
                </a:lnTo>
                <a:lnTo>
                  <a:pt x="1416892" y="502603"/>
                </a:lnTo>
                <a:lnTo>
                  <a:pt x="1427040" y="501650"/>
                </a:lnTo>
                <a:lnTo>
                  <a:pt x="1437188" y="500697"/>
                </a:lnTo>
                <a:lnTo>
                  <a:pt x="1447336" y="500380"/>
                </a:lnTo>
                <a:lnTo>
                  <a:pt x="1457483" y="500062"/>
                </a:lnTo>
                <a:close/>
                <a:moveTo>
                  <a:pt x="716008" y="249237"/>
                </a:moveTo>
                <a:lnTo>
                  <a:pt x="795913" y="249237"/>
                </a:lnTo>
                <a:lnTo>
                  <a:pt x="795913" y="374499"/>
                </a:lnTo>
                <a:lnTo>
                  <a:pt x="810181" y="375133"/>
                </a:lnTo>
                <a:lnTo>
                  <a:pt x="823816" y="376402"/>
                </a:lnTo>
                <a:lnTo>
                  <a:pt x="837133" y="377670"/>
                </a:lnTo>
                <a:lnTo>
                  <a:pt x="849500" y="379890"/>
                </a:lnTo>
                <a:lnTo>
                  <a:pt x="861549" y="381793"/>
                </a:lnTo>
                <a:lnTo>
                  <a:pt x="873281" y="384330"/>
                </a:lnTo>
                <a:lnTo>
                  <a:pt x="884379" y="386867"/>
                </a:lnTo>
                <a:lnTo>
                  <a:pt x="894842" y="389721"/>
                </a:lnTo>
                <a:lnTo>
                  <a:pt x="904989" y="393209"/>
                </a:lnTo>
                <a:lnTo>
                  <a:pt x="914819" y="396698"/>
                </a:lnTo>
                <a:lnTo>
                  <a:pt x="924014" y="400186"/>
                </a:lnTo>
                <a:lnTo>
                  <a:pt x="932575" y="403991"/>
                </a:lnTo>
                <a:lnTo>
                  <a:pt x="941136" y="407797"/>
                </a:lnTo>
                <a:lnTo>
                  <a:pt x="949381" y="411602"/>
                </a:lnTo>
                <a:lnTo>
                  <a:pt x="956673" y="415725"/>
                </a:lnTo>
                <a:lnTo>
                  <a:pt x="963966" y="419847"/>
                </a:lnTo>
                <a:lnTo>
                  <a:pt x="931624" y="504836"/>
                </a:lnTo>
                <a:lnTo>
                  <a:pt x="920209" y="498810"/>
                </a:lnTo>
                <a:lnTo>
                  <a:pt x="906257" y="491517"/>
                </a:lnTo>
                <a:lnTo>
                  <a:pt x="898330" y="488028"/>
                </a:lnTo>
                <a:lnTo>
                  <a:pt x="890086" y="484540"/>
                </a:lnTo>
                <a:lnTo>
                  <a:pt x="880891" y="480735"/>
                </a:lnTo>
                <a:lnTo>
                  <a:pt x="871061" y="477246"/>
                </a:lnTo>
                <a:lnTo>
                  <a:pt x="860597" y="474075"/>
                </a:lnTo>
                <a:lnTo>
                  <a:pt x="849500" y="470904"/>
                </a:lnTo>
                <a:lnTo>
                  <a:pt x="837767" y="468367"/>
                </a:lnTo>
                <a:lnTo>
                  <a:pt x="825401" y="465830"/>
                </a:lnTo>
                <a:lnTo>
                  <a:pt x="812401" y="463927"/>
                </a:lnTo>
                <a:lnTo>
                  <a:pt x="798449" y="462659"/>
                </a:lnTo>
                <a:lnTo>
                  <a:pt x="783863" y="461707"/>
                </a:lnTo>
                <a:lnTo>
                  <a:pt x="768960" y="461390"/>
                </a:lnTo>
                <a:lnTo>
                  <a:pt x="759765" y="461390"/>
                </a:lnTo>
                <a:lnTo>
                  <a:pt x="751204" y="462024"/>
                </a:lnTo>
                <a:lnTo>
                  <a:pt x="742643" y="462659"/>
                </a:lnTo>
                <a:lnTo>
                  <a:pt x="734398" y="463927"/>
                </a:lnTo>
                <a:lnTo>
                  <a:pt x="726471" y="465196"/>
                </a:lnTo>
                <a:lnTo>
                  <a:pt x="719496" y="467098"/>
                </a:lnTo>
                <a:lnTo>
                  <a:pt x="712203" y="469001"/>
                </a:lnTo>
                <a:lnTo>
                  <a:pt x="705544" y="471538"/>
                </a:lnTo>
                <a:lnTo>
                  <a:pt x="699202" y="473758"/>
                </a:lnTo>
                <a:lnTo>
                  <a:pt x="693178" y="476612"/>
                </a:lnTo>
                <a:lnTo>
                  <a:pt x="687153" y="479466"/>
                </a:lnTo>
                <a:lnTo>
                  <a:pt x="682080" y="482637"/>
                </a:lnTo>
                <a:lnTo>
                  <a:pt x="676689" y="486126"/>
                </a:lnTo>
                <a:lnTo>
                  <a:pt x="671933" y="489614"/>
                </a:lnTo>
                <a:lnTo>
                  <a:pt x="667177" y="493419"/>
                </a:lnTo>
                <a:lnTo>
                  <a:pt x="663055" y="497542"/>
                </a:lnTo>
                <a:lnTo>
                  <a:pt x="659250" y="501348"/>
                </a:lnTo>
                <a:lnTo>
                  <a:pt x="655445" y="505470"/>
                </a:lnTo>
                <a:lnTo>
                  <a:pt x="652274" y="509910"/>
                </a:lnTo>
                <a:lnTo>
                  <a:pt x="649103" y="514350"/>
                </a:lnTo>
                <a:lnTo>
                  <a:pt x="646249" y="519107"/>
                </a:lnTo>
                <a:lnTo>
                  <a:pt x="643713" y="523546"/>
                </a:lnTo>
                <a:lnTo>
                  <a:pt x="641493" y="528303"/>
                </a:lnTo>
                <a:lnTo>
                  <a:pt x="639591" y="533060"/>
                </a:lnTo>
                <a:lnTo>
                  <a:pt x="637688" y="537817"/>
                </a:lnTo>
                <a:lnTo>
                  <a:pt x="636420" y="542891"/>
                </a:lnTo>
                <a:lnTo>
                  <a:pt x="635152" y="547647"/>
                </a:lnTo>
                <a:lnTo>
                  <a:pt x="633566" y="552721"/>
                </a:lnTo>
                <a:lnTo>
                  <a:pt x="632932" y="557478"/>
                </a:lnTo>
                <a:lnTo>
                  <a:pt x="632298" y="562235"/>
                </a:lnTo>
                <a:lnTo>
                  <a:pt x="631981" y="567309"/>
                </a:lnTo>
                <a:lnTo>
                  <a:pt x="631981" y="572066"/>
                </a:lnTo>
                <a:lnTo>
                  <a:pt x="631981" y="578408"/>
                </a:lnTo>
                <a:lnTo>
                  <a:pt x="632615" y="584433"/>
                </a:lnTo>
                <a:lnTo>
                  <a:pt x="633249" y="590459"/>
                </a:lnTo>
                <a:lnTo>
                  <a:pt x="634200" y="595850"/>
                </a:lnTo>
                <a:lnTo>
                  <a:pt x="635786" y="601558"/>
                </a:lnTo>
                <a:lnTo>
                  <a:pt x="637371" y="606632"/>
                </a:lnTo>
                <a:lnTo>
                  <a:pt x="639274" y="612023"/>
                </a:lnTo>
                <a:lnTo>
                  <a:pt x="641176" y="617097"/>
                </a:lnTo>
                <a:lnTo>
                  <a:pt x="643713" y="622171"/>
                </a:lnTo>
                <a:lnTo>
                  <a:pt x="646249" y="626927"/>
                </a:lnTo>
                <a:lnTo>
                  <a:pt x="649737" y="631367"/>
                </a:lnTo>
                <a:lnTo>
                  <a:pt x="652908" y="636124"/>
                </a:lnTo>
                <a:lnTo>
                  <a:pt x="656713" y="640564"/>
                </a:lnTo>
                <a:lnTo>
                  <a:pt x="660835" y="645320"/>
                </a:lnTo>
                <a:lnTo>
                  <a:pt x="665274" y="649443"/>
                </a:lnTo>
                <a:lnTo>
                  <a:pt x="670031" y="653566"/>
                </a:lnTo>
                <a:lnTo>
                  <a:pt x="675104" y="658005"/>
                </a:lnTo>
                <a:lnTo>
                  <a:pt x="680177" y="662128"/>
                </a:lnTo>
                <a:lnTo>
                  <a:pt x="686202" y="665933"/>
                </a:lnTo>
                <a:lnTo>
                  <a:pt x="691909" y="670373"/>
                </a:lnTo>
                <a:lnTo>
                  <a:pt x="698568" y="674178"/>
                </a:lnTo>
                <a:lnTo>
                  <a:pt x="705227" y="678301"/>
                </a:lnTo>
                <a:lnTo>
                  <a:pt x="719813" y="686229"/>
                </a:lnTo>
                <a:lnTo>
                  <a:pt x="735667" y="694474"/>
                </a:lnTo>
                <a:lnTo>
                  <a:pt x="753106" y="702402"/>
                </a:lnTo>
                <a:lnTo>
                  <a:pt x="771814" y="710964"/>
                </a:lnTo>
                <a:lnTo>
                  <a:pt x="792108" y="719527"/>
                </a:lnTo>
                <a:lnTo>
                  <a:pt x="804474" y="724600"/>
                </a:lnTo>
                <a:lnTo>
                  <a:pt x="816206" y="729991"/>
                </a:lnTo>
                <a:lnTo>
                  <a:pt x="827621" y="735065"/>
                </a:lnTo>
                <a:lnTo>
                  <a:pt x="838719" y="740774"/>
                </a:lnTo>
                <a:lnTo>
                  <a:pt x="849500" y="745847"/>
                </a:lnTo>
                <a:lnTo>
                  <a:pt x="859963" y="751873"/>
                </a:lnTo>
                <a:lnTo>
                  <a:pt x="870110" y="757264"/>
                </a:lnTo>
                <a:lnTo>
                  <a:pt x="879622" y="763289"/>
                </a:lnTo>
                <a:lnTo>
                  <a:pt x="888501" y="768997"/>
                </a:lnTo>
                <a:lnTo>
                  <a:pt x="897379" y="775340"/>
                </a:lnTo>
                <a:lnTo>
                  <a:pt x="905940" y="781365"/>
                </a:lnTo>
                <a:lnTo>
                  <a:pt x="914184" y="788024"/>
                </a:lnTo>
                <a:lnTo>
                  <a:pt x="921477" y="794367"/>
                </a:lnTo>
                <a:lnTo>
                  <a:pt x="928770" y="801026"/>
                </a:lnTo>
                <a:lnTo>
                  <a:pt x="935746" y="808003"/>
                </a:lnTo>
                <a:lnTo>
                  <a:pt x="942088" y="814980"/>
                </a:lnTo>
                <a:lnTo>
                  <a:pt x="948429" y="822273"/>
                </a:lnTo>
                <a:lnTo>
                  <a:pt x="953820" y="829250"/>
                </a:lnTo>
                <a:lnTo>
                  <a:pt x="959210" y="837178"/>
                </a:lnTo>
                <a:lnTo>
                  <a:pt x="963966" y="844789"/>
                </a:lnTo>
                <a:lnTo>
                  <a:pt x="968406" y="852717"/>
                </a:lnTo>
                <a:lnTo>
                  <a:pt x="972845" y="860962"/>
                </a:lnTo>
                <a:lnTo>
                  <a:pt x="976333" y="869524"/>
                </a:lnTo>
                <a:lnTo>
                  <a:pt x="979503" y="878087"/>
                </a:lnTo>
                <a:lnTo>
                  <a:pt x="982674" y="886966"/>
                </a:lnTo>
                <a:lnTo>
                  <a:pt x="985211" y="895845"/>
                </a:lnTo>
                <a:lnTo>
                  <a:pt x="987431" y="905359"/>
                </a:lnTo>
                <a:lnTo>
                  <a:pt x="989016" y="914873"/>
                </a:lnTo>
                <a:lnTo>
                  <a:pt x="990284" y="925020"/>
                </a:lnTo>
                <a:lnTo>
                  <a:pt x="991236" y="935168"/>
                </a:lnTo>
                <a:lnTo>
                  <a:pt x="991870" y="944999"/>
                </a:lnTo>
                <a:lnTo>
                  <a:pt x="992187" y="955781"/>
                </a:lnTo>
                <a:lnTo>
                  <a:pt x="991870" y="965295"/>
                </a:lnTo>
                <a:lnTo>
                  <a:pt x="991236" y="974808"/>
                </a:lnTo>
                <a:lnTo>
                  <a:pt x="990284" y="984322"/>
                </a:lnTo>
                <a:lnTo>
                  <a:pt x="989016" y="993835"/>
                </a:lnTo>
                <a:lnTo>
                  <a:pt x="987113" y="1002715"/>
                </a:lnTo>
                <a:lnTo>
                  <a:pt x="984894" y="1012228"/>
                </a:lnTo>
                <a:lnTo>
                  <a:pt x="982357" y="1021108"/>
                </a:lnTo>
                <a:lnTo>
                  <a:pt x="978869" y="1030304"/>
                </a:lnTo>
                <a:lnTo>
                  <a:pt x="975698" y="1039184"/>
                </a:lnTo>
                <a:lnTo>
                  <a:pt x="971893" y="1047429"/>
                </a:lnTo>
                <a:lnTo>
                  <a:pt x="967454" y="1055991"/>
                </a:lnTo>
                <a:lnTo>
                  <a:pt x="962698" y="1064553"/>
                </a:lnTo>
                <a:lnTo>
                  <a:pt x="957625" y="1072481"/>
                </a:lnTo>
                <a:lnTo>
                  <a:pt x="952234" y="1080409"/>
                </a:lnTo>
                <a:lnTo>
                  <a:pt x="946210" y="1088337"/>
                </a:lnTo>
                <a:lnTo>
                  <a:pt x="940185" y="1095631"/>
                </a:lnTo>
                <a:lnTo>
                  <a:pt x="933526" y="1102925"/>
                </a:lnTo>
                <a:lnTo>
                  <a:pt x="926551" y="1110219"/>
                </a:lnTo>
                <a:lnTo>
                  <a:pt x="918941" y="1116561"/>
                </a:lnTo>
                <a:lnTo>
                  <a:pt x="911014" y="1123221"/>
                </a:lnTo>
                <a:lnTo>
                  <a:pt x="903087" y="1129246"/>
                </a:lnTo>
                <a:lnTo>
                  <a:pt x="894525" y="1135271"/>
                </a:lnTo>
                <a:lnTo>
                  <a:pt x="885647" y="1140979"/>
                </a:lnTo>
                <a:lnTo>
                  <a:pt x="876134" y="1146370"/>
                </a:lnTo>
                <a:lnTo>
                  <a:pt x="866622" y="1151127"/>
                </a:lnTo>
                <a:lnTo>
                  <a:pt x="856475" y="1155884"/>
                </a:lnTo>
                <a:lnTo>
                  <a:pt x="846012" y="1160006"/>
                </a:lnTo>
                <a:lnTo>
                  <a:pt x="835231" y="1163812"/>
                </a:lnTo>
                <a:lnTo>
                  <a:pt x="824133" y="1167617"/>
                </a:lnTo>
                <a:lnTo>
                  <a:pt x="812401" y="1170471"/>
                </a:lnTo>
                <a:lnTo>
                  <a:pt x="800669" y="1173008"/>
                </a:lnTo>
                <a:lnTo>
                  <a:pt x="788303" y="1175228"/>
                </a:lnTo>
                <a:lnTo>
                  <a:pt x="788303" y="1309687"/>
                </a:lnTo>
                <a:lnTo>
                  <a:pt x="707129" y="1309687"/>
                </a:lnTo>
                <a:lnTo>
                  <a:pt x="707129" y="1179351"/>
                </a:lnTo>
                <a:lnTo>
                  <a:pt x="692861" y="1179034"/>
                </a:lnTo>
                <a:lnTo>
                  <a:pt x="678592" y="1178082"/>
                </a:lnTo>
                <a:lnTo>
                  <a:pt x="664640" y="1176180"/>
                </a:lnTo>
                <a:lnTo>
                  <a:pt x="650689" y="1174277"/>
                </a:lnTo>
                <a:lnTo>
                  <a:pt x="637054" y="1172057"/>
                </a:lnTo>
                <a:lnTo>
                  <a:pt x="623102" y="1169520"/>
                </a:lnTo>
                <a:lnTo>
                  <a:pt x="609785" y="1166349"/>
                </a:lnTo>
                <a:lnTo>
                  <a:pt x="596785" y="1162543"/>
                </a:lnTo>
                <a:lnTo>
                  <a:pt x="584101" y="1158738"/>
                </a:lnTo>
                <a:lnTo>
                  <a:pt x="572052" y="1154615"/>
                </a:lnTo>
                <a:lnTo>
                  <a:pt x="560003" y="1149859"/>
                </a:lnTo>
                <a:lnTo>
                  <a:pt x="548588" y="1144785"/>
                </a:lnTo>
                <a:lnTo>
                  <a:pt x="537807" y="1139394"/>
                </a:lnTo>
                <a:lnTo>
                  <a:pt x="527660" y="1134320"/>
                </a:lnTo>
                <a:lnTo>
                  <a:pt x="518148" y="1128294"/>
                </a:lnTo>
                <a:lnTo>
                  <a:pt x="509587" y="1122586"/>
                </a:lnTo>
                <a:lnTo>
                  <a:pt x="540027" y="1036012"/>
                </a:lnTo>
                <a:lnTo>
                  <a:pt x="549222" y="1041721"/>
                </a:lnTo>
                <a:lnTo>
                  <a:pt x="558735" y="1047112"/>
                </a:lnTo>
                <a:lnTo>
                  <a:pt x="568564" y="1052820"/>
                </a:lnTo>
                <a:lnTo>
                  <a:pt x="579028" y="1057577"/>
                </a:lnTo>
                <a:lnTo>
                  <a:pt x="589492" y="1062651"/>
                </a:lnTo>
                <a:lnTo>
                  <a:pt x="600590" y="1067090"/>
                </a:lnTo>
                <a:lnTo>
                  <a:pt x="612004" y="1071213"/>
                </a:lnTo>
                <a:lnTo>
                  <a:pt x="623737" y="1075335"/>
                </a:lnTo>
                <a:lnTo>
                  <a:pt x="635786" y="1078824"/>
                </a:lnTo>
                <a:lnTo>
                  <a:pt x="648152" y="1081995"/>
                </a:lnTo>
                <a:lnTo>
                  <a:pt x="660518" y="1084849"/>
                </a:lnTo>
                <a:lnTo>
                  <a:pt x="673201" y="1087069"/>
                </a:lnTo>
                <a:lnTo>
                  <a:pt x="686202" y="1088972"/>
                </a:lnTo>
                <a:lnTo>
                  <a:pt x="699519" y="1090240"/>
                </a:lnTo>
                <a:lnTo>
                  <a:pt x="712520" y="1091191"/>
                </a:lnTo>
                <a:lnTo>
                  <a:pt x="726154" y="1091509"/>
                </a:lnTo>
                <a:lnTo>
                  <a:pt x="734716" y="1091191"/>
                </a:lnTo>
                <a:lnTo>
                  <a:pt x="743277" y="1090874"/>
                </a:lnTo>
                <a:lnTo>
                  <a:pt x="751521" y="1090240"/>
                </a:lnTo>
                <a:lnTo>
                  <a:pt x="759131" y="1088972"/>
                </a:lnTo>
                <a:lnTo>
                  <a:pt x="767058" y="1087703"/>
                </a:lnTo>
                <a:lnTo>
                  <a:pt x="774668" y="1086117"/>
                </a:lnTo>
                <a:lnTo>
                  <a:pt x="781644" y="1083898"/>
                </a:lnTo>
                <a:lnTo>
                  <a:pt x="788937" y="1081995"/>
                </a:lnTo>
                <a:lnTo>
                  <a:pt x="795595" y="1079458"/>
                </a:lnTo>
                <a:lnTo>
                  <a:pt x="802571" y="1076921"/>
                </a:lnTo>
                <a:lnTo>
                  <a:pt x="809230" y="1074067"/>
                </a:lnTo>
                <a:lnTo>
                  <a:pt x="815255" y="1070579"/>
                </a:lnTo>
                <a:lnTo>
                  <a:pt x="821279" y="1067407"/>
                </a:lnTo>
                <a:lnTo>
                  <a:pt x="826987" y="1063919"/>
                </a:lnTo>
                <a:lnTo>
                  <a:pt x="832377" y="1059796"/>
                </a:lnTo>
                <a:lnTo>
                  <a:pt x="837450" y="1055674"/>
                </a:lnTo>
                <a:lnTo>
                  <a:pt x="842207" y="1051551"/>
                </a:lnTo>
                <a:lnTo>
                  <a:pt x="847280" y="1046795"/>
                </a:lnTo>
                <a:lnTo>
                  <a:pt x="851402" y="1042355"/>
                </a:lnTo>
                <a:lnTo>
                  <a:pt x="855524" y="1037281"/>
                </a:lnTo>
                <a:lnTo>
                  <a:pt x="859329" y="1032207"/>
                </a:lnTo>
                <a:lnTo>
                  <a:pt x="862817" y="1027133"/>
                </a:lnTo>
                <a:lnTo>
                  <a:pt x="866305" y="1021425"/>
                </a:lnTo>
                <a:lnTo>
                  <a:pt x="868842" y="1016034"/>
                </a:lnTo>
                <a:lnTo>
                  <a:pt x="871378" y="1010009"/>
                </a:lnTo>
                <a:lnTo>
                  <a:pt x="873598" y="1003983"/>
                </a:lnTo>
                <a:lnTo>
                  <a:pt x="875500" y="997641"/>
                </a:lnTo>
                <a:lnTo>
                  <a:pt x="877086" y="991299"/>
                </a:lnTo>
                <a:lnTo>
                  <a:pt x="878354" y="984956"/>
                </a:lnTo>
                <a:lnTo>
                  <a:pt x="879305" y="978297"/>
                </a:lnTo>
                <a:lnTo>
                  <a:pt x="879939" y="971954"/>
                </a:lnTo>
                <a:lnTo>
                  <a:pt x="879939" y="964978"/>
                </a:lnTo>
                <a:lnTo>
                  <a:pt x="879939" y="958318"/>
                </a:lnTo>
                <a:lnTo>
                  <a:pt x="879622" y="951976"/>
                </a:lnTo>
                <a:lnTo>
                  <a:pt x="878671" y="945950"/>
                </a:lnTo>
                <a:lnTo>
                  <a:pt x="877720" y="939608"/>
                </a:lnTo>
                <a:lnTo>
                  <a:pt x="876134" y="933266"/>
                </a:lnTo>
                <a:lnTo>
                  <a:pt x="874549" y="927557"/>
                </a:lnTo>
                <a:lnTo>
                  <a:pt x="872647" y="921849"/>
                </a:lnTo>
                <a:lnTo>
                  <a:pt x="870744" y="916458"/>
                </a:lnTo>
                <a:lnTo>
                  <a:pt x="868207" y="910750"/>
                </a:lnTo>
                <a:lnTo>
                  <a:pt x="865354" y="905676"/>
                </a:lnTo>
                <a:lnTo>
                  <a:pt x="862183" y="900602"/>
                </a:lnTo>
                <a:lnTo>
                  <a:pt x="859012" y="895211"/>
                </a:lnTo>
                <a:lnTo>
                  <a:pt x="855524" y="890454"/>
                </a:lnTo>
                <a:lnTo>
                  <a:pt x="851402" y="885380"/>
                </a:lnTo>
                <a:lnTo>
                  <a:pt x="847280" y="880624"/>
                </a:lnTo>
                <a:lnTo>
                  <a:pt x="842524" y="875867"/>
                </a:lnTo>
                <a:lnTo>
                  <a:pt x="838085" y="871427"/>
                </a:lnTo>
                <a:lnTo>
                  <a:pt x="833011" y="866987"/>
                </a:lnTo>
                <a:lnTo>
                  <a:pt x="827621" y="862231"/>
                </a:lnTo>
                <a:lnTo>
                  <a:pt x="822230" y="858108"/>
                </a:lnTo>
                <a:lnTo>
                  <a:pt x="816206" y="853985"/>
                </a:lnTo>
                <a:lnTo>
                  <a:pt x="810181" y="849546"/>
                </a:lnTo>
                <a:lnTo>
                  <a:pt x="803840" y="845740"/>
                </a:lnTo>
                <a:lnTo>
                  <a:pt x="797181" y="841301"/>
                </a:lnTo>
                <a:lnTo>
                  <a:pt x="782912" y="833690"/>
                </a:lnTo>
                <a:lnTo>
                  <a:pt x="767692" y="826079"/>
                </a:lnTo>
                <a:lnTo>
                  <a:pt x="751521" y="818785"/>
                </a:lnTo>
                <a:lnTo>
                  <a:pt x="734081" y="811174"/>
                </a:lnTo>
                <a:lnTo>
                  <a:pt x="709983" y="801344"/>
                </a:lnTo>
                <a:lnTo>
                  <a:pt x="687153" y="791196"/>
                </a:lnTo>
                <a:lnTo>
                  <a:pt x="676055" y="786439"/>
                </a:lnTo>
                <a:lnTo>
                  <a:pt x="665274" y="781048"/>
                </a:lnTo>
                <a:lnTo>
                  <a:pt x="655128" y="775657"/>
                </a:lnTo>
                <a:lnTo>
                  <a:pt x="644981" y="770266"/>
                </a:lnTo>
                <a:lnTo>
                  <a:pt x="635786" y="764875"/>
                </a:lnTo>
                <a:lnTo>
                  <a:pt x="626273" y="759167"/>
                </a:lnTo>
                <a:lnTo>
                  <a:pt x="617395" y="753458"/>
                </a:lnTo>
                <a:lnTo>
                  <a:pt x="608517" y="747433"/>
                </a:lnTo>
                <a:lnTo>
                  <a:pt x="600590" y="741408"/>
                </a:lnTo>
                <a:lnTo>
                  <a:pt x="592662" y="735065"/>
                </a:lnTo>
                <a:lnTo>
                  <a:pt x="585052" y="729040"/>
                </a:lnTo>
                <a:lnTo>
                  <a:pt x="578077" y="722381"/>
                </a:lnTo>
                <a:lnTo>
                  <a:pt x="571418" y="715721"/>
                </a:lnTo>
                <a:lnTo>
                  <a:pt x="565076" y="708744"/>
                </a:lnTo>
                <a:lnTo>
                  <a:pt x="559052" y="701451"/>
                </a:lnTo>
                <a:lnTo>
                  <a:pt x="553344" y="694474"/>
                </a:lnTo>
                <a:lnTo>
                  <a:pt x="548588" y="686546"/>
                </a:lnTo>
                <a:lnTo>
                  <a:pt x="543832" y="678935"/>
                </a:lnTo>
                <a:lnTo>
                  <a:pt x="539393" y="671007"/>
                </a:lnTo>
                <a:lnTo>
                  <a:pt x="535588" y="662762"/>
                </a:lnTo>
                <a:lnTo>
                  <a:pt x="532417" y="654200"/>
                </a:lnTo>
                <a:lnTo>
                  <a:pt x="529246" y="645955"/>
                </a:lnTo>
                <a:lnTo>
                  <a:pt x="526709" y="636758"/>
                </a:lnTo>
                <a:lnTo>
                  <a:pt x="524807" y="627562"/>
                </a:lnTo>
                <a:lnTo>
                  <a:pt x="523221" y="618048"/>
                </a:lnTo>
                <a:lnTo>
                  <a:pt x="521953" y="608217"/>
                </a:lnTo>
                <a:lnTo>
                  <a:pt x="521319" y="598069"/>
                </a:lnTo>
                <a:lnTo>
                  <a:pt x="521002" y="587922"/>
                </a:lnTo>
                <a:lnTo>
                  <a:pt x="521319" y="577774"/>
                </a:lnTo>
                <a:lnTo>
                  <a:pt x="521953" y="567943"/>
                </a:lnTo>
                <a:lnTo>
                  <a:pt x="522904" y="558429"/>
                </a:lnTo>
                <a:lnTo>
                  <a:pt x="524490" y="548916"/>
                </a:lnTo>
                <a:lnTo>
                  <a:pt x="526392" y="539402"/>
                </a:lnTo>
                <a:lnTo>
                  <a:pt x="528612" y="530523"/>
                </a:lnTo>
                <a:lnTo>
                  <a:pt x="531783" y="521643"/>
                </a:lnTo>
                <a:lnTo>
                  <a:pt x="534636" y="512764"/>
                </a:lnTo>
                <a:lnTo>
                  <a:pt x="538124" y="504202"/>
                </a:lnTo>
                <a:lnTo>
                  <a:pt x="541929" y="495956"/>
                </a:lnTo>
                <a:lnTo>
                  <a:pt x="546685" y="487711"/>
                </a:lnTo>
                <a:lnTo>
                  <a:pt x="551125" y="479783"/>
                </a:lnTo>
                <a:lnTo>
                  <a:pt x="556515" y="472489"/>
                </a:lnTo>
                <a:lnTo>
                  <a:pt x="561905" y="464879"/>
                </a:lnTo>
                <a:lnTo>
                  <a:pt x="567930" y="457585"/>
                </a:lnTo>
                <a:lnTo>
                  <a:pt x="573955" y="450925"/>
                </a:lnTo>
                <a:lnTo>
                  <a:pt x="580613" y="444266"/>
                </a:lnTo>
                <a:lnTo>
                  <a:pt x="587272" y="437923"/>
                </a:lnTo>
                <a:lnTo>
                  <a:pt x="594565" y="431581"/>
                </a:lnTo>
                <a:lnTo>
                  <a:pt x="602175" y="425873"/>
                </a:lnTo>
                <a:lnTo>
                  <a:pt x="609785" y="420165"/>
                </a:lnTo>
                <a:lnTo>
                  <a:pt x="618029" y="415091"/>
                </a:lnTo>
                <a:lnTo>
                  <a:pt x="626590" y="410017"/>
                </a:lnTo>
                <a:lnTo>
                  <a:pt x="635469" y="405577"/>
                </a:lnTo>
                <a:lnTo>
                  <a:pt x="644347" y="400820"/>
                </a:lnTo>
                <a:lnTo>
                  <a:pt x="653859" y="397015"/>
                </a:lnTo>
                <a:lnTo>
                  <a:pt x="663372" y="393526"/>
                </a:lnTo>
                <a:lnTo>
                  <a:pt x="673519" y="389721"/>
                </a:lnTo>
                <a:lnTo>
                  <a:pt x="683665" y="386867"/>
                </a:lnTo>
                <a:lnTo>
                  <a:pt x="694129" y="384330"/>
                </a:lnTo>
                <a:lnTo>
                  <a:pt x="704910" y="381793"/>
                </a:lnTo>
                <a:lnTo>
                  <a:pt x="716008" y="379890"/>
                </a:lnTo>
                <a:lnTo>
                  <a:pt x="716008" y="249237"/>
                </a:lnTo>
                <a:close/>
                <a:moveTo>
                  <a:pt x="784828" y="0"/>
                </a:moveTo>
                <a:lnTo>
                  <a:pt x="808948" y="317"/>
                </a:lnTo>
                <a:lnTo>
                  <a:pt x="832750" y="1588"/>
                </a:lnTo>
                <a:lnTo>
                  <a:pt x="856551" y="3175"/>
                </a:lnTo>
                <a:lnTo>
                  <a:pt x="880036" y="5716"/>
                </a:lnTo>
                <a:lnTo>
                  <a:pt x="903203" y="9209"/>
                </a:lnTo>
                <a:lnTo>
                  <a:pt x="926370" y="13020"/>
                </a:lnTo>
                <a:lnTo>
                  <a:pt x="949538" y="17466"/>
                </a:lnTo>
                <a:lnTo>
                  <a:pt x="972387" y="22864"/>
                </a:lnTo>
                <a:lnTo>
                  <a:pt x="994920" y="28581"/>
                </a:lnTo>
                <a:lnTo>
                  <a:pt x="1017452" y="35249"/>
                </a:lnTo>
                <a:lnTo>
                  <a:pt x="1039668" y="42871"/>
                </a:lnTo>
                <a:lnTo>
                  <a:pt x="1061565" y="50493"/>
                </a:lnTo>
                <a:lnTo>
                  <a:pt x="1083146" y="59067"/>
                </a:lnTo>
                <a:lnTo>
                  <a:pt x="1104727" y="68276"/>
                </a:lnTo>
                <a:lnTo>
                  <a:pt x="1125990" y="78121"/>
                </a:lnTo>
                <a:lnTo>
                  <a:pt x="1146618" y="88283"/>
                </a:lnTo>
                <a:lnTo>
                  <a:pt x="1167246" y="99397"/>
                </a:lnTo>
                <a:lnTo>
                  <a:pt x="1187240" y="111147"/>
                </a:lnTo>
                <a:lnTo>
                  <a:pt x="1207233" y="123215"/>
                </a:lnTo>
                <a:lnTo>
                  <a:pt x="1226910" y="136553"/>
                </a:lnTo>
                <a:lnTo>
                  <a:pt x="1245634" y="149890"/>
                </a:lnTo>
                <a:lnTo>
                  <a:pt x="1264675" y="163863"/>
                </a:lnTo>
                <a:lnTo>
                  <a:pt x="1283082" y="178154"/>
                </a:lnTo>
                <a:lnTo>
                  <a:pt x="1300854" y="193714"/>
                </a:lnTo>
                <a:lnTo>
                  <a:pt x="1318309" y="209275"/>
                </a:lnTo>
                <a:lnTo>
                  <a:pt x="1335129" y="225153"/>
                </a:lnTo>
                <a:lnTo>
                  <a:pt x="1351949" y="242302"/>
                </a:lnTo>
                <a:lnTo>
                  <a:pt x="1368134" y="259450"/>
                </a:lnTo>
                <a:lnTo>
                  <a:pt x="1383368" y="277234"/>
                </a:lnTo>
                <a:lnTo>
                  <a:pt x="1398918" y="295335"/>
                </a:lnTo>
                <a:lnTo>
                  <a:pt x="1413199" y="314389"/>
                </a:lnTo>
                <a:lnTo>
                  <a:pt x="1427163" y="333760"/>
                </a:lnTo>
                <a:lnTo>
                  <a:pt x="1313549" y="414104"/>
                </a:lnTo>
                <a:lnTo>
                  <a:pt x="1301806" y="397908"/>
                </a:lnTo>
                <a:lnTo>
                  <a:pt x="1289747" y="382665"/>
                </a:lnTo>
                <a:lnTo>
                  <a:pt x="1277370" y="367740"/>
                </a:lnTo>
                <a:lnTo>
                  <a:pt x="1264675" y="352814"/>
                </a:lnTo>
                <a:lnTo>
                  <a:pt x="1251346" y="338524"/>
                </a:lnTo>
                <a:lnTo>
                  <a:pt x="1238017" y="324868"/>
                </a:lnTo>
                <a:lnTo>
                  <a:pt x="1223736" y="311531"/>
                </a:lnTo>
                <a:lnTo>
                  <a:pt x="1209455" y="298828"/>
                </a:lnTo>
                <a:lnTo>
                  <a:pt x="1194539" y="286126"/>
                </a:lnTo>
                <a:lnTo>
                  <a:pt x="1179623" y="274058"/>
                </a:lnTo>
                <a:lnTo>
                  <a:pt x="1164073" y="262308"/>
                </a:lnTo>
                <a:lnTo>
                  <a:pt x="1148522" y="251829"/>
                </a:lnTo>
                <a:lnTo>
                  <a:pt x="1132654" y="241031"/>
                </a:lnTo>
                <a:lnTo>
                  <a:pt x="1116151" y="230869"/>
                </a:lnTo>
                <a:lnTo>
                  <a:pt x="1099649" y="221342"/>
                </a:lnTo>
                <a:lnTo>
                  <a:pt x="1082511" y="212133"/>
                </a:lnTo>
                <a:lnTo>
                  <a:pt x="1065374" y="203559"/>
                </a:lnTo>
                <a:lnTo>
                  <a:pt x="1047919" y="195620"/>
                </a:lnTo>
                <a:lnTo>
                  <a:pt x="1030464" y="187998"/>
                </a:lnTo>
                <a:lnTo>
                  <a:pt x="1012375" y="180694"/>
                </a:lnTo>
                <a:lnTo>
                  <a:pt x="994603" y="174343"/>
                </a:lnTo>
                <a:lnTo>
                  <a:pt x="976196" y="168309"/>
                </a:lnTo>
                <a:lnTo>
                  <a:pt x="957472" y="162910"/>
                </a:lnTo>
                <a:lnTo>
                  <a:pt x="939065" y="157829"/>
                </a:lnTo>
                <a:lnTo>
                  <a:pt x="920341" y="153701"/>
                </a:lnTo>
                <a:lnTo>
                  <a:pt x="901616" y="150208"/>
                </a:lnTo>
                <a:lnTo>
                  <a:pt x="882258" y="146715"/>
                </a:lnTo>
                <a:lnTo>
                  <a:pt x="862899" y="144174"/>
                </a:lnTo>
                <a:lnTo>
                  <a:pt x="843857" y="141951"/>
                </a:lnTo>
                <a:lnTo>
                  <a:pt x="824181" y="140681"/>
                </a:lnTo>
                <a:lnTo>
                  <a:pt x="804505" y="139728"/>
                </a:lnTo>
                <a:lnTo>
                  <a:pt x="784828" y="139411"/>
                </a:lnTo>
                <a:lnTo>
                  <a:pt x="768326" y="139728"/>
                </a:lnTo>
                <a:lnTo>
                  <a:pt x="751823" y="140363"/>
                </a:lnTo>
                <a:lnTo>
                  <a:pt x="735320" y="141316"/>
                </a:lnTo>
                <a:lnTo>
                  <a:pt x="719135" y="142586"/>
                </a:lnTo>
                <a:lnTo>
                  <a:pt x="702632" y="144492"/>
                </a:lnTo>
                <a:lnTo>
                  <a:pt x="686764" y="146715"/>
                </a:lnTo>
                <a:lnTo>
                  <a:pt x="670897" y="149573"/>
                </a:lnTo>
                <a:lnTo>
                  <a:pt x="655029" y="152431"/>
                </a:lnTo>
                <a:lnTo>
                  <a:pt x="639478" y="155924"/>
                </a:lnTo>
                <a:lnTo>
                  <a:pt x="623927" y="160052"/>
                </a:lnTo>
                <a:lnTo>
                  <a:pt x="608377" y="163863"/>
                </a:lnTo>
                <a:lnTo>
                  <a:pt x="593144" y="168309"/>
                </a:lnTo>
                <a:lnTo>
                  <a:pt x="578228" y="173390"/>
                </a:lnTo>
                <a:lnTo>
                  <a:pt x="562994" y="178471"/>
                </a:lnTo>
                <a:lnTo>
                  <a:pt x="548396" y="184505"/>
                </a:lnTo>
                <a:lnTo>
                  <a:pt x="533797" y="190221"/>
                </a:lnTo>
                <a:lnTo>
                  <a:pt x="519516" y="196572"/>
                </a:lnTo>
                <a:lnTo>
                  <a:pt x="505235" y="203241"/>
                </a:lnTo>
                <a:lnTo>
                  <a:pt x="491271" y="210228"/>
                </a:lnTo>
                <a:lnTo>
                  <a:pt x="477308" y="217532"/>
                </a:lnTo>
                <a:lnTo>
                  <a:pt x="463978" y="225153"/>
                </a:lnTo>
                <a:lnTo>
                  <a:pt x="450332" y="233092"/>
                </a:lnTo>
                <a:lnTo>
                  <a:pt x="437003" y="241349"/>
                </a:lnTo>
                <a:lnTo>
                  <a:pt x="423991" y="249923"/>
                </a:lnTo>
                <a:lnTo>
                  <a:pt x="411297" y="258815"/>
                </a:lnTo>
                <a:lnTo>
                  <a:pt x="398603" y="268024"/>
                </a:lnTo>
                <a:lnTo>
                  <a:pt x="386543" y="277551"/>
                </a:lnTo>
                <a:lnTo>
                  <a:pt x="374483" y="287396"/>
                </a:lnTo>
                <a:lnTo>
                  <a:pt x="362424" y="296923"/>
                </a:lnTo>
                <a:lnTo>
                  <a:pt x="350999" y="307402"/>
                </a:lnTo>
                <a:lnTo>
                  <a:pt x="339574" y="317882"/>
                </a:lnTo>
                <a:lnTo>
                  <a:pt x="328466" y="328997"/>
                </a:lnTo>
                <a:lnTo>
                  <a:pt x="317676" y="340112"/>
                </a:lnTo>
                <a:lnTo>
                  <a:pt x="306886" y="351226"/>
                </a:lnTo>
                <a:lnTo>
                  <a:pt x="296730" y="362976"/>
                </a:lnTo>
                <a:lnTo>
                  <a:pt x="286575" y="374726"/>
                </a:lnTo>
                <a:lnTo>
                  <a:pt x="277054" y="386794"/>
                </a:lnTo>
                <a:lnTo>
                  <a:pt x="267533" y="399179"/>
                </a:lnTo>
                <a:lnTo>
                  <a:pt x="258330" y="411564"/>
                </a:lnTo>
                <a:lnTo>
                  <a:pt x="249444" y="424584"/>
                </a:lnTo>
                <a:lnTo>
                  <a:pt x="240875" y="437604"/>
                </a:lnTo>
                <a:lnTo>
                  <a:pt x="232624" y="450942"/>
                </a:lnTo>
                <a:lnTo>
                  <a:pt x="224690" y="464279"/>
                </a:lnTo>
                <a:lnTo>
                  <a:pt x="217073" y="477935"/>
                </a:lnTo>
                <a:lnTo>
                  <a:pt x="209774" y="491590"/>
                </a:lnTo>
                <a:lnTo>
                  <a:pt x="202792" y="505563"/>
                </a:lnTo>
                <a:lnTo>
                  <a:pt x="196445" y="520171"/>
                </a:lnTo>
                <a:lnTo>
                  <a:pt x="189780" y="534462"/>
                </a:lnTo>
                <a:lnTo>
                  <a:pt x="183751" y="548752"/>
                </a:lnTo>
                <a:lnTo>
                  <a:pt x="178355" y="563678"/>
                </a:lnTo>
                <a:lnTo>
                  <a:pt x="173278" y="578603"/>
                </a:lnTo>
                <a:lnTo>
                  <a:pt x="168200" y="593846"/>
                </a:lnTo>
                <a:lnTo>
                  <a:pt x="163757" y="608772"/>
                </a:lnTo>
                <a:lnTo>
                  <a:pt x="159314" y="624332"/>
                </a:lnTo>
                <a:lnTo>
                  <a:pt x="155506" y="639893"/>
                </a:lnTo>
                <a:lnTo>
                  <a:pt x="152332" y="655454"/>
                </a:lnTo>
                <a:lnTo>
                  <a:pt x="148841" y="671650"/>
                </a:lnTo>
                <a:lnTo>
                  <a:pt x="146302" y="687210"/>
                </a:lnTo>
                <a:lnTo>
                  <a:pt x="144081" y="703724"/>
                </a:lnTo>
                <a:lnTo>
                  <a:pt x="142494" y="719602"/>
                </a:lnTo>
                <a:lnTo>
                  <a:pt x="140907" y="735798"/>
                </a:lnTo>
                <a:lnTo>
                  <a:pt x="139955" y="752629"/>
                </a:lnTo>
                <a:lnTo>
                  <a:pt x="139320" y="769142"/>
                </a:lnTo>
                <a:lnTo>
                  <a:pt x="139003" y="785973"/>
                </a:lnTo>
                <a:lnTo>
                  <a:pt x="139320" y="800263"/>
                </a:lnTo>
                <a:lnTo>
                  <a:pt x="139638" y="814871"/>
                </a:lnTo>
                <a:lnTo>
                  <a:pt x="140590" y="829162"/>
                </a:lnTo>
                <a:lnTo>
                  <a:pt x="141542" y="844087"/>
                </a:lnTo>
                <a:lnTo>
                  <a:pt x="143129" y="858378"/>
                </a:lnTo>
                <a:lnTo>
                  <a:pt x="144715" y="872350"/>
                </a:lnTo>
                <a:lnTo>
                  <a:pt x="146620" y="886641"/>
                </a:lnTo>
                <a:lnTo>
                  <a:pt x="149158" y="900931"/>
                </a:lnTo>
                <a:lnTo>
                  <a:pt x="152015" y="914586"/>
                </a:lnTo>
                <a:lnTo>
                  <a:pt x="154871" y="928559"/>
                </a:lnTo>
                <a:lnTo>
                  <a:pt x="158044" y="942215"/>
                </a:lnTo>
                <a:lnTo>
                  <a:pt x="161853" y="955870"/>
                </a:lnTo>
                <a:lnTo>
                  <a:pt x="165661" y="969208"/>
                </a:lnTo>
                <a:lnTo>
                  <a:pt x="169469" y="983180"/>
                </a:lnTo>
                <a:lnTo>
                  <a:pt x="174230" y="996201"/>
                </a:lnTo>
                <a:lnTo>
                  <a:pt x="178673" y="1009538"/>
                </a:lnTo>
                <a:lnTo>
                  <a:pt x="183433" y="1022558"/>
                </a:lnTo>
                <a:lnTo>
                  <a:pt x="188828" y="1035261"/>
                </a:lnTo>
                <a:lnTo>
                  <a:pt x="194223" y="1047964"/>
                </a:lnTo>
                <a:lnTo>
                  <a:pt x="200253" y="1060666"/>
                </a:lnTo>
                <a:lnTo>
                  <a:pt x="205966" y="1073369"/>
                </a:lnTo>
                <a:lnTo>
                  <a:pt x="212630" y="1085754"/>
                </a:lnTo>
                <a:lnTo>
                  <a:pt x="219295" y="1098139"/>
                </a:lnTo>
                <a:lnTo>
                  <a:pt x="225642" y="1110206"/>
                </a:lnTo>
                <a:lnTo>
                  <a:pt x="232941" y="1121956"/>
                </a:lnTo>
                <a:lnTo>
                  <a:pt x="239923" y="1133706"/>
                </a:lnTo>
                <a:lnTo>
                  <a:pt x="247857" y="1145456"/>
                </a:lnTo>
                <a:lnTo>
                  <a:pt x="255474" y="1156571"/>
                </a:lnTo>
                <a:lnTo>
                  <a:pt x="263408" y="1168003"/>
                </a:lnTo>
                <a:lnTo>
                  <a:pt x="271659" y="1179118"/>
                </a:lnTo>
                <a:lnTo>
                  <a:pt x="280228" y="1189915"/>
                </a:lnTo>
                <a:lnTo>
                  <a:pt x="289114" y="1200395"/>
                </a:lnTo>
                <a:lnTo>
                  <a:pt x="297682" y="1210874"/>
                </a:lnTo>
                <a:lnTo>
                  <a:pt x="307203" y="1221036"/>
                </a:lnTo>
                <a:lnTo>
                  <a:pt x="316407" y="1231198"/>
                </a:lnTo>
                <a:lnTo>
                  <a:pt x="326245" y="1241361"/>
                </a:lnTo>
                <a:lnTo>
                  <a:pt x="336083" y="1250887"/>
                </a:lnTo>
                <a:lnTo>
                  <a:pt x="345604" y="1260414"/>
                </a:lnTo>
                <a:lnTo>
                  <a:pt x="356076" y="1269624"/>
                </a:lnTo>
                <a:lnTo>
                  <a:pt x="366549" y="1278833"/>
                </a:lnTo>
                <a:lnTo>
                  <a:pt x="377022" y="1287725"/>
                </a:lnTo>
                <a:lnTo>
                  <a:pt x="388130" y="1296299"/>
                </a:lnTo>
                <a:lnTo>
                  <a:pt x="398920" y="1304556"/>
                </a:lnTo>
                <a:lnTo>
                  <a:pt x="410345" y="1312813"/>
                </a:lnTo>
                <a:lnTo>
                  <a:pt x="421770" y="1320752"/>
                </a:lnTo>
                <a:lnTo>
                  <a:pt x="433195" y="1328373"/>
                </a:lnTo>
                <a:lnTo>
                  <a:pt x="444937" y="1335995"/>
                </a:lnTo>
                <a:lnTo>
                  <a:pt x="456997" y="1343299"/>
                </a:lnTo>
                <a:lnTo>
                  <a:pt x="469056" y="1349968"/>
                </a:lnTo>
                <a:lnTo>
                  <a:pt x="481116" y="1356636"/>
                </a:lnTo>
                <a:lnTo>
                  <a:pt x="493810" y="1362988"/>
                </a:lnTo>
                <a:lnTo>
                  <a:pt x="506187" y="1369339"/>
                </a:lnTo>
                <a:lnTo>
                  <a:pt x="518882" y="1375373"/>
                </a:lnTo>
                <a:lnTo>
                  <a:pt x="532211" y="1380771"/>
                </a:lnTo>
                <a:lnTo>
                  <a:pt x="545222" y="1386170"/>
                </a:lnTo>
                <a:lnTo>
                  <a:pt x="558551" y="1391569"/>
                </a:lnTo>
                <a:lnTo>
                  <a:pt x="571881" y="1396015"/>
                </a:lnTo>
                <a:lnTo>
                  <a:pt x="585210" y="1400778"/>
                </a:lnTo>
                <a:lnTo>
                  <a:pt x="598856" y="1404906"/>
                </a:lnTo>
                <a:lnTo>
                  <a:pt x="613137" y="1408717"/>
                </a:lnTo>
                <a:lnTo>
                  <a:pt x="626784" y="1412845"/>
                </a:lnTo>
                <a:lnTo>
                  <a:pt x="641065" y="1416021"/>
                </a:lnTo>
                <a:lnTo>
                  <a:pt x="655029" y="1418879"/>
                </a:lnTo>
                <a:lnTo>
                  <a:pt x="669627" y="1422055"/>
                </a:lnTo>
                <a:lnTo>
                  <a:pt x="644873" y="1558925"/>
                </a:lnTo>
                <a:lnTo>
                  <a:pt x="627418" y="1555432"/>
                </a:lnTo>
                <a:lnTo>
                  <a:pt x="609964" y="1551939"/>
                </a:lnTo>
                <a:lnTo>
                  <a:pt x="593144" y="1547493"/>
                </a:lnTo>
                <a:lnTo>
                  <a:pt x="576006" y="1543365"/>
                </a:lnTo>
                <a:lnTo>
                  <a:pt x="559186" y="1538601"/>
                </a:lnTo>
                <a:lnTo>
                  <a:pt x="542684" y="1533202"/>
                </a:lnTo>
                <a:lnTo>
                  <a:pt x="526181" y="1527804"/>
                </a:lnTo>
                <a:lnTo>
                  <a:pt x="509996" y="1521770"/>
                </a:lnTo>
                <a:lnTo>
                  <a:pt x="493493" y="1515736"/>
                </a:lnTo>
                <a:lnTo>
                  <a:pt x="477942" y="1509068"/>
                </a:lnTo>
                <a:lnTo>
                  <a:pt x="462074" y="1502081"/>
                </a:lnTo>
                <a:lnTo>
                  <a:pt x="446524" y="1495095"/>
                </a:lnTo>
                <a:lnTo>
                  <a:pt x="431291" y="1487473"/>
                </a:lnTo>
                <a:lnTo>
                  <a:pt x="416057" y="1479852"/>
                </a:lnTo>
                <a:lnTo>
                  <a:pt x="401141" y="1471595"/>
                </a:lnTo>
                <a:lnTo>
                  <a:pt x="386226" y="1463338"/>
                </a:lnTo>
                <a:lnTo>
                  <a:pt x="371944" y="1454446"/>
                </a:lnTo>
                <a:lnTo>
                  <a:pt x="357346" y="1445555"/>
                </a:lnTo>
                <a:lnTo>
                  <a:pt x="343382" y="1436028"/>
                </a:lnTo>
                <a:lnTo>
                  <a:pt x="329736" y="1426501"/>
                </a:lnTo>
                <a:lnTo>
                  <a:pt x="316089" y="1416339"/>
                </a:lnTo>
                <a:lnTo>
                  <a:pt x="302760" y="1406177"/>
                </a:lnTo>
                <a:lnTo>
                  <a:pt x="289431" y="1395697"/>
                </a:lnTo>
                <a:lnTo>
                  <a:pt x="276419" y="1384900"/>
                </a:lnTo>
                <a:lnTo>
                  <a:pt x="263725" y="1373785"/>
                </a:lnTo>
                <a:lnTo>
                  <a:pt x="251348" y="1362670"/>
                </a:lnTo>
                <a:lnTo>
                  <a:pt x="238971" y="1350920"/>
                </a:lnTo>
                <a:lnTo>
                  <a:pt x="227229" y="1339170"/>
                </a:lnTo>
                <a:lnTo>
                  <a:pt x="215486" y="1327103"/>
                </a:lnTo>
                <a:lnTo>
                  <a:pt x="204062" y="1315036"/>
                </a:lnTo>
                <a:lnTo>
                  <a:pt x="192954" y="1302333"/>
                </a:lnTo>
                <a:lnTo>
                  <a:pt x="182164" y="1289630"/>
                </a:lnTo>
                <a:lnTo>
                  <a:pt x="171374" y="1276928"/>
                </a:lnTo>
                <a:lnTo>
                  <a:pt x="161535" y="1263590"/>
                </a:lnTo>
                <a:lnTo>
                  <a:pt x="151380" y="1250252"/>
                </a:lnTo>
                <a:lnTo>
                  <a:pt x="141542" y="1236597"/>
                </a:lnTo>
                <a:lnTo>
                  <a:pt x="132021" y="1222624"/>
                </a:lnTo>
                <a:lnTo>
                  <a:pt x="122818" y="1208651"/>
                </a:lnTo>
                <a:lnTo>
                  <a:pt x="113932" y="1194361"/>
                </a:lnTo>
                <a:lnTo>
                  <a:pt x="105363" y="1180071"/>
                </a:lnTo>
                <a:lnTo>
                  <a:pt x="97112" y="1165145"/>
                </a:lnTo>
                <a:lnTo>
                  <a:pt x="89178" y="1150219"/>
                </a:lnTo>
                <a:lnTo>
                  <a:pt x="81561" y="1135294"/>
                </a:lnTo>
                <a:lnTo>
                  <a:pt x="74262" y="1120368"/>
                </a:lnTo>
                <a:lnTo>
                  <a:pt x="66962" y="1104808"/>
                </a:lnTo>
                <a:lnTo>
                  <a:pt x="60615" y="1089247"/>
                </a:lnTo>
                <a:lnTo>
                  <a:pt x="53951" y="1073369"/>
                </a:lnTo>
                <a:lnTo>
                  <a:pt x="48238" y="1057491"/>
                </a:lnTo>
                <a:lnTo>
                  <a:pt x="42208" y="1041612"/>
                </a:lnTo>
                <a:lnTo>
                  <a:pt x="37131" y="1025417"/>
                </a:lnTo>
                <a:lnTo>
                  <a:pt x="32053" y="1009221"/>
                </a:lnTo>
                <a:lnTo>
                  <a:pt x="27293" y="992390"/>
                </a:lnTo>
                <a:lnTo>
                  <a:pt x="23167" y="975876"/>
                </a:lnTo>
                <a:lnTo>
                  <a:pt x="19041" y="959363"/>
                </a:lnTo>
                <a:lnTo>
                  <a:pt x="15550" y="942532"/>
                </a:lnTo>
                <a:lnTo>
                  <a:pt x="12377" y="925701"/>
                </a:lnTo>
                <a:lnTo>
                  <a:pt x="9203" y="908235"/>
                </a:lnTo>
                <a:lnTo>
                  <a:pt x="6982" y="891087"/>
                </a:lnTo>
                <a:lnTo>
                  <a:pt x="4760" y="873621"/>
                </a:lnTo>
                <a:lnTo>
                  <a:pt x="3173" y="856472"/>
                </a:lnTo>
                <a:lnTo>
                  <a:pt x="1904" y="838689"/>
                </a:lnTo>
                <a:lnTo>
                  <a:pt x="952" y="821222"/>
                </a:lnTo>
                <a:lnTo>
                  <a:pt x="317" y="803439"/>
                </a:lnTo>
                <a:lnTo>
                  <a:pt x="0" y="785973"/>
                </a:lnTo>
                <a:lnTo>
                  <a:pt x="317" y="765649"/>
                </a:lnTo>
                <a:lnTo>
                  <a:pt x="952" y="745325"/>
                </a:lnTo>
                <a:lnTo>
                  <a:pt x="2221" y="725318"/>
                </a:lnTo>
                <a:lnTo>
                  <a:pt x="4125" y="705629"/>
                </a:lnTo>
                <a:lnTo>
                  <a:pt x="6030" y="685622"/>
                </a:lnTo>
                <a:lnTo>
                  <a:pt x="8886" y="666251"/>
                </a:lnTo>
                <a:lnTo>
                  <a:pt x="12377" y="646879"/>
                </a:lnTo>
                <a:lnTo>
                  <a:pt x="15868" y="627508"/>
                </a:lnTo>
                <a:lnTo>
                  <a:pt x="19993" y="608454"/>
                </a:lnTo>
                <a:lnTo>
                  <a:pt x="24754" y="589718"/>
                </a:lnTo>
                <a:lnTo>
                  <a:pt x="29831" y="570982"/>
                </a:lnTo>
                <a:lnTo>
                  <a:pt x="35227" y="552245"/>
                </a:lnTo>
                <a:lnTo>
                  <a:pt x="41256" y="534144"/>
                </a:lnTo>
                <a:lnTo>
                  <a:pt x="47604" y="515725"/>
                </a:lnTo>
                <a:lnTo>
                  <a:pt x="54268" y="497941"/>
                </a:lnTo>
                <a:lnTo>
                  <a:pt x="61567" y="480158"/>
                </a:lnTo>
                <a:lnTo>
                  <a:pt x="69501" y="462692"/>
                </a:lnTo>
                <a:lnTo>
                  <a:pt x="77435" y="445225"/>
                </a:lnTo>
                <a:lnTo>
                  <a:pt x="86004" y="428395"/>
                </a:lnTo>
                <a:lnTo>
                  <a:pt x="94890" y="411246"/>
                </a:lnTo>
                <a:lnTo>
                  <a:pt x="104093" y="395050"/>
                </a:lnTo>
                <a:lnTo>
                  <a:pt x="113614" y="378854"/>
                </a:lnTo>
                <a:lnTo>
                  <a:pt x="123770" y="362341"/>
                </a:lnTo>
                <a:lnTo>
                  <a:pt x="133925" y="346780"/>
                </a:lnTo>
                <a:lnTo>
                  <a:pt x="145033" y="330902"/>
                </a:lnTo>
                <a:lnTo>
                  <a:pt x="156140" y="315977"/>
                </a:lnTo>
                <a:lnTo>
                  <a:pt x="167565" y="301051"/>
                </a:lnTo>
                <a:lnTo>
                  <a:pt x="179308" y="286443"/>
                </a:lnTo>
                <a:lnTo>
                  <a:pt x="191367" y="271835"/>
                </a:lnTo>
                <a:lnTo>
                  <a:pt x="204062" y="257545"/>
                </a:lnTo>
                <a:lnTo>
                  <a:pt x="216756" y="243889"/>
                </a:lnTo>
                <a:lnTo>
                  <a:pt x="229768" y="230552"/>
                </a:lnTo>
                <a:lnTo>
                  <a:pt x="243731" y="217214"/>
                </a:lnTo>
                <a:lnTo>
                  <a:pt x="257378" y="204194"/>
                </a:lnTo>
                <a:lnTo>
                  <a:pt x="271342" y="191809"/>
                </a:lnTo>
                <a:lnTo>
                  <a:pt x="285623" y="179424"/>
                </a:lnTo>
                <a:lnTo>
                  <a:pt x="300539" y="167674"/>
                </a:lnTo>
                <a:lnTo>
                  <a:pt x="315455" y="156242"/>
                </a:lnTo>
                <a:lnTo>
                  <a:pt x="330688" y="145127"/>
                </a:lnTo>
                <a:lnTo>
                  <a:pt x="346556" y="134330"/>
                </a:lnTo>
                <a:lnTo>
                  <a:pt x="362106" y="124168"/>
                </a:lnTo>
                <a:lnTo>
                  <a:pt x="377974" y="114005"/>
                </a:lnTo>
                <a:lnTo>
                  <a:pt x="394477" y="104479"/>
                </a:lnTo>
                <a:lnTo>
                  <a:pt x="410980" y="94952"/>
                </a:lnTo>
                <a:lnTo>
                  <a:pt x="428117" y="86060"/>
                </a:lnTo>
                <a:lnTo>
                  <a:pt x="444937" y="77803"/>
                </a:lnTo>
                <a:lnTo>
                  <a:pt x="462392" y="69546"/>
                </a:lnTo>
                <a:lnTo>
                  <a:pt x="479529" y="61925"/>
                </a:lnTo>
                <a:lnTo>
                  <a:pt x="497619" y="54621"/>
                </a:lnTo>
                <a:lnTo>
                  <a:pt x="515391" y="47634"/>
                </a:lnTo>
                <a:lnTo>
                  <a:pt x="533480" y="41283"/>
                </a:lnTo>
                <a:lnTo>
                  <a:pt x="551570" y="35567"/>
                </a:lnTo>
                <a:lnTo>
                  <a:pt x="570294" y="29851"/>
                </a:lnTo>
                <a:lnTo>
                  <a:pt x="589018" y="24770"/>
                </a:lnTo>
                <a:lnTo>
                  <a:pt x="607742" y="20324"/>
                </a:lnTo>
                <a:lnTo>
                  <a:pt x="627101" y="15878"/>
                </a:lnTo>
                <a:lnTo>
                  <a:pt x="646143" y="12385"/>
                </a:lnTo>
                <a:lnTo>
                  <a:pt x="665501" y="9209"/>
                </a:lnTo>
                <a:lnTo>
                  <a:pt x="685178" y="6351"/>
                </a:lnTo>
                <a:lnTo>
                  <a:pt x="704854" y="4128"/>
                </a:lnTo>
                <a:lnTo>
                  <a:pt x="724530" y="2223"/>
                </a:lnTo>
                <a:lnTo>
                  <a:pt x="744524" y="952"/>
                </a:lnTo>
                <a:lnTo>
                  <a:pt x="764835" y="317"/>
                </a:lnTo>
                <a:lnTo>
                  <a:pt x="784828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0E5841-C2EF-9F87-3D1D-272D84B53D5D}"/>
              </a:ext>
            </a:extLst>
          </p:cNvPr>
          <p:cNvGrpSpPr/>
          <p:nvPr/>
        </p:nvGrpSpPr>
        <p:grpSpPr>
          <a:xfrm>
            <a:off x="9413546" y="1074744"/>
            <a:ext cx="926112" cy="838463"/>
            <a:chOff x="5300281" y="5407493"/>
            <a:chExt cx="1879700" cy="1701800"/>
          </a:xfrm>
          <a:effectLst>
            <a:outerShdw blurRad="1270000" dist="266700" dir="5400000" sx="90000" sy="90000" algn="t" rotWithShape="0">
              <a:prstClr val="black">
                <a:alpha val="40000"/>
              </a:prstClr>
            </a:outerShdw>
          </a:effectLst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492DEB3-35E4-DF2C-E00D-69A1E0B82C95}"/>
                </a:ext>
              </a:extLst>
            </p:cNvPr>
            <p:cNvSpPr/>
            <p:nvPr/>
          </p:nvSpPr>
          <p:spPr>
            <a:xfrm rot="2100000">
              <a:off x="5300281" y="5725344"/>
              <a:ext cx="1879700" cy="106609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751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39D03B7-F1ED-FEB6-8E8F-D37749BA5532}"/>
                </a:ext>
              </a:extLst>
            </p:cNvPr>
            <p:cNvSpPr/>
            <p:nvPr/>
          </p:nvSpPr>
          <p:spPr>
            <a:xfrm rot="5400000" flipH="1">
              <a:off x="5389231" y="5775793"/>
              <a:ext cx="1701800" cy="9652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751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2223A9C-B08D-E671-2C1C-BAD11DA13C24}"/>
                </a:ext>
              </a:extLst>
            </p:cNvPr>
            <p:cNvSpPr/>
            <p:nvPr/>
          </p:nvSpPr>
          <p:spPr>
            <a:xfrm rot="19500000" flipH="1">
              <a:off x="5300281" y="5725344"/>
              <a:ext cx="1879700" cy="106609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751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F5FF5D5-4765-4284-240C-AC6D57B9C504}"/>
              </a:ext>
            </a:extLst>
          </p:cNvPr>
          <p:cNvGrpSpPr/>
          <p:nvPr/>
        </p:nvGrpSpPr>
        <p:grpSpPr>
          <a:xfrm>
            <a:off x="-710518" y="-384262"/>
            <a:ext cx="1959215" cy="1534638"/>
            <a:chOff x="5300281" y="5407493"/>
            <a:chExt cx="1879700" cy="1701800"/>
          </a:xfrm>
          <a:effectLst>
            <a:outerShdw blurRad="1270000" dist="266700" dir="5400000" sx="90000" sy="90000" algn="t" rotWithShape="0">
              <a:prstClr val="black">
                <a:alpha val="40000"/>
              </a:prstClr>
            </a:outerShdw>
          </a:effectLst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E371D95-BFC7-9EE4-181F-05945B28B38B}"/>
                </a:ext>
              </a:extLst>
            </p:cNvPr>
            <p:cNvSpPr/>
            <p:nvPr/>
          </p:nvSpPr>
          <p:spPr>
            <a:xfrm rot="2100000">
              <a:off x="5300281" y="5725344"/>
              <a:ext cx="1879700" cy="106609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751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C49CD19-6BC7-7B4A-3371-69D392AF1E39}"/>
                </a:ext>
              </a:extLst>
            </p:cNvPr>
            <p:cNvSpPr/>
            <p:nvPr/>
          </p:nvSpPr>
          <p:spPr>
            <a:xfrm rot="5400000" flipH="1">
              <a:off x="5389231" y="5775793"/>
              <a:ext cx="1701800" cy="9652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751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1D533727-86D1-63F0-2DDD-F9B2EF58289E}"/>
                </a:ext>
              </a:extLst>
            </p:cNvPr>
            <p:cNvSpPr/>
            <p:nvPr/>
          </p:nvSpPr>
          <p:spPr>
            <a:xfrm rot="19500000" flipH="1">
              <a:off x="5300281" y="5725344"/>
              <a:ext cx="1879700" cy="106609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751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push dir="u"/>
      </p:transition>
    </mc:Choice>
    <mc:Fallback xmlns="">
      <p:transition spd="slow" advClick="0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2" grpId="0" bldLvl="0" animBg="1"/>
      <p:bldP spid="37" grpId="0" build="p"/>
      <p:bldP spid="4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3D4C1DE6-86FB-4A41-B0ED-4582195453FA}"/>
              </a:ext>
            </a:extLst>
          </p:cNvPr>
          <p:cNvSpPr/>
          <p:nvPr/>
        </p:nvSpPr>
        <p:spPr>
          <a:xfrm rot="5400000">
            <a:off x="2378551" y="614361"/>
            <a:ext cx="2249127" cy="5924112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CE784B-C7FE-4191-B410-6FF5876AB3AA}"/>
              </a:ext>
            </a:extLst>
          </p:cNvPr>
          <p:cNvSpPr/>
          <p:nvPr/>
        </p:nvSpPr>
        <p:spPr>
          <a:xfrm>
            <a:off x="4297618" y="2577477"/>
            <a:ext cx="1950924" cy="1997879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495300" dist="381000" dir="2700000" sx="95000" sy="95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F00E48B-C5EC-471E-BB16-6D71C403B692}"/>
              </a:ext>
            </a:extLst>
          </p:cNvPr>
          <p:cNvGrpSpPr/>
          <p:nvPr/>
        </p:nvGrpSpPr>
        <p:grpSpPr>
          <a:xfrm>
            <a:off x="6809202" y="2772165"/>
            <a:ext cx="926112" cy="838463"/>
            <a:chOff x="11347125" y="4815630"/>
            <a:chExt cx="1481780" cy="134154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EDB037E-5FB6-4734-B457-44C8BD7A92E1}"/>
                </a:ext>
              </a:extLst>
            </p:cNvPr>
            <p:cNvGrpSpPr/>
            <p:nvPr/>
          </p:nvGrpSpPr>
          <p:grpSpPr>
            <a:xfrm>
              <a:off x="11347125" y="4815630"/>
              <a:ext cx="1481780" cy="1341540"/>
              <a:chOff x="5300281" y="5407493"/>
              <a:chExt cx="1879700" cy="1701800"/>
            </a:xfrm>
            <a:solidFill>
              <a:schemeClr val="accent3">
                <a:alpha val="50000"/>
              </a:schemeClr>
            </a:solidFill>
            <a:effectLst>
              <a:outerShdw blurRad="1270000" dist="266700" dir="5400000" sx="90000" sy="9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D183D58-CAA1-42DA-935B-4AB491051C23}"/>
                  </a:ext>
                </a:extLst>
              </p:cNvPr>
              <p:cNvSpPr/>
              <p:nvPr/>
            </p:nvSpPr>
            <p:spPr>
              <a:xfrm rot="2100000">
                <a:off x="5300281" y="5725344"/>
                <a:ext cx="1879700" cy="106609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9A65592-49DA-465A-8774-A9F08C315774}"/>
                  </a:ext>
                </a:extLst>
              </p:cNvPr>
              <p:cNvSpPr/>
              <p:nvPr/>
            </p:nvSpPr>
            <p:spPr>
              <a:xfrm rot="5400000" flipH="1">
                <a:off x="5389231" y="5775793"/>
                <a:ext cx="1701800" cy="9652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7EE0D65-250E-4B53-B03C-667B79C89041}"/>
                  </a:ext>
                </a:extLst>
              </p:cNvPr>
              <p:cNvSpPr/>
              <p:nvPr/>
            </p:nvSpPr>
            <p:spPr>
              <a:xfrm rot="19500000" flipH="1">
                <a:off x="5300281" y="5725344"/>
                <a:ext cx="1879700" cy="106609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8C9DDF6-B6FA-40F3-97A9-AE375874C8C8}"/>
                </a:ext>
              </a:extLst>
            </p:cNvPr>
            <p:cNvSpPr/>
            <p:nvPr/>
          </p:nvSpPr>
          <p:spPr>
            <a:xfrm>
              <a:off x="11612821" y="5145236"/>
              <a:ext cx="950388" cy="738664"/>
            </a:xfrm>
            <a:prstGeom prst="rect">
              <a:avLst/>
            </a:prstGeom>
            <a:effectLst>
              <a:outerShdw blurRad="203200" dist="88900" dir="2700000" algn="tl" rotWithShape="0">
                <a:schemeClr val="bg1">
                  <a:lumMod val="50000"/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rPr>
                <a:t>03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A13F5F6-04F8-4D9B-8346-A705AC6E47EA}"/>
              </a:ext>
            </a:extLst>
          </p:cNvPr>
          <p:cNvGrpSpPr/>
          <p:nvPr/>
        </p:nvGrpSpPr>
        <p:grpSpPr>
          <a:xfrm>
            <a:off x="6242312" y="1232696"/>
            <a:ext cx="926112" cy="838463"/>
            <a:chOff x="9642924" y="1814967"/>
            <a:chExt cx="1481780" cy="134154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66426F-A589-4FC2-94C8-32D3DE6CB2CA}"/>
                </a:ext>
              </a:extLst>
            </p:cNvPr>
            <p:cNvGrpSpPr/>
            <p:nvPr/>
          </p:nvGrpSpPr>
          <p:grpSpPr>
            <a:xfrm>
              <a:off x="9642924" y="1814967"/>
              <a:ext cx="1481780" cy="1341540"/>
              <a:chOff x="5300281" y="5407493"/>
              <a:chExt cx="1879700" cy="1701800"/>
            </a:xfrm>
            <a:solidFill>
              <a:schemeClr val="accent2">
                <a:alpha val="50000"/>
              </a:schemeClr>
            </a:solidFill>
            <a:effectLst>
              <a:outerShdw blurRad="1270000" dist="266700" dir="5400000" sx="90000" sy="9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AE4B436A-FDF8-49AC-9E09-AE6CAB38D351}"/>
                  </a:ext>
                </a:extLst>
              </p:cNvPr>
              <p:cNvSpPr/>
              <p:nvPr/>
            </p:nvSpPr>
            <p:spPr>
              <a:xfrm rot="2100000">
                <a:off x="5300281" y="5725344"/>
                <a:ext cx="1879700" cy="106609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9727529-841F-4793-AA17-0DD120495211}"/>
                  </a:ext>
                </a:extLst>
              </p:cNvPr>
              <p:cNvSpPr/>
              <p:nvPr/>
            </p:nvSpPr>
            <p:spPr>
              <a:xfrm rot="5400000" flipH="1">
                <a:off x="5389231" y="5775793"/>
                <a:ext cx="1701800" cy="9652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08771D9-AA96-490F-9BEC-A00B94804004}"/>
                  </a:ext>
                </a:extLst>
              </p:cNvPr>
              <p:cNvSpPr/>
              <p:nvPr/>
            </p:nvSpPr>
            <p:spPr>
              <a:xfrm rot="19500000" flipH="1">
                <a:off x="5300281" y="5725344"/>
                <a:ext cx="1879700" cy="106609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306CB32-0AE2-4D41-8D8A-343D9D16F566}"/>
                </a:ext>
              </a:extLst>
            </p:cNvPr>
            <p:cNvSpPr/>
            <p:nvPr/>
          </p:nvSpPr>
          <p:spPr>
            <a:xfrm>
              <a:off x="9908620" y="2144573"/>
              <a:ext cx="950388" cy="738664"/>
            </a:xfrm>
            <a:prstGeom prst="rect">
              <a:avLst/>
            </a:prstGeom>
            <a:effectLst>
              <a:outerShdw blurRad="203200" dist="88900" dir="2700000" algn="tl" rotWithShape="0">
                <a:schemeClr val="bg1">
                  <a:lumMod val="50000"/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rPr>
                <a:t>02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4B21907-4DB6-4FA6-A298-B63C451471A7}"/>
              </a:ext>
            </a:extLst>
          </p:cNvPr>
          <p:cNvGrpSpPr/>
          <p:nvPr/>
        </p:nvGrpSpPr>
        <p:grpSpPr>
          <a:xfrm>
            <a:off x="6108372" y="4652954"/>
            <a:ext cx="926112" cy="838463"/>
            <a:chOff x="9758313" y="7816293"/>
            <a:chExt cx="1481780" cy="134154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A96EFC7-7B44-4654-9AF9-96511F51B272}"/>
                </a:ext>
              </a:extLst>
            </p:cNvPr>
            <p:cNvGrpSpPr/>
            <p:nvPr/>
          </p:nvGrpSpPr>
          <p:grpSpPr>
            <a:xfrm>
              <a:off x="9758313" y="7816293"/>
              <a:ext cx="1481780" cy="1341540"/>
              <a:chOff x="5300281" y="5407493"/>
              <a:chExt cx="1879700" cy="1701800"/>
            </a:xfrm>
            <a:solidFill>
              <a:schemeClr val="accent4">
                <a:alpha val="50000"/>
              </a:schemeClr>
            </a:solidFill>
            <a:effectLst>
              <a:outerShdw blurRad="1270000" dist="266700" dir="5400000" sx="90000" sy="9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7D88B99D-9028-4681-83C6-F7D9E0DD04DB}"/>
                  </a:ext>
                </a:extLst>
              </p:cNvPr>
              <p:cNvSpPr/>
              <p:nvPr/>
            </p:nvSpPr>
            <p:spPr>
              <a:xfrm rot="2100000">
                <a:off x="5300281" y="5725344"/>
                <a:ext cx="1879700" cy="106609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2160165-227A-4936-9EC7-B7EEB6E460C4}"/>
                  </a:ext>
                </a:extLst>
              </p:cNvPr>
              <p:cNvSpPr/>
              <p:nvPr/>
            </p:nvSpPr>
            <p:spPr>
              <a:xfrm rot="5400000" flipH="1">
                <a:off x="5389231" y="5775793"/>
                <a:ext cx="1701800" cy="9652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3DFCD95-1FD0-44DE-B093-4B4D5E458CD7}"/>
                  </a:ext>
                </a:extLst>
              </p:cNvPr>
              <p:cNvSpPr/>
              <p:nvPr/>
            </p:nvSpPr>
            <p:spPr>
              <a:xfrm rot="19500000" flipH="1">
                <a:off x="5300281" y="5725344"/>
                <a:ext cx="1879700" cy="106609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4A8F624-B79F-486D-AE1A-6A59DD9DF98A}"/>
                </a:ext>
              </a:extLst>
            </p:cNvPr>
            <p:cNvSpPr/>
            <p:nvPr/>
          </p:nvSpPr>
          <p:spPr>
            <a:xfrm>
              <a:off x="10024009" y="8145899"/>
              <a:ext cx="950388" cy="738664"/>
            </a:xfrm>
            <a:prstGeom prst="rect">
              <a:avLst/>
            </a:prstGeom>
            <a:effectLst>
              <a:outerShdw blurRad="203200" dist="88900" dir="2700000" algn="tl" rotWithShape="0">
                <a:schemeClr val="bg1">
                  <a:lumMod val="50000"/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rPr>
                <a:t>04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9FDCCB7-0C13-43C6-8206-9B7D47027412}"/>
              </a:ext>
            </a:extLst>
          </p:cNvPr>
          <p:cNvGrpSpPr/>
          <p:nvPr/>
        </p:nvGrpSpPr>
        <p:grpSpPr>
          <a:xfrm>
            <a:off x="3834562" y="1060646"/>
            <a:ext cx="926112" cy="838463"/>
            <a:chOff x="6192921" y="1153196"/>
            <a:chExt cx="1481780" cy="134154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8219D04-465F-41E3-A053-E16D91C0B222}"/>
                </a:ext>
              </a:extLst>
            </p:cNvPr>
            <p:cNvGrpSpPr/>
            <p:nvPr/>
          </p:nvGrpSpPr>
          <p:grpSpPr>
            <a:xfrm>
              <a:off x="6192921" y="1153196"/>
              <a:ext cx="1481780" cy="1341540"/>
              <a:chOff x="5300281" y="5407493"/>
              <a:chExt cx="1879700" cy="1701800"/>
            </a:xfrm>
            <a:effectLst>
              <a:outerShdw blurRad="1270000" dist="266700" dir="5400000" sx="90000" sy="9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1C1C14E-2180-4566-9DE9-CD47999BE612}"/>
                  </a:ext>
                </a:extLst>
              </p:cNvPr>
              <p:cNvSpPr/>
              <p:nvPr/>
            </p:nvSpPr>
            <p:spPr>
              <a:xfrm rot="2100000">
                <a:off x="5300281" y="5725344"/>
                <a:ext cx="1879700" cy="106609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06C197C-D621-4A22-B5D4-A4EF02D553BF}"/>
                  </a:ext>
                </a:extLst>
              </p:cNvPr>
              <p:cNvSpPr/>
              <p:nvPr/>
            </p:nvSpPr>
            <p:spPr>
              <a:xfrm rot="5400000" flipH="1">
                <a:off x="5389231" y="5775793"/>
                <a:ext cx="1701800" cy="9652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07D7AF9-BD37-42BE-B744-568D5E200CE2}"/>
                  </a:ext>
                </a:extLst>
              </p:cNvPr>
              <p:cNvSpPr/>
              <p:nvPr/>
            </p:nvSpPr>
            <p:spPr>
              <a:xfrm rot="19500000" flipH="1">
                <a:off x="5300281" y="5725344"/>
                <a:ext cx="1879700" cy="106609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88AF2F3-0860-4639-9E7F-A42C7E7B3ED4}"/>
                </a:ext>
              </a:extLst>
            </p:cNvPr>
            <p:cNvSpPr/>
            <p:nvPr/>
          </p:nvSpPr>
          <p:spPr>
            <a:xfrm>
              <a:off x="6458617" y="1482802"/>
              <a:ext cx="950388" cy="738664"/>
            </a:xfrm>
            <a:prstGeom prst="rect">
              <a:avLst/>
            </a:prstGeom>
            <a:effectLst>
              <a:outerShdw blurRad="203200" dist="88900" dir="2700000" algn="tl" rotWithShape="0">
                <a:schemeClr val="bg1">
                  <a:lumMod val="50000"/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rPr>
                <a:t>01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40E9FAD-7228-47F5-A8ED-B623D219A8D5}"/>
              </a:ext>
            </a:extLst>
          </p:cNvPr>
          <p:cNvGrpSpPr/>
          <p:nvPr/>
        </p:nvGrpSpPr>
        <p:grpSpPr>
          <a:xfrm>
            <a:off x="3880001" y="5066562"/>
            <a:ext cx="926112" cy="838463"/>
            <a:chOff x="6192921" y="8478064"/>
            <a:chExt cx="1481780" cy="134154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7A81D3D-2BE2-4EA4-93D9-A9965A5A2002}"/>
                </a:ext>
              </a:extLst>
            </p:cNvPr>
            <p:cNvGrpSpPr/>
            <p:nvPr/>
          </p:nvGrpSpPr>
          <p:grpSpPr>
            <a:xfrm>
              <a:off x="6192921" y="8478064"/>
              <a:ext cx="1481780" cy="1341540"/>
              <a:chOff x="5300281" y="5407493"/>
              <a:chExt cx="1879700" cy="1701800"/>
            </a:xfrm>
            <a:solidFill>
              <a:schemeClr val="accent5">
                <a:alpha val="50000"/>
              </a:schemeClr>
            </a:solidFill>
            <a:effectLst>
              <a:outerShdw blurRad="1270000" dist="266700" dir="5400000" sx="90000" sy="9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324D30E4-3162-4AAC-9779-602B74F78282}"/>
                  </a:ext>
                </a:extLst>
              </p:cNvPr>
              <p:cNvSpPr/>
              <p:nvPr/>
            </p:nvSpPr>
            <p:spPr>
              <a:xfrm rot="2100000">
                <a:off x="5300281" y="5725344"/>
                <a:ext cx="1879700" cy="106609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EF3960B5-E67D-467A-BF49-36897F1E5570}"/>
                  </a:ext>
                </a:extLst>
              </p:cNvPr>
              <p:cNvSpPr/>
              <p:nvPr/>
            </p:nvSpPr>
            <p:spPr>
              <a:xfrm rot="5400000" flipH="1">
                <a:off x="5389231" y="5775793"/>
                <a:ext cx="1701800" cy="9652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6345082-0DFC-40DF-BD93-524F6FDADB52}"/>
                  </a:ext>
                </a:extLst>
              </p:cNvPr>
              <p:cNvSpPr/>
              <p:nvPr/>
            </p:nvSpPr>
            <p:spPr>
              <a:xfrm rot="19500000" flipH="1">
                <a:off x="5300281" y="5725344"/>
                <a:ext cx="1879700" cy="106609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14B19D-A197-4B35-A150-4D7EB2499883}"/>
                </a:ext>
              </a:extLst>
            </p:cNvPr>
            <p:cNvSpPr/>
            <p:nvPr/>
          </p:nvSpPr>
          <p:spPr>
            <a:xfrm>
              <a:off x="6458617" y="8807670"/>
              <a:ext cx="950388" cy="738664"/>
            </a:xfrm>
            <a:prstGeom prst="rect">
              <a:avLst/>
            </a:prstGeom>
            <a:effectLst>
              <a:outerShdw blurRad="203200" dist="88900" dir="2700000" algn="tl" rotWithShape="0">
                <a:schemeClr val="bg1">
                  <a:lumMod val="50000"/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rPr>
                <a:t>05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500E3C8-864B-4ED5-A404-896245BB1733}"/>
              </a:ext>
            </a:extLst>
          </p:cNvPr>
          <p:cNvGrpSpPr/>
          <p:nvPr/>
        </p:nvGrpSpPr>
        <p:grpSpPr>
          <a:xfrm>
            <a:off x="1470969" y="1122758"/>
            <a:ext cx="2262117" cy="830997"/>
            <a:chOff x="1932545" y="915711"/>
            <a:chExt cx="3619388" cy="132959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2FDB1F0-248A-438F-A9FC-C977F9ACFFFD}"/>
                </a:ext>
              </a:extLst>
            </p:cNvPr>
            <p:cNvSpPr/>
            <p:nvPr/>
          </p:nvSpPr>
          <p:spPr>
            <a:xfrm flipH="1">
              <a:off x="2478064" y="915711"/>
              <a:ext cx="3073869" cy="13295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Quản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lý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lịch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sử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giao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dịch</a:t>
              </a:r>
              <a:endParaRPr lang="id-ID" altLang="zh-CN" sz="2400" spc="188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E819691-9D58-41AD-B499-E619723FC6DB}"/>
                </a:ext>
              </a:extLst>
            </p:cNvPr>
            <p:cNvSpPr/>
            <p:nvPr/>
          </p:nvSpPr>
          <p:spPr>
            <a:xfrm flipH="1">
              <a:off x="1932545" y="1370151"/>
              <a:ext cx="3619388" cy="794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endParaRPr lang="id-ID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1F9C09-A993-4611-98C4-E0EFC67A39C2}"/>
              </a:ext>
            </a:extLst>
          </p:cNvPr>
          <p:cNvGrpSpPr/>
          <p:nvPr/>
        </p:nvGrpSpPr>
        <p:grpSpPr>
          <a:xfrm>
            <a:off x="1276489" y="5272568"/>
            <a:ext cx="2262117" cy="1200329"/>
            <a:chOff x="1932545" y="8328454"/>
            <a:chExt cx="3619388" cy="192052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F310523-EE80-48E8-B97D-95A5F916151C}"/>
                </a:ext>
              </a:extLst>
            </p:cNvPr>
            <p:cNvSpPr/>
            <p:nvPr/>
          </p:nvSpPr>
          <p:spPr>
            <a:xfrm flipH="1">
              <a:off x="2478064" y="8328454"/>
              <a:ext cx="3073869" cy="19205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Thông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báo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nhắc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nhở</a:t>
              </a:r>
              <a:b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endParaRPr lang="id-ID" altLang="zh-CN" sz="2400" spc="188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FC41DC7-5D40-45B6-B270-3BA6F1E9110E}"/>
                </a:ext>
              </a:extLst>
            </p:cNvPr>
            <p:cNvSpPr/>
            <p:nvPr/>
          </p:nvSpPr>
          <p:spPr>
            <a:xfrm flipH="1">
              <a:off x="1932545" y="8782894"/>
              <a:ext cx="3619388" cy="794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endParaRPr lang="id-ID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4474417-D00D-4D4A-85D4-BE9EC8E7BE2C}"/>
              </a:ext>
            </a:extLst>
          </p:cNvPr>
          <p:cNvGrpSpPr/>
          <p:nvPr/>
        </p:nvGrpSpPr>
        <p:grpSpPr>
          <a:xfrm>
            <a:off x="7413168" y="1281506"/>
            <a:ext cx="2262117" cy="830997"/>
            <a:chOff x="2311178" y="6095424"/>
            <a:chExt cx="3619388" cy="1329594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1E7E92E-E716-4F73-AEA8-6730D583F46A}"/>
                </a:ext>
              </a:extLst>
            </p:cNvPr>
            <p:cNvSpPr/>
            <p:nvPr/>
          </p:nvSpPr>
          <p:spPr>
            <a:xfrm>
              <a:off x="2311178" y="6095424"/>
              <a:ext cx="3073869" cy="13295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Quản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lý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danh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mục</a:t>
              </a:r>
              <a:endParaRPr lang="id-ID" altLang="zh-CN" sz="2400" spc="188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ED4BB4A-1880-494E-A51F-5ED4E5026214}"/>
                </a:ext>
              </a:extLst>
            </p:cNvPr>
            <p:cNvSpPr/>
            <p:nvPr/>
          </p:nvSpPr>
          <p:spPr>
            <a:xfrm>
              <a:off x="2311178" y="6549864"/>
              <a:ext cx="3619388" cy="7949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endParaRPr lang="id-ID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74AD78-99BB-453F-868A-5B0252A80709}"/>
              </a:ext>
            </a:extLst>
          </p:cNvPr>
          <p:cNvGrpSpPr/>
          <p:nvPr/>
        </p:nvGrpSpPr>
        <p:grpSpPr>
          <a:xfrm>
            <a:off x="7202145" y="5000653"/>
            <a:ext cx="2262117" cy="1009731"/>
            <a:chOff x="2311178" y="6095424"/>
            <a:chExt cx="3619388" cy="1615569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45BD5D2-0180-49F7-829E-03708AE8B043}"/>
                </a:ext>
              </a:extLst>
            </p:cNvPr>
            <p:cNvSpPr/>
            <p:nvPr/>
          </p:nvSpPr>
          <p:spPr>
            <a:xfrm>
              <a:off x="2311178" y="6095424"/>
              <a:ext cx="3073869" cy="13295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tích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thống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kê</a:t>
              </a:r>
              <a:endParaRPr lang="id-ID" altLang="zh-CN" sz="2400" spc="188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C70B20B-D6DA-4F4A-9134-0A468EC67589}"/>
                </a:ext>
              </a:extLst>
            </p:cNvPr>
            <p:cNvSpPr/>
            <p:nvPr/>
          </p:nvSpPr>
          <p:spPr>
            <a:xfrm>
              <a:off x="2311178" y="6916006"/>
              <a:ext cx="3619388" cy="794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endParaRPr lang="id-ID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ACB98FA-9341-402C-9C74-AD03EC750572}"/>
              </a:ext>
            </a:extLst>
          </p:cNvPr>
          <p:cNvGrpSpPr/>
          <p:nvPr/>
        </p:nvGrpSpPr>
        <p:grpSpPr>
          <a:xfrm>
            <a:off x="7861433" y="2907620"/>
            <a:ext cx="2262117" cy="830997"/>
            <a:chOff x="2311178" y="6095424"/>
            <a:chExt cx="3619388" cy="1329594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79580E0-EB36-4128-A4ED-276CA40503AE}"/>
                </a:ext>
              </a:extLst>
            </p:cNvPr>
            <p:cNvSpPr/>
            <p:nvPr/>
          </p:nvSpPr>
          <p:spPr>
            <a:xfrm>
              <a:off x="2311178" y="6095424"/>
              <a:ext cx="3073869" cy="13295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Thiết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lập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ngân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sách</a:t>
              </a:r>
              <a:endParaRPr lang="id-ID" altLang="zh-CN" sz="2400" spc="188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61BF9A1-6D78-4F83-AB15-6AD0585F2F8C}"/>
                </a:ext>
              </a:extLst>
            </p:cNvPr>
            <p:cNvSpPr/>
            <p:nvPr/>
          </p:nvSpPr>
          <p:spPr>
            <a:xfrm>
              <a:off x="2311178" y="6549864"/>
              <a:ext cx="3619388" cy="7949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endParaRPr lang="id-ID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048FC11-7F03-4B79-AE47-CA6A5E87D7F2}"/>
              </a:ext>
            </a:extLst>
          </p:cNvPr>
          <p:cNvGrpSpPr/>
          <p:nvPr/>
        </p:nvGrpSpPr>
        <p:grpSpPr>
          <a:xfrm>
            <a:off x="511446" y="2661597"/>
            <a:ext cx="4014713" cy="669191"/>
            <a:chOff x="1063597" y="3446197"/>
            <a:chExt cx="6423541" cy="1070704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CB0F09C-D683-43C0-8B35-C5672B662038}"/>
                </a:ext>
              </a:extLst>
            </p:cNvPr>
            <p:cNvSpPr txBox="1"/>
            <p:nvPr/>
          </p:nvSpPr>
          <p:spPr>
            <a:xfrm>
              <a:off x="1063597" y="3778238"/>
              <a:ext cx="6423541" cy="738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id-ID" sz="2400" dirty="0">
                <a:solidFill>
                  <a:schemeClr val="bg1"/>
                </a:solidFill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0234679-BEE4-4218-A978-5A715E3B83AA}"/>
                </a:ext>
              </a:extLst>
            </p:cNvPr>
            <p:cNvSpPr txBox="1"/>
            <p:nvPr/>
          </p:nvSpPr>
          <p:spPr>
            <a:xfrm>
              <a:off x="1153339" y="3446197"/>
              <a:ext cx="3990162" cy="738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id-ID" sz="2400" spc="375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79CD0D5-3743-4C3A-90B5-CF43C1E9ED85}"/>
              </a:ext>
            </a:extLst>
          </p:cNvPr>
          <p:cNvGrpSpPr/>
          <p:nvPr/>
        </p:nvGrpSpPr>
        <p:grpSpPr>
          <a:xfrm>
            <a:off x="5054384" y="3209213"/>
            <a:ext cx="550749" cy="802832"/>
            <a:chOff x="3582988" y="3510757"/>
            <a:chExt cx="319088" cy="465138"/>
          </a:xfr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</p:grpSpPr>
        <p:sp>
          <p:nvSpPr>
            <p:cNvPr id="60" name="AutoShape 113">
              <a:extLst>
                <a:ext uri="{FF2B5EF4-FFF2-40B4-BE49-F238E27FC236}">
                  <a16:creationId xmlns:a16="http://schemas.microsoft.com/office/drawing/2014/main" id="{12C1146E-8CFD-41D2-9FEA-C5AE8094E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988" y="3510757"/>
              <a:ext cx="319088" cy="46513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1907" tIns="11907" rIns="11907" bIns="11907" anchor="ctr"/>
            <a:lstStyle/>
            <a:p>
              <a:pPr algn="ctr" defTabSz="1429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61" name="AutoShape 114">
              <a:extLst>
                <a:ext uri="{FF2B5EF4-FFF2-40B4-BE49-F238E27FC236}">
                  <a16:creationId xmlns:a16="http://schemas.microsoft.com/office/drawing/2014/main" id="{F515B1D5-F620-4804-9CBD-D633B4D47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219" y="3583782"/>
              <a:ext cx="94456" cy="9445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1907" tIns="11907" rIns="11907" bIns="11907" anchor="ctr"/>
            <a:lstStyle/>
            <a:p>
              <a:pPr algn="ctr" defTabSz="1429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</p:grp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15CEF24E-03DE-4B5D-BAA3-D9F1561D551C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836B23A3-65E4-4EAF-84EF-B06A56E97D19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6F8FE65F-15E0-4BFD-A315-5270578AC3D0}"/>
              </a:ext>
            </a:extLst>
          </p:cNvPr>
          <p:cNvSpPr txBox="1"/>
          <p:nvPr/>
        </p:nvSpPr>
        <p:spPr>
          <a:xfrm>
            <a:off x="4465586" y="214547"/>
            <a:ext cx="32608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Chức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năng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chính</a:t>
            </a:r>
            <a:endParaRPr lang="zh-CN" altLang="en-US" sz="32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6D2185-56E4-6598-5407-0525709D6494}"/>
              </a:ext>
            </a:extLst>
          </p:cNvPr>
          <p:cNvSpPr txBox="1"/>
          <p:nvPr/>
        </p:nvSpPr>
        <p:spPr>
          <a:xfrm>
            <a:off x="699726" y="2741663"/>
            <a:ext cx="33626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205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:push dir="u"/>
      </p:transition>
    </mc:Choice>
    <mc:Fallback xmlns="">
      <p:transition spd="slow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9" presetClass="entr" presetSubtype="0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8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直接连接符 40"/>
          <p:cNvCxnSpPr>
            <a:cxnSpLocks/>
            <a:stCxn id="27" idx="3"/>
          </p:cNvCxnSpPr>
          <p:nvPr/>
        </p:nvCxnSpPr>
        <p:spPr>
          <a:xfrm flipH="1">
            <a:off x="2680120" y="3851616"/>
            <a:ext cx="879517" cy="990219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12A2ABB-6FDD-4A0C-BB6E-B884466A1F0A}"/>
              </a:ext>
            </a:extLst>
          </p:cNvPr>
          <p:cNvCxnSpPr>
            <a:cxnSpLocks/>
          </p:cNvCxnSpPr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46D4030-39FB-441D-A6FE-57EE47FED0E6}"/>
              </a:ext>
            </a:extLst>
          </p:cNvPr>
          <p:cNvCxnSpPr>
            <a:cxnSpLocks/>
          </p:cNvCxnSpPr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56065DA2-CBC6-4658-A548-E032D90AF00A}"/>
              </a:ext>
            </a:extLst>
          </p:cNvPr>
          <p:cNvSpPr txBox="1"/>
          <p:nvPr/>
        </p:nvSpPr>
        <p:spPr>
          <a:xfrm>
            <a:off x="4422101" y="89133"/>
            <a:ext cx="31340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Luồng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sử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dụng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tổng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quan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endParaRPr lang="zh-CN" altLang="en-US" sz="32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6B8581-9F9D-7810-4D6E-439B656382D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8839" y="1601921"/>
            <a:ext cx="2428331" cy="4960935"/>
          </a:xfrm>
          <a:prstGeom prst="rect">
            <a:avLst/>
          </a:prstGeom>
        </p:spPr>
      </p:pic>
      <p:sp>
        <p:nvSpPr>
          <p:cNvPr id="31" name="PA_任意多边形 30"/>
          <p:cNvSpPr/>
          <p:nvPr>
            <p:custDataLst>
              <p:tags r:id="rId1"/>
            </p:custDataLst>
          </p:nvPr>
        </p:nvSpPr>
        <p:spPr>
          <a:xfrm>
            <a:off x="3851314" y="3787131"/>
            <a:ext cx="952725" cy="1077218"/>
          </a:xfrm>
          <a:custGeom>
            <a:avLst/>
            <a:gdLst/>
            <a:ahLst/>
            <a:cxnLst/>
            <a:rect l="0" t="0" r="0" b="0"/>
            <a:pathLst>
              <a:path w="2251932" h="1173708">
                <a:moveTo>
                  <a:pt x="0" y="0"/>
                </a:moveTo>
                <a:lnTo>
                  <a:pt x="2251931" y="1173707"/>
                </a:lnTo>
              </a:path>
            </a:pathLst>
          </a:custGeom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32" name="PA_任意多边形 31"/>
          <p:cNvSpPr/>
          <p:nvPr>
            <p:custDataLst>
              <p:tags r:id="rId2"/>
            </p:custDataLst>
          </p:nvPr>
        </p:nvSpPr>
        <p:spPr>
          <a:xfrm>
            <a:off x="4956438" y="3622712"/>
            <a:ext cx="1032672" cy="1264662"/>
          </a:xfrm>
          <a:custGeom>
            <a:avLst/>
            <a:gdLst/>
            <a:ahLst/>
            <a:cxnLst/>
            <a:rect l="0" t="0" r="0" b="0"/>
            <a:pathLst>
              <a:path w="1282891" h="2121375">
                <a:moveTo>
                  <a:pt x="0" y="2121374"/>
                </a:moveTo>
                <a:lnTo>
                  <a:pt x="1282890" y="0"/>
                </a:lnTo>
              </a:path>
            </a:pathLst>
          </a:custGeom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35" name="PA_任意多边形 34"/>
          <p:cNvSpPr/>
          <p:nvPr>
            <p:custDataLst>
              <p:tags r:id="rId3"/>
            </p:custDataLst>
          </p:nvPr>
        </p:nvSpPr>
        <p:spPr>
          <a:xfrm flipV="1">
            <a:off x="6185607" y="3622711"/>
            <a:ext cx="1215774" cy="708768"/>
          </a:xfrm>
          <a:custGeom>
            <a:avLst/>
            <a:gdLst/>
            <a:ahLst/>
            <a:cxnLst/>
            <a:rect l="0" t="0" r="0" b="0"/>
            <a:pathLst>
              <a:path w="2251882" h="638033">
                <a:moveTo>
                  <a:pt x="0" y="638032"/>
                </a:moveTo>
                <a:lnTo>
                  <a:pt x="2251881" y="0"/>
                </a:lnTo>
              </a:path>
            </a:pathLst>
          </a:custGeom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912571" y="2493804"/>
            <a:ext cx="1770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Đăng</a:t>
            </a:r>
            <a:r>
              <a:rPr lang="en-US" altLang="zh-CN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nhập</a:t>
            </a:r>
            <a:r>
              <a:rPr lang="en-US" altLang="zh-CN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/ </a:t>
            </a:r>
            <a:r>
              <a:rPr lang="en-US" altLang="zh-CN" sz="24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đăng</a:t>
            </a:r>
            <a:r>
              <a:rPr lang="en-US" altLang="zh-CN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kí</a:t>
            </a:r>
            <a:r>
              <a:rPr lang="en-US" altLang="zh-CN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endParaRPr lang="zh-CN" altLang="en-US" sz="24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28" name="PA_椭圆 27"/>
          <p:cNvSpPr/>
          <p:nvPr>
            <p:custDataLst>
              <p:tags r:id="rId4"/>
            </p:custDataLst>
          </p:nvPr>
        </p:nvSpPr>
        <p:spPr>
          <a:xfrm>
            <a:off x="4648306" y="4581907"/>
            <a:ext cx="535273" cy="51985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481248" y="3407892"/>
            <a:ext cx="535273" cy="519855"/>
            <a:chOff x="4767397" y="3625137"/>
            <a:chExt cx="569038" cy="569038"/>
          </a:xfrm>
        </p:grpSpPr>
        <p:sp>
          <p:nvSpPr>
            <p:cNvPr id="27" name="PA_椭圆 26"/>
            <p:cNvSpPr/>
            <p:nvPr>
              <p:custDataLst>
                <p:tags r:id="rId15"/>
              </p:custDataLst>
            </p:nvPr>
          </p:nvSpPr>
          <p:spPr>
            <a:xfrm>
              <a:off x="4767397" y="3625137"/>
              <a:ext cx="569038" cy="5690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55" name="PA_形状 2550"/>
            <p:cNvSpPr/>
            <p:nvPr>
              <p:custDataLst>
                <p:tags r:id="rId16"/>
              </p:custDataLst>
            </p:nvPr>
          </p:nvSpPr>
          <p:spPr>
            <a:xfrm>
              <a:off x="4943026" y="3800766"/>
              <a:ext cx="217781" cy="2177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109" y="7364"/>
                  </a:moveTo>
                  <a:cubicBezTo>
                    <a:pt x="20838" y="7364"/>
                    <a:pt x="20618" y="7584"/>
                    <a:pt x="20618" y="7855"/>
                  </a:cubicBezTo>
                  <a:lnTo>
                    <a:pt x="20618" y="18655"/>
                  </a:lnTo>
                  <a:cubicBezTo>
                    <a:pt x="20618" y="19739"/>
                    <a:pt x="19739" y="20618"/>
                    <a:pt x="18655" y="20618"/>
                  </a:cubicBezTo>
                  <a:lnTo>
                    <a:pt x="2945" y="20618"/>
                  </a:lnTo>
                  <a:cubicBezTo>
                    <a:pt x="1861" y="20618"/>
                    <a:pt x="982" y="19739"/>
                    <a:pt x="982" y="18655"/>
                  </a:cubicBezTo>
                  <a:lnTo>
                    <a:pt x="982" y="2945"/>
                  </a:lnTo>
                  <a:cubicBezTo>
                    <a:pt x="982" y="1861"/>
                    <a:pt x="1861" y="982"/>
                    <a:pt x="2945" y="982"/>
                  </a:cubicBezTo>
                  <a:lnTo>
                    <a:pt x="13745" y="982"/>
                  </a:lnTo>
                  <a:cubicBezTo>
                    <a:pt x="14017" y="982"/>
                    <a:pt x="14236" y="762"/>
                    <a:pt x="14236" y="491"/>
                  </a:cubicBezTo>
                  <a:cubicBezTo>
                    <a:pt x="14236" y="220"/>
                    <a:pt x="14017" y="0"/>
                    <a:pt x="13745" y="0"/>
                  </a:cubicBezTo>
                  <a:lnTo>
                    <a:pt x="2945" y="0"/>
                  </a:lnTo>
                  <a:cubicBezTo>
                    <a:pt x="1318" y="0"/>
                    <a:pt x="0" y="1319"/>
                    <a:pt x="0" y="2945"/>
                  </a:cubicBezTo>
                  <a:lnTo>
                    <a:pt x="0" y="18655"/>
                  </a:lnTo>
                  <a:cubicBezTo>
                    <a:pt x="0" y="20282"/>
                    <a:pt x="1318" y="21600"/>
                    <a:pt x="2945" y="21600"/>
                  </a:cubicBezTo>
                  <a:lnTo>
                    <a:pt x="18655" y="21600"/>
                  </a:lnTo>
                  <a:cubicBezTo>
                    <a:pt x="20282" y="21600"/>
                    <a:pt x="21600" y="20282"/>
                    <a:pt x="21600" y="18655"/>
                  </a:cubicBezTo>
                  <a:lnTo>
                    <a:pt x="21600" y="7855"/>
                  </a:lnTo>
                  <a:cubicBezTo>
                    <a:pt x="21600" y="7584"/>
                    <a:pt x="21380" y="7364"/>
                    <a:pt x="21109" y="7364"/>
                  </a:cubicBezTo>
                  <a:moveTo>
                    <a:pt x="7006" y="12764"/>
                  </a:moveTo>
                  <a:lnTo>
                    <a:pt x="8836" y="12764"/>
                  </a:lnTo>
                  <a:lnTo>
                    <a:pt x="8836" y="14594"/>
                  </a:lnTo>
                  <a:lnTo>
                    <a:pt x="6627" y="14973"/>
                  </a:lnTo>
                  <a:cubicBezTo>
                    <a:pt x="6627" y="14973"/>
                    <a:pt x="7006" y="12764"/>
                    <a:pt x="7006" y="12764"/>
                  </a:cubicBezTo>
                  <a:close/>
                  <a:moveTo>
                    <a:pt x="16775" y="2742"/>
                  </a:moveTo>
                  <a:lnTo>
                    <a:pt x="18858" y="4825"/>
                  </a:lnTo>
                  <a:lnTo>
                    <a:pt x="9818" y="13865"/>
                  </a:lnTo>
                  <a:lnTo>
                    <a:pt x="9818" y="11782"/>
                  </a:lnTo>
                  <a:lnTo>
                    <a:pt x="7736" y="11782"/>
                  </a:lnTo>
                  <a:cubicBezTo>
                    <a:pt x="7736" y="11782"/>
                    <a:pt x="16775" y="2742"/>
                    <a:pt x="16775" y="2742"/>
                  </a:cubicBezTo>
                  <a:close/>
                  <a:moveTo>
                    <a:pt x="18104" y="1414"/>
                  </a:moveTo>
                  <a:cubicBezTo>
                    <a:pt x="18371" y="1147"/>
                    <a:pt x="18739" y="982"/>
                    <a:pt x="19145" y="982"/>
                  </a:cubicBezTo>
                  <a:cubicBezTo>
                    <a:pt x="19959" y="982"/>
                    <a:pt x="20618" y="1642"/>
                    <a:pt x="20618" y="2455"/>
                  </a:cubicBezTo>
                  <a:cubicBezTo>
                    <a:pt x="20618" y="2861"/>
                    <a:pt x="20453" y="3230"/>
                    <a:pt x="20187" y="3496"/>
                  </a:cubicBezTo>
                  <a:lnTo>
                    <a:pt x="19552" y="4131"/>
                  </a:lnTo>
                  <a:lnTo>
                    <a:pt x="17469" y="2048"/>
                  </a:lnTo>
                  <a:cubicBezTo>
                    <a:pt x="17469" y="2048"/>
                    <a:pt x="18104" y="1414"/>
                    <a:pt x="18104" y="1414"/>
                  </a:cubicBezTo>
                  <a:close/>
                  <a:moveTo>
                    <a:pt x="5400" y="16200"/>
                  </a:moveTo>
                  <a:lnTo>
                    <a:pt x="9590" y="15481"/>
                  </a:lnTo>
                  <a:lnTo>
                    <a:pt x="20881" y="4190"/>
                  </a:lnTo>
                  <a:cubicBezTo>
                    <a:pt x="21325" y="3746"/>
                    <a:pt x="21600" y="3133"/>
                    <a:pt x="21600" y="2455"/>
                  </a:cubicBezTo>
                  <a:cubicBezTo>
                    <a:pt x="21600" y="1099"/>
                    <a:pt x="20501" y="0"/>
                    <a:pt x="19145" y="0"/>
                  </a:cubicBezTo>
                  <a:cubicBezTo>
                    <a:pt x="18468" y="0"/>
                    <a:pt x="17854" y="275"/>
                    <a:pt x="17410" y="719"/>
                  </a:cubicBezTo>
                  <a:lnTo>
                    <a:pt x="6119" y="12010"/>
                  </a:lnTo>
                  <a:cubicBezTo>
                    <a:pt x="6119" y="12010"/>
                    <a:pt x="5400" y="16200"/>
                    <a:pt x="5400" y="1620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algn="ctr"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859890" y="3247444"/>
            <a:ext cx="535273" cy="519855"/>
            <a:chOff x="8302218" y="2544832"/>
            <a:chExt cx="569038" cy="569038"/>
          </a:xfrm>
        </p:grpSpPr>
        <p:sp>
          <p:nvSpPr>
            <p:cNvPr id="29" name="PA_椭圆 28"/>
            <p:cNvSpPr/>
            <p:nvPr>
              <p:custDataLst>
                <p:tags r:id="rId13"/>
              </p:custDataLst>
            </p:nvPr>
          </p:nvSpPr>
          <p:spPr>
            <a:xfrm>
              <a:off x="8302218" y="2544832"/>
              <a:ext cx="569038" cy="5690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56" name="PA_形状 2587"/>
            <p:cNvSpPr/>
            <p:nvPr>
              <p:custDataLst>
                <p:tags r:id="rId14"/>
              </p:custDataLst>
            </p:nvPr>
          </p:nvSpPr>
          <p:spPr>
            <a:xfrm>
              <a:off x="8477847" y="2720461"/>
              <a:ext cx="217781" cy="2177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281" y="19846"/>
                  </a:moveTo>
                  <a:lnTo>
                    <a:pt x="9413" y="12882"/>
                  </a:lnTo>
                  <a:lnTo>
                    <a:pt x="19655" y="2640"/>
                  </a:lnTo>
                  <a:cubicBezTo>
                    <a:pt x="19655" y="2640"/>
                    <a:pt x="12281" y="19846"/>
                    <a:pt x="12281" y="19846"/>
                  </a:cubicBezTo>
                  <a:close/>
                  <a:moveTo>
                    <a:pt x="1755" y="9320"/>
                  </a:moveTo>
                  <a:lnTo>
                    <a:pt x="18960" y="1945"/>
                  </a:lnTo>
                  <a:lnTo>
                    <a:pt x="8719" y="12187"/>
                  </a:lnTo>
                  <a:cubicBezTo>
                    <a:pt x="8719" y="12187"/>
                    <a:pt x="1755" y="9320"/>
                    <a:pt x="1755" y="9320"/>
                  </a:cubicBezTo>
                  <a:close/>
                  <a:moveTo>
                    <a:pt x="21600" y="491"/>
                  </a:moveTo>
                  <a:cubicBezTo>
                    <a:pt x="21600" y="220"/>
                    <a:pt x="21380" y="0"/>
                    <a:pt x="21109" y="0"/>
                  </a:cubicBezTo>
                  <a:cubicBezTo>
                    <a:pt x="21034" y="0"/>
                    <a:pt x="20964" y="20"/>
                    <a:pt x="20900" y="52"/>
                  </a:cubicBezTo>
                  <a:lnTo>
                    <a:pt x="20898" y="48"/>
                  </a:lnTo>
                  <a:lnTo>
                    <a:pt x="302" y="8875"/>
                  </a:lnTo>
                  <a:cubicBezTo>
                    <a:pt x="301" y="8875"/>
                    <a:pt x="299" y="8876"/>
                    <a:pt x="297" y="8877"/>
                  </a:cubicBezTo>
                  <a:lnTo>
                    <a:pt x="280" y="8885"/>
                  </a:lnTo>
                  <a:lnTo>
                    <a:pt x="281" y="8887"/>
                  </a:lnTo>
                  <a:cubicBezTo>
                    <a:pt x="116" y="8967"/>
                    <a:pt x="0" y="9132"/>
                    <a:pt x="0" y="9327"/>
                  </a:cubicBezTo>
                  <a:cubicBezTo>
                    <a:pt x="0" y="9550"/>
                    <a:pt x="151" y="9731"/>
                    <a:pt x="355" y="9791"/>
                  </a:cubicBezTo>
                  <a:lnTo>
                    <a:pt x="353" y="9799"/>
                  </a:lnTo>
                  <a:lnTo>
                    <a:pt x="8462" y="13138"/>
                  </a:lnTo>
                  <a:lnTo>
                    <a:pt x="11801" y="21248"/>
                  </a:lnTo>
                  <a:lnTo>
                    <a:pt x="11809" y="21245"/>
                  </a:lnTo>
                  <a:cubicBezTo>
                    <a:pt x="11869" y="21449"/>
                    <a:pt x="12050" y="21600"/>
                    <a:pt x="12273" y="21600"/>
                  </a:cubicBezTo>
                  <a:cubicBezTo>
                    <a:pt x="12468" y="21600"/>
                    <a:pt x="12634" y="21484"/>
                    <a:pt x="12713" y="21319"/>
                  </a:cubicBezTo>
                  <a:lnTo>
                    <a:pt x="12716" y="21320"/>
                  </a:lnTo>
                  <a:lnTo>
                    <a:pt x="12723" y="21303"/>
                  </a:lnTo>
                  <a:cubicBezTo>
                    <a:pt x="12724" y="21301"/>
                    <a:pt x="12725" y="21300"/>
                    <a:pt x="12725" y="21298"/>
                  </a:cubicBezTo>
                  <a:lnTo>
                    <a:pt x="21553" y="702"/>
                  </a:lnTo>
                  <a:lnTo>
                    <a:pt x="21547" y="699"/>
                  </a:lnTo>
                  <a:cubicBezTo>
                    <a:pt x="21578" y="636"/>
                    <a:pt x="21600" y="567"/>
                    <a:pt x="21600" y="491"/>
                  </a:cubicBezTo>
                  <a:moveTo>
                    <a:pt x="7855" y="16200"/>
                  </a:moveTo>
                  <a:cubicBezTo>
                    <a:pt x="7719" y="16200"/>
                    <a:pt x="7596" y="16255"/>
                    <a:pt x="7507" y="16344"/>
                  </a:cubicBezTo>
                  <a:lnTo>
                    <a:pt x="6035" y="17817"/>
                  </a:lnTo>
                  <a:cubicBezTo>
                    <a:pt x="5946" y="17905"/>
                    <a:pt x="5891" y="18029"/>
                    <a:pt x="5891" y="18164"/>
                  </a:cubicBezTo>
                  <a:cubicBezTo>
                    <a:pt x="5891" y="18435"/>
                    <a:pt x="6111" y="18655"/>
                    <a:pt x="6382" y="18655"/>
                  </a:cubicBezTo>
                  <a:cubicBezTo>
                    <a:pt x="6517" y="18655"/>
                    <a:pt x="6640" y="18600"/>
                    <a:pt x="6729" y="18511"/>
                  </a:cubicBezTo>
                  <a:lnTo>
                    <a:pt x="8202" y="17038"/>
                  </a:lnTo>
                  <a:cubicBezTo>
                    <a:pt x="8291" y="16950"/>
                    <a:pt x="8345" y="16827"/>
                    <a:pt x="8345" y="16691"/>
                  </a:cubicBezTo>
                  <a:cubicBezTo>
                    <a:pt x="8345" y="16420"/>
                    <a:pt x="8126" y="16200"/>
                    <a:pt x="7855" y="16200"/>
                  </a:cubicBezTo>
                  <a:moveTo>
                    <a:pt x="7855" y="14237"/>
                  </a:moveTo>
                  <a:cubicBezTo>
                    <a:pt x="7855" y="13966"/>
                    <a:pt x="7635" y="13745"/>
                    <a:pt x="7364" y="13745"/>
                  </a:cubicBezTo>
                  <a:cubicBezTo>
                    <a:pt x="7228" y="13745"/>
                    <a:pt x="7105" y="13801"/>
                    <a:pt x="7017" y="13889"/>
                  </a:cubicBezTo>
                  <a:lnTo>
                    <a:pt x="2107" y="18798"/>
                  </a:lnTo>
                  <a:cubicBezTo>
                    <a:pt x="2019" y="18888"/>
                    <a:pt x="1964" y="19011"/>
                    <a:pt x="1964" y="19145"/>
                  </a:cubicBezTo>
                  <a:cubicBezTo>
                    <a:pt x="1964" y="19417"/>
                    <a:pt x="2184" y="19636"/>
                    <a:pt x="2455" y="19636"/>
                  </a:cubicBezTo>
                  <a:cubicBezTo>
                    <a:pt x="2590" y="19636"/>
                    <a:pt x="2713" y="19582"/>
                    <a:pt x="2802" y="19493"/>
                  </a:cubicBezTo>
                  <a:lnTo>
                    <a:pt x="7711" y="14583"/>
                  </a:lnTo>
                  <a:cubicBezTo>
                    <a:pt x="7800" y="14495"/>
                    <a:pt x="7855" y="14372"/>
                    <a:pt x="7855" y="14237"/>
                  </a:cubicBezTo>
                  <a:moveTo>
                    <a:pt x="4765" y="14583"/>
                  </a:moveTo>
                  <a:lnTo>
                    <a:pt x="5256" y="14093"/>
                  </a:lnTo>
                  <a:cubicBezTo>
                    <a:pt x="5345" y="14004"/>
                    <a:pt x="5400" y="13881"/>
                    <a:pt x="5400" y="13745"/>
                  </a:cubicBezTo>
                  <a:cubicBezTo>
                    <a:pt x="5400" y="13475"/>
                    <a:pt x="5180" y="13255"/>
                    <a:pt x="4909" y="13255"/>
                  </a:cubicBezTo>
                  <a:cubicBezTo>
                    <a:pt x="4774" y="13255"/>
                    <a:pt x="4651" y="13310"/>
                    <a:pt x="4562" y="13398"/>
                  </a:cubicBezTo>
                  <a:lnTo>
                    <a:pt x="4071" y="13889"/>
                  </a:lnTo>
                  <a:cubicBezTo>
                    <a:pt x="3982" y="13979"/>
                    <a:pt x="3927" y="14101"/>
                    <a:pt x="3927" y="14237"/>
                  </a:cubicBezTo>
                  <a:cubicBezTo>
                    <a:pt x="3927" y="14507"/>
                    <a:pt x="4147" y="14727"/>
                    <a:pt x="4418" y="14727"/>
                  </a:cubicBezTo>
                  <a:cubicBezTo>
                    <a:pt x="4554" y="14727"/>
                    <a:pt x="4676" y="14673"/>
                    <a:pt x="4765" y="14583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algn="ctr"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12" name="PA_任意多边形 34">
            <a:extLst>
              <a:ext uri="{FF2B5EF4-FFF2-40B4-BE49-F238E27FC236}">
                <a16:creationId xmlns:a16="http://schemas.microsoft.com/office/drawing/2014/main" id="{64454999-692C-3922-A238-8CBB42D9740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flipH="1" flipV="1">
            <a:off x="7606239" y="3338922"/>
            <a:ext cx="924287" cy="992555"/>
          </a:xfrm>
          <a:custGeom>
            <a:avLst/>
            <a:gdLst/>
            <a:ahLst/>
            <a:cxnLst/>
            <a:rect l="0" t="0" r="0" b="0"/>
            <a:pathLst>
              <a:path w="2251882" h="638033">
                <a:moveTo>
                  <a:pt x="0" y="638032"/>
                </a:moveTo>
                <a:lnTo>
                  <a:pt x="2251881" y="0"/>
                </a:lnTo>
              </a:path>
            </a:pathLst>
          </a:custGeom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236172" y="4069564"/>
            <a:ext cx="535273" cy="519855"/>
            <a:chOff x="10554100" y="1632996"/>
            <a:chExt cx="569038" cy="569038"/>
          </a:xfrm>
        </p:grpSpPr>
        <p:sp>
          <p:nvSpPr>
            <p:cNvPr id="30" name="PA_椭圆 29"/>
            <p:cNvSpPr/>
            <p:nvPr>
              <p:custDataLst>
                <p:tags r:id="rId11"/>
              </p:custDataLst>
            </p:nvPr>
          </p:nvSpPr>
          <p:spPr>
            <a:xfrm>
              <a:off x="10554100" y="1632996"/>
              <a:ext cx="569038" cy="5690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57" name="PA_形状 2613"/>
            <p:cNvSpPr/>
            <p:nvPr>
              <p:custDataLst>
                <p:tags r:id="rId12"/>
              </p:custDataLst>
            </p:nvPr>
          </p:nvSpPr>
          <p:spPr>
            <a:xfrm>
              <a:off x="10729729" y="1808625"/>
              <a:ext cx="217781" cy="2177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964"/>
                  </a:moveTo>
                  <a:lnTo>
                    <a:pt x="10800" y="1964"/>
                  </a:lnTo>
                  <a:cubicBezTo>
                    <a:pt x="8836" y="1964"/>
                    <a:pt x="8836" y="0"/>
                    <a:pt x="6873" y="0"/>
                  </a:cubicBez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5709"/>
                  </a:lnTo>
                  <a:cubicBezTo>
                    <a:pt x="0" y="16794"/>
                    <a:pt x="879" y="17673"/>
                    <a:pt x="1964" y="17673"/>
                  </a:cubicBezTo>
                  <a:lnTo>
                    <a:pt x="6599" y="17673"/>
                  </a:lnTo>
                  <a:cubicBezTo>
                    <a:pt x="6257" y="17372"/>
                    <a:pt x="5941" y="17046"/>
                    <a:pt x="5656" y="16691"/>
                  </a:cubicBezTo>
                  <a:lnTo>
                    <a:pt x="1964" y="16691"/>
                  </a:lnTo>
                  <a:cubicBezTo>
                    <a:pt x="1422" y="16691"/>
                    <a:pt x="982" y="16252"/>
                    <a:pt x="982" y="15709"/>
                  </a:cubicBezTo>
                  <a:lnTo>
                    <a:pt x="982" y="5891"/>
                  </a:lnTo>
                  <a:lnTo>
                    <a:pt x="6599" y="5891"/>
                  </a:lnTo>
                  <a:cubicBezTo>
                    <a:pt x="7023" y="5517"/>
                    <a:pt x="7484" y="5185"/>
                    <a:pt x="7982" y="4909"/>
                  </a:cubicBezTo>
                  <a:lnTo>
                    <a:pt x="982" y="4909"/>
                  </a:lnTo>
                  <a:lnTo>
                    <a:pt x="982" y="1964"/>
                  </a:lnTo>
                  <a:cubicBezTo>
                    <a:pt x="982" y="1422"/>
                    <a:pt x="1422" y="982"/>
                    <a:pt x="1964" y="982"/>
                  </a:cubicBezTo>
                  <a:lnTo>
                    <a:pt x="6873" y="982"/>
                  </a:lnTo>
                  <a:cubicBezTo>
                    <a:pt x="8345" y="982"/>
                    <a:pt x="8345" y="2946"/>
                    <a:pt x="10800" y="2946"/>
                  </a:cubicBezTo>
                  <a:lnTo>
                    <a:pt x="19636" y="2946"/>
                  </a:lnTo>
                  <a:cubicBezTo>
                    <a:pt x="20178" y="2946"/>
                    <a:pt x="20618" y="3385"/>
                    <a:pt x="20618" y="3927"/>
                  </a:cubicBezTo>
                  <a:lnTo>
                    <a:pt x="20618" y="4909"/>
                  </a:lnTo>
                  <a:lnTo>
                    <a:pt x="15582" y="4909"/>
                  </a:lnTo>
                  <a:cubicBezTo>
                    <a:pt x="16080" y="5185"/>
                    <a:pt x="16541" y="5517"/>
                    <a:pt x="16965" y="5891"/>
                  </a:cubicBezTo>
                  <a:lnTo>
                    <a:pt x="20618" y="5891"/>
                  </a:lnTo>
                  <a:lnTo>
                    <a:pt x="20618" y="15709"/>
                  </a:lnTo>
                  <a:cubicBezTo>
                    <a:pt x="20618" y="16252"/>
                    <a:pt x="20178" y="16691"/>
                    <a:pt x="19636" y="16691"/>
                  </a:cubicBezTo>
                  <a:lnTo>
                    <a:pt x="18766" y="16691"/>
                  </a:lnTo>
                  <a:lnTo>
                    <a:pt x="19738" y="17663"/>
                  </a:lnTo>
                  <a:cubicBezTo>
                    <a:pt x="20774" y="17609"/>
                    <a:pt x="21600" y="16759"/>
                    <a:pt x="21600" y="15709"/>
                  </a:cubicBezTo>
                  <a:lnTo>
                    <a:pt x="21600" y="3927"/>
                  </a:lnTo>
                  <a:cubicBezTo>
                    <a:pt x="21600" y="2843"/>
                    <a:pt x="20721" y="1964"/>
                    <a:pt x="19636" y="1964"/>
                  </a:cubicBezTo>
                  <a:moveTo>
                    <a:pt x="11782" y="17673"/>
                  </a:moveTo>
                  <a:cubicBezTo>
                    <a:pt x="8529" y="17673"/>
                    <a:pt x="5891" y="15036"/>
                    <a:pt x="5891" y="11782"/>
                  </a:cubicBezTo>
                  <a:cubicBezTo>
                    <a:pt x="5891" y="8529"/>
                    <a:pt x="8529" y="5891"/>
                    <a:pt x="11782" y="5891"/>
                  </a:cubicBezTo>
                  <a:cubicBezTo>
                    <a:pt x="15035" y="5891"/>
                    <a:pt x="17673" y="8529"/>
                    <a:pt x="17673" y="11782"/>
                  </a:cubicBezTo>
                  <a:cubicBezTo>
                    <a:pt x="17673" y="15036"/>
                    <a:pt x="15035" y="17673"/>
                    <a:pt x="11782" y="17673"/>
                  </a:cubicBezTo>
                  <a:moveTo>
                    <a:pt x="16972" y="16278"/>
                  </a:moveTo>
                  <a:cubicBezTo>
                    <a:pt x="18018" y="15072"/>
                    <a:pt x="18655" y="13503"/>
                    <a:pt x="18655" y="11782"/>
                  </a:cubicBezTo>
                  <a:cubicBezTo>
                    <a:pt x="18655" y="7987"/>
                    <a:pt x="15578" y="4910"/>
                    <a:pt x="11782" y="4910"/>
                  </a:cubicBezTo>
                  <a:cubicBezTo>
                    <a:pt x="7986" y="4910"/>
                    <a:pt x="4909" y="7987"/>
                    <a:pt x="4909" y="11782"/>
                  </a:cubicBezTo>
                  <a:cubicBezTo>
                    <a:pt x="4909" y="15578"/>
                    <a:pt x="7986" y="18655"/>
                    <a:pt x="11782" y="18655"/>
                  </a:cubicBezTo>
                  <a:cubicBezTo>
                    <a:pt x="13503" y="18655"/>
                    <a:pt x="15072" y="18017"/>
                    <a:pt x="16278" y="16972"/>
                  </a:cubicBezTo>
                  <a:lnTo>
                    <a:pt x="16972" y="17666"/>
                  </a:lnTo>
                  <a:cubicBezTo>
                    <a:pt x="16969" y="17668"/>
                    <a:pt x="16967" y="17671"/>
                    <a:pt x="16965" y="17673"/>
                  </a:cubicBezTo>
                  <a:lnTo>
                    <a:pt x="16979" y="17673"/>
                  </a:lnTo>
                  <a:lnTo>
                    <a:pt x="20762" y="21457"/>
                  </a:lnTo>
                  <a:cubicBezTo>
                    <a:pt x="20851" y="21546"/>
                    <a:pt x="20974" y="21600"/>
                    <a:pt x="21109" y="21600"/>
                  </a:cubicBezTo>
                  <a:cubicBezTo>
                    <a:pt x="21380" y="21600"/>
                    <a:pt x="21600" y="21381"/>
                    <a:pt x="21600" y="21109"/>
                  </a:cubicBezTo>
                  <a:cubicBezTo>
                    <a:pt x="21600" y="20974"/>
                    <a:pt x="21545" y="20851"/>
                    <a:pt x="21456" y="20762"/>
                  </a:cubicBezTo>
                  <a:cubicBezTo>
                    <a:pt x="21456" y="20762"/>
                    <a:pt x="16972" y="16278"/>
                    <a:pt x="16972" y="162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algn="ctr"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20" name="文本框 41">
            <a:extLst>
              <a:ext uri="{FF2B5EF4-FFF2-40B4-BE49-F238E27FC236}">
                <a16:creationId xmlns:a16="http://schemas.microsoft.com/office/drawing/2014/main" id="{7D6A401E-C1AD-B4E3-34C5-83664CC8183B}"/>
              </a:ext>
            </a:extLst>
          </p:cNvPr>
          <p:cNvSpPr txBox="1"/>
          <p:nvPr/>
        </p:nvSpPr>
        <p:spPr>
          <a:xfrm>
            <a:off x="5241124" y="2286426"/>
            <a:ext cx="19776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Thêm</a:t>
            </a:r>
            <a:r>
              <a:rPr lang="en-US" altLang="zh-CN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giao</a:t>
            </a:r>
            <a:r>
              <a:rPr lang="en-US" altLang="zh-CN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dịch</a:t>
            </a:r>
            <a:r>
              <a:rPr lang="en-US" altLang="zh-CN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endParaRPr lang="zh-CN" altLang="en-US" sz="24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22" name="文本框 41">
            <a:extLst>
              <a:ext uri="{FF2B5EF4-FFF2-40B4-BE49-F238E27FC236}">
                <a16:creationId xmlns:a16="http://schemas.microsoft.com/office/drawing/2014/main" id="{1690C183-9E70-4DD2-81C9-996900F9435B}"/>
              </a:ext>
            </a:extLst>
          </p:cNvPr>
          <p:cNvSpPr txBox="1"/>
          <p:nvPr/>
        </p:nvSpPr>
        <p:spPr>
          <a:xfrm>
            <a:off x="6552861" y="4597199"/>
            <a:ext cx="1977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Xem </a:t>
            </a:r>
            <a:r>
              <a:rPr lang="en-US" altLang="zh-CN" sz="24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lịch</a:t>
            </a:r>
            <a:r>
              <a:rPr lang="en-US" altLang="zh-CN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sử</a:t>
            </a:r>
            <a:r>
              <a:rPr lang="en-US" altLang="zh-CN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endParaRPr lang="zh-CN" altLang="en-US" sz="24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24" name="文本框 41">
            <a:extLst>
              <a:ext uri="{FF2B5EF4-FFF2-40B4-BE49-F238E27FC236}">
                <a16:creationId xmlns:a16="http://schemas.microsoft.com/office/drawing/2014/main" id="{7CB9BA52-A2B9-D1DB-E309-37AC6EDC0C85}"/>
              </a:ext>
            </a:extLst>
          </p:cNvPr>
          <p:cNvSpPr txBox="1"/>
          <p:nvPr/>
        </p:nvSpPr>
        <p:spPr>
          <a:xfrm>
            <a:off x="7448284" y="2413169"/>
            <a:ext cx="1977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Đặt</a:t>
            </a:r>
            <a:r>
              <a:rPr lang="en-US" altLang="zh-CN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ngân</a:t>
            </a:r>
            <a:r>
              <a:rPr lang="en-US" altLang="zh-CN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sách</a:t>
            </a:r>
            <a:endParaRPr lang="zh-CN" altLang="en-US" sz="24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B075BA-446F-6114-C28E-094DDEA0A4F7}"/>
              </a:ext>
            </a:extLst>
          </p:cNvPr>
          <p:cNvSpPr txBox="1"/>
          <p:nvPr/>
        </p:nvSpPr>
        <p:spPr>
          <a:xfrm>
            <a:off x="3689094" y="5257161"/>
            <a:ext cx="22210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PA_任意多边形 34">
            <a:extLst>
              <a:ext uri="{FF2B5EF4-FFF2-40B4-BE49-F238E27FC236}">
                <a16:creationId xmlns:a16="http://schemas.microsoft.com/office/drawing/2014/main" id="{AAEA03C2-BDA1-1869-BD01-81B8DC712DD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 flipV="1">
            <a:off x="8678884" y="3338921"/>
            <a:ext cx="885797" cy="791613"/>
          </a:xfrm>
          <a:custGeom>
            <a:avLst/>
            <a:gdLst/>
            <a:ahLst/>
            <a:cxnLst/>
            <a:rect l="0" t="0" r="0" b="0"/>
            <a:pathLst>
              <a:path w="2251882" h="638033">
                <a:moveTo>
                  <a:pt x="0" y="638032"/>
                </a:moveTo>
                <a:lnTo>
                  <a:pt x="2251881" y="0"/>
                </a:lnTo>
              </a:path>
            </a:pathLst>
          </a:custGeom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14" name="PA_椭圆 29">
            <a:extLst>
              <a:ext uri="{FF2B5EF4-FFF2-40B4-BE49-F238E27FC236}">
                <a16:creationId xmlns:a16="http://schemas.microsoft.com/office/drawing/2014/main" id="{6284BDE5-0BED-7F5B-0234-EC21973FD70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357826" y="3064873"/>
            <a:ext cx="535273" cy="51985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66" name="PA_任意多边形 34">
            <a:extLst>
              <a:ext uri="{FF2B5EF4-FFF2-40B4-BE49-F238E27FC236}">
                <a16:creationId xmlns:a16="http://schemas.microsoft.com/office/drawing/2014/main" id="{ABDCB177-C616-63CF-0B29-58B9E5DB484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 flipH="1" flipV="1">
            <a:off x="9717080" y="3338920"/>
            <a:ext cx="969183" cy="944012"/>
          </a:xfrm>
          <a:custGeom>
            <a:avLst/>
            <a:gdLst/>
            <a:ahLst/>
            <a:cxnLst/>
            <a:rect l="0" t="0" r="0" b="0"/>
            <a:pathLst>
              <a:path w="2251882" h="638033">
                <a:moveTo>
                  <a:pt x="0" y="638032"/>
                </a:moveTo>
                <a:lnTo>
                  <a:pt x="2251881" y="0"/>
                </a:lnTo>
              </a:path>
            </a:pathLst>
          </a:custGeom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59" name="PA_椭圆 29">
            <a:extLst>
              <a:ext uri="{FF2B5EF4-FFF2-40B4-BE49-F238E27FC236}">
                <a16:creationId xmlns:a16="http://schemas.microsoft.com/office/drawing/2014/main" id="{C18B1A3B-A469-4A7D-EB21-69CB943D5B34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473966" y="3970085"/>
            <a:ext cx="535273" cy="51985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63" name="PA_椭圆 29">
            <a:extLst>
              <a:ext uri="{FF2B5EF4-FFF2-40B4-BE49-F238E27FC236}">
                <a16:creationId xmlns:a16="http://schemas.microsoft.com/office/drawing/2014/main" id="{CCDE2F5D-EB48-DB9A-01DB-252ECD1332D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487905" y="2909302"/>
            <a:ext cx="642682" cy="51985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68" name="文本框 41">
            <a:extLst>
              <a:ext uri="{FF2B5EF4-FFF2-40B4-BE49-F238E27FC236}">
                <a16:creationId xmlns:a16="http://schemas.microsoft.com/office/drawing/2014/main" id="{39201B08-FCC4-E41B-64E2-DF491D6EBDDD}"/>
              </a:ext>
            </a:extLst>
          </p:cNvPr>
          <p:cNvSpPr txBox="1"/>
          <p:nvPr/>
        </p:nvSpPr>
        <p:spPr>
          <a:xfrm>
            <a:off x="9049589" y="4622017"/>
            <a:ext cx="19776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Phân</a:t>
            </a:r>
            <a:r>
              <a:rPr lang="en-US" altLang="zh-CN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tích</a:t>
            </a:r>
            <a:r>
              <a:rPr lang="en-US" altLang="zh-CN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chi </a:t>
            </a:r>
            <a:r>
              <a:rPr lang="en-US" altLang="zh-CN" sz="24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tiêu</a:t>
            </a:r>
            <a:endParaRPr lang="zh-CN" altLang="en-US" sz="24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70" name="文本框 41">
            <a:extLst>
              <a:ext uri="{FF2B5EF4-FFF2-40B4-BE49-F238E27FC236}">
                <a16:creationId xmlns:a16="http://schemas.microsoft.com/office/drawing/2014/main" id="{ABD62298-C3FC-3537-BA75-1BAB4D806532}"/>
              </a:ext>
            </a:extLst>
          </p:cNvPr>
          <p:cNvSpPr txBox="1"/>
          <p:nvPr/>
        </p:nvSpPr>
        <p:spPr>
          <a:xfrm>
            <a:off x="9681943" y="2055212"/>
            <a:ext cx="22712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Nhận</a:t>
            </a:r>
            <a:r>
              <a:rPr lang="en-US" altLang="zh-CN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thông</a:t>
            </a:r>
            <a:r>
              <a:rPr lang="en-US" altLang="zh-CN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báo</a:t>
            </a:r>
            <a:r>
              <a:rPr lang="en-US" altLang="zh-CN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nhắc</a:t>
            </a:r>
            <a:r>
              <a:rPr lang="en-US" altLang="zh-CN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nhở</a:t>
            </a:r>
            <a:endParaRPr lang="zh-CN" altLang="en-US" sz="24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BBABCB5-D91D-8D99-C722-A02098A15DCD}"/>
              </a:ext>
            </a:extLst>
          </p:cNvPr>
          <p:cNvGrpSpPr/>
          <p:nvPr/>
        </p:nvGrpSpPr>
        <p:grpSpPr>
          <a:xfrm>
            <a:off x="10615724" y="5878555"/>
            <a:ext cx="1959215" cy="1534638"/>
            <a:chOff x="5300281" y="5407493"/>
            <a:chExt cx="1879700" cy="1701800"/>
          </a:xfrm>
          <a:effectLst>
            <a:outerShdw blurRad="1270000" dist="266700" dir="5400000" sx="90000" sy="90000" algn="t" rotWithShape="0">
              <a:prstClr val="black">
                <a:alpha val="40000"/>
              </a:prstClr>
            </a:outerShdw>
          </a:effectLst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1AA813A7-DD5C-8D63-DFB1-E1BF1FC1D3A9}"/>
                </a:ext>
              </a:extLst>
            </p:cNvPr>
            <p:cNvSpPr/>
            <p:nvPr/>
          </p:nvSpPr>
          <p:spPr>
            <a:xfrm rot="2100000">
              <a:off x="5300281" y="5725344"/>
              <a:ext cx="1879700" cy="106609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751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98FBA0C-212D-F44C-CCC2-32BA61C014B8}"/>
                </a:ext>
              </a:extLst>
            </p:cNvPr>
            <p:cNvSpPr/>
            <p:nvPr/>
          </p:nvSpPr>
          <p:spPr>
            <a:xfrm rot="5400000" flipH="1">
              <a:off x="5389231" y="5775793"/>
              <a:ext cx="1701800" cy="9652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751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9B9C28FD-E5BA-31FF-1F42-A6668852289F}"/>
                </a:ext>
              </a:extLst>
            </p:cNvPr>
            <p:cNvSpPr/>
            <p:nvPr/>
          </p:nvSpPr>
          <p:spPr>
            <a:xfrm rot="19500000" flipH="1">
              <a:off x="5300281" y="5725344"/>
              <a:ext cx="1879700" cy="106609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751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76" name="KSO_Shape">
            <a:extLst>
              <a:ext uri="{FF2B5EF4-FFF2-40B4-BE49-F238E27FC236}">
                <a16:creationId xmlns:a16="http://schemas.microsoft.com/office/drawing/2014/main" id="{18247960-91D6-40F9-DCAA-096F8FBB7D7D}"/>
              </a:ext>
            </a:extLst>
          </p:cNvPr>
          <p:cNvSpPr>
            <a:spLocks noChangeAspect="1"/>
          </p:cNvSpPr>
          <p:nvPr/>
        </p:nvSpPr>
        <p:spPr bwMode="auto">
          <a:xfrm>
            <a:off x="8480527" y="3120625"/>
            <a:ext cx="262550" cy="358023"/>
          </a:xfrm>
          <a:custGeom>
            <a:avLst/>
            <a:gdLst>
              <a:gd name="T0" fmla="*/ 821150 w 1122363"/>
              <a:gd name="T1" fmla="*/ 1319439 h 1531938"/>
              <a:gd name="T2" fmla="*/ 818610 w 1122363"/>
              <a:gd name="T3" fmla="*/ 1374324 h 1531938"/>
              <a:gd name="T4" fmla="*/ 763001 w 1122363"/>
              <a:gd name="T5" fmla="*/ 1407818 h 1531938"/>
              <a:gd name="T6" fmla="*/ 617712 w 1122363"/>
              <a:gd name="T7" fmla="*/ 1069756 h 1531938"/>
              <a:gd name="T8" fmla="*/ 595045 w 1122363"/>
              <a:gd name="T9" fmla="*/ 1020228 h 1531938"/>
              <a:gd name="T10" fmla="*/ 616862 w 1122363"/>
              <a:gd name="T11" fmla="*/ 985788 h 1531938"/>
              <a:gd name="T12" fmla="*/ 638822 w 1122363"/>
              <a:gd name="T13" fmla="*/ 861065 h 1531938"/>
              <a:gd name="T14" fmla="*/ 533011 w 1122363"/>
              <a:gd name="T15" fmla="*/ 900272 h 1531938"/>
              <a:gd name="T16" fmla="*/ 472344 w 1122363"/>
              <a:gd name="T17" fmla="*/ 959225 h 1531938"/>
              <a:gd name="T18" fmla="*/ 447514 w 1122363"/>
              <a:gd name="T19" fmla="*/ 1068950 h 1531938"/>
              <a:gd name="T20" fmla="*/ 483631 w 1122363"/>
              <a:gd name="T21" fmla="*/ 1155544 h 1531938"/>
              <a:gd name="T22" fmla="*/ 563202 w 1122363"/>
              <a:gd name="T23" fmla="*/ 1213369 h 1531938"/>
              <a:gd name="T24" fmla="*/ 641644 w 1122363"/>
              <a:gd name="T25" fmla="*/ 1407149 h 1531938"/>
              <a:gd name="T26" fmla="*/ 522288 w 1122363"/>
              <a:gd name="T27" fmla="*/ 1360326 h 1531938"/>
              <a:gd name="T28" fmla="*/ 562920 w 1122363"/>
              <a:gd name="T29" fmla="*/ 1503052 h 1531938"/>
              <a:gd name="T30" fmla="*/ 767489 w 1122363"/>
              <a:gd name="T31" fmla="*/ 1526182 h 1531938"/>
              <a:gd name="T32" fmla="*/ 873019 w 1122363"/>
              <a:gd name="T33" fmla="*/ 1493462 h 1531938"/>
              <a:gd name="T34" fmla="*/ 940739 w 1122363"/>
              <a:gd name="T35" fmla="*/ 1437049 h 1531938"/>
              <a:gd name="T36" fmla="*/ 975445 w 1122363"/>
              <a:gd name="T37" fmla="*/ 1352710 h 1531938"/>
              <a:gd name="T38" fmla="*/ 957387 w 1122363"/>
              <a:gd name="T39" fmla="*/ 1244960 h 1531938"/>
              <a:gd name="T40" fmla="*/ 862579 w 1122363"/>
              <a:gd name="T41" fmla="*/ 1159211 h 1531938"/>
              <a:gd name="T42" fmla="*/ 777366 w 1122363"/>
              <a:gd name="T43" fmla="*/ 984893 h 1531938"/>
              <a:gd name="T44" fmla="*/ 941021 w 1122363"/>
              <a:gd name="T45" fmla="*/ 1068103 h 1531938"/>
              <a:gd name="T46" fmla="*/ 812918 w 1122363"/>
              <a:gd name="T47" fmla="*/ 868963 h 1531938"/>
              <a:gd name="T48" fmla="*/ 768618 w 1122363"/>
              <a:gd name="T49" fmla="*/ 464758 h 1531938"/>
              <a:gd name="T50" fmla="*/ 956258 w 1122363"/>
              <a:gd name="T51" fmla="*/ 515531 h 1531938"/>
              <a:gd name="T52" fmla="*/ 1106652 w 1122363"/>
              <a:gd name="T53" fmla="*/ 632589 h 1531938"/>
              <a:gd name="T54" fmla="*/ 1227702 w 1122363"/>
              <a:gd name="T55" fmla="*/ 820164 h 1531938"/>
              <a:gd name="T56" fmla="*/ 1327023 w 1122363"/>
              <a:gd name="T57" fmla="*/ 1081925 h 1531938"/>
              <a:gd name="T58" fmla="*/ 1396717 w 1122363"/>
              <a:gd name="T59" fmla="*/ 1393892 h 1531938"/>
              <a:gd name="T60" fmla="*/ 1355239 w 1122363"/>
              <a:gd name="T61" fmla="*/ 1597827 h 1531938"/>
              <a:gd name="T62" fmla="*/ 1228829 w 1122363"/>
              <a:gd name="T63" fmla="*/ 1750144 h 1531938"/>
              <a:gd name="T64" fmla="*/ 1040908 w 1122363"/>
              <a:gd name="T65" fmla="*/ 1850561 h 1531938"/>
              <a:gd name="T66" fmla="*/ 813764 w 1122363"/>
              <a:gd name="T67" fmla="*/ 1899358 h 1531938"/>
              <a:gd name="T68" fmla="*/ 571385 w 1122363"/>
              <a:gd name="T69" fmla="*/ 1896538 h 1531938"/>
              <a:gd name="T70" fmla="*/ 341985 w 1122363"/>
              <a:gd name="T71" fmla="*/ 1837867 h 1531938"/>
              <a:gd name="T72" fmla="*/ 152933 w 1122363"/>
              <a:gd name="T73" fmla="*/ 1725604 h 1531938"/>
              <a:gd name="T74" fmla="*/ 31320 w 1122363"/>
              <a:gd name="T75" fmla="*/ 1563133 h 1531938"/>
              <a:gd name="T76" fmla="*/ 3668 w 1122363"/>
              <a:gd name="T77" fmla="*/ 1352710 h 1531938"/>
              <a:gd name="T78" fmla="*/ 126691 w 1122363"/>
              <a:gd name="T79" fmla="*/ 958096 h 1531938"/>
              <a:gd name="T80" fmla="*/ 230811 w 1122363"/>
              <a:gd name="T81" fmla="*/ 743160 h 1531938"/>
              <a:gd name="T82" fmla="*/ 362301 w 1122363"/>
              <a:gd name="T83" fmla="*/ 582099 h 1531938"/>
              <a:gd name="T84" fmla="*/ 534421 w 1122363"/>
              <a:gd name="T85" fmla="*/ 485632 h 1531938"/>
              <a:gd name="T86" fmla="*/ 596426 w 1122363"/>
              <a:gd name="T87" fmla="*/ 1978 h 1531938"/>
              <a:gd name="T88" fmla="*/ 686940 w 1122363"/>
              <a:gd name="T89" fmla="*/ 37299 h 1531938"/>
              <a:gd name="T90" fmla="*/ 778299 w 1122363"/>
              <a:gd name="T91" fmla="*/ 32213 h 1531938"/>
              <a:gd name="T92" fmla="*/ 882912 w 1122363"/>
              <a:gd name="T93" fmla="*/ 282 h 1531938"/>
              <a:gd name="T94" fmla="*/ 944383 w 1122363"/>
              <a:gd name="T95" fmla="*/ 34192 h 1531938"/>
              <a:gd name="T96" fmla="*/ 991755 w 1122363"/>
              <a:gd name="T97" fmla="*/ 157394 h 1531938"/>
              <a:gd name="T98" fmla="*/ 1048714 w 1122363"/>
              <a:gd name="T99" fmla="*/ 165023 h 1531938"/>
              <a:gd name="T100" fmla="*/ 1092702 w 1122363"/>
              <a:gd name="T101" fmla="*/ 159655 h 1531938"/>
              <a:gd name="T102" fmla="*/ 1063377 w 1122363"/>
              <a:gd name="T103" fmla="*/ 261663 h 1531938"/>
              <a:gd name="T104" fmla="*/ 978784 w 1122363"/>
              <a:gd name="T105" fmla="*/ 348130 h 1531938"/>
              <a:gd name="T106" fmla="*/ 836387 w 1122363"/>
              <a:gd name="T107" fmla="*/ 422166 h 1531938"/>
              <a:gd name="T108" fmla="*/ 657614 w 1122363"/>
              <a:gd name="T109" fmla="*/ 404646 h 1531938"/>
              <a:gd name="T110" fmla="*/ 554694 w 1122363"/>
              <a:gd name="T111" fmla="*/ 419340 h 1531938"/>
              <a:gd name="T112" fmla="*/ 313322 w 1122363"/>
              <a:gd name="T113" fmla="*/ 219560 h 1531938"/>
              <a:gd name="T114" fmla="*/ 410321 w 1122363"/>
              <a:gd name="T115" fmla="*/ 170392 h 1531938"/>
              <a:gd name="T116" fmla="*/ 485327 w 1122363"/>
              <a:gd name="T117" fmla="*/ 159089 h 1531938"/>
              <a:gd name="T118" fmla="*/ 519164 w 1122363"/>
              <a:gd name="T119" fmla="*/ 54537 h 1531938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122363" h="1531938">
                <a:moveTo>
                  <a:pt x="600075" y="1019175"/>
                </a:moveTo>
                <a:lnTo>
                  <a:pt x="608240" y="1022344"/>
                </a:lnTo>
                <a:lnTo>
                  <a:pt x="615950" y="1025965"/>
                </a:lnTo>
                <a:lnTo>
                  <a:pt x="622981" y="1029134"/>
                </a:lnTo>
                <a:lnTo>
                  <a:pt x="629331" y="1032303"/>
                </a:lnTo>
                <a:lnTo>
                  <a:pt x="635227" y="1035925"/>
                </a:lnTo>
                <a:lnTo>
                  <a:pt x="640443" y="1039093"/>
                </a:lnTo>
                <a:lnTo>
                  <a:pt x="644979" y="1042488"/>
                </a:lnTo>
                <a:lnTo>
                  <a:pt x="649061" y="1045884"/>
                </a:lnTo>
                <a:lnTo>
                  <a:pt x="652236" y="1049505"/>
                </a:lnTo>
                <a:lnTo>
                  <a:pt x="655411" y="1053127"/>
                </a:lnTo>
                <a:lnTo>
                  <a:pt x="657906" y="1056974"/>
                </a:lnTo>
                <a:lnTo>
                  <a:pt x="659720" y="1061049"/>
                </a:lnTo>
                <a:lnTo>
                  <a:pt x="661534" y="1065576"/>
                </a:lnTo>
                <a:lnTo>
                  <a:pt x="662668" y="1070329"/>
                </a:lnTo>
                <a:lnTo>
                  <a:pt x="663348" y="1074856"/>
                </a:lnTo>
                <a:lnTo>
                  <a:pt x="663575" y="1080062"/>
                </a:lnTo>
                <a:lnTo>
                  <a:pt x="663575" y="1083230"/>
                </a:lnTo>
                <a:lnTo>
                  <a:pt x="663348" y="1086626"/>
                </a:lnTo>
                <a:lnTo>
                  <a:pt x="662895" y="1089568"/>
                </a:lnTo>
                <a:lnTo>
                  <a:pt x="662441" y="1092510"/>
                </a:lnTo>
                <a:lnTo>
                  <a:pt x="661761" y="1095227"/>
                </a:lnTo>
                <a:lnTo>
                  <a:pt x="660854" y="1097716"/>
                </a:lnTo>
                <a:lnTo>
                  <a:pt x="659947" y="1100432"/>
                </a:lnTo>
                <a:lnTo>
                  <a:pt x="659040" y="1102922"/>
                </a:lnTo>
                <a:lnTo>
                  <a:pt x="657679" y="1105186"/>
                </a:lnTo>
                <a:lnTo>
                  <a:pt x="656545" y="1107449"/>
                </a:lnTo>
                <a:lnTo>
                  <a:pt x="654957" y="1109486"/>
                </a:lnTo>
                <a:lnTo>
                  <a:pt x="653143" y="1111523"/>
                </a:lnTo>
                <a:lnTo>
                  <a:pt x="651556" y="1113334"/>
                </a:lnTo>
                <a:lnTo>
                  <a:pt x="649515" y="1115145"/>
                </a:lnTo>
                <a:lnTo>
                  <a:pt x="647473" y="1116729"/>
                </a:lnTo>
                <a:lnTo>
                  <a:pt x="645206" y="1118087"/>
                </a:lnTo>
                <a:lnTo>
                  <a:pt x="640670" y="1120803"/>
                </a:lnTo>
                <a:lnTo>
                  <a:pt x="635681" y="1123520"/>
                </a:lnTo>
                <a:lnTo>
                  <a:pt x="630238" y="1126009"/>
                </a:lnTo>
                <a:lnTo>
                  <a:pt x="625022" y="1128046"/>
                </a:lnTo>
                <a:lnTo>
                  <a:pt x="619125" y="1130310"/>
                </a:lnTo>
                <a:lnTo>
                  <a:pt x="613002" y="1132121"/>
                </a:lnTo>
                <a:lnTo>
                  <a:pt x="606652" y="1133705"/>
                </a:lnTo>
                <a:lnTo>
                  <a:pt x="600075" y="1135063"/>
                </a:lnTo>
                <a:lnTo>
                  <a:pt x="600075" y="1019175"/>
                </a:lnTo>
                <a:close/>
                <a:moveTo>
                  <a:pt x="538162" y="779462"/>
                </a:moveTo>
                <a:lnTo>
                  <a:pt x="538162" y="877887"/>
                </a:lnTo>
                <a:lnTo>
                  <a:pt x="529967" y="875827"/>
                </a:lnTo>
                <a:lnTo>
                  <a:pt x="522227" y="873538"/>
                </a:lnTo>
                <a:lnTo>
                  <a:pt x="515398" y="870791"/>
                </a:lnTo>
                <a:lnTo>
                  <a:pt x="509024" y="868273"/>
                </a:lnTo>
                <a:lnTo>
                  <a:pt x="503333" y="865298"/>
                </a:lnTo>
                <a:lnTo>
                  <a:pt x="500829" y="863467"/>
                </a:lnTo>
                <a:lnTo>
                  <a:pt x="498553" y="861864"/>
                </a:lnTo>
                <a:lnTo>
                  <a:pt x="496276" y="860262"/>
                </a:lnTo>
                <a:lnTo>
                  <a:pt x="494227" y="858431"/>
                </a:lnTo>
                <a:lnTo>
                  <a:pt x="492406" y="856600"/>
                </a:lnTo>
                <a:lnTo>
                  <a:pt x="490813" y="854540"/>
                </a:lnTo>
                <a:lnTo>
                  <a:pt x="487626" y="850877"/>
                </a:lnTo>
                <a:lnTo>
                  <a:pt x="485122" y="846986"/>
                </a:lnTo>
                <a:lnTo>
                  <a:pt x="482618" y="843324"/>
                </a:lnTo>
                <a:lnTo>
                  <a:pt x="481024" y="839662"/>
                </a:lnTo>
                <a:lnTo>
                  <a:pt x="479658" y="835999"/>
                </a:lnTo>
                <a:lnTo>
                  <a:pt x="478520" y="832337"/>
                </a:lnTo>
                <a:lnTo>
                  <a:pt x="478065" y="828903"/>
                </a:lnTo>
                <a:lnTo>
                  <a:pt x="477837" y="825241"/>
                </a:lnTo>
                <a:lnTo>
                  <a:pt x="477837" y="822952"/>
                </a:lnTo>
                <a:lnTo>
                  <a:pt x="478065" y="820434"/>
                </a:lnTo>
                <a:lnTo>
                  <a:pt x="478520" y="817916"/>
                </a:lnTo>
                <a:lnTo>
                  <a:pt x="478975" y="815627"/>
                </a:lnTo>
                <a:lnTo>
                  <a:pt x="479431" y="813339"/>
                </a:lnTo>
                <a:lnTo>
                  <a:pt x="480341" y="810821"/>
                </a:lnTo>
                <a:lnTo>
                  <a:pt x="481252" y="808761"/>
                </a:lnTo>
                <a:lnTo>
                  <a:pt x="482162" y="806701"/>
                </a:lnTo>
                <a:lnTo>
                  <a:pt x="483528" y="804869"/>
                </a:lnTo>
                <a:lnTo>
                  <a:pt x="484894" y="802809"/>
                </a:lnTo>
                <a:lnTo>
                  <a:pt x="486260" y="800978"/>
                </a:lnTo>
                <a:lnTo>
                  <a:pt x="487853" y="799147"/>
                </a:lnTo>
                <a:lnTo>
                  <a:pt x="489447" y="797545"/>
                </a:lnTo>
                <a:lnTo>
                  <a:pt x="491496" y="795714"/>
                </a:lnTo>
                <a:lnTo>
                  <a:pt x="495593" y="792738"/>
                </a:lnTo>
                <a:lnTo>
                  <a:pt x="500146" y="789991"/>
                </a:lnTo>
                <a:lnTo>
                  <a:pt x="504699" y="787244"/>
                </a:lnTo>
                <a:lnTo>
                  <a:pt x="509935" y="785184"/>
                </a:lnTo>
                <a:lnTo>
                  <a:pt x="515170" y="783582"/>
                </a:lnTo>
                <a:lnTo>
                  <a:pt x="520634" y="781980"/>
                </a:lnTo>
                <a:lnTo>
                  <a:pt x="526097" y="780835"/>
                </a:lnTo>
                <a:lnTo>
                  <a:pt x="532016" y="779920"/>
                </a:lnTo>
                <a:lnTo>
                  <a:pt x="538162" y="779462"/>
                </a:lnTo>
                <a:close/>
                <a:moveTo>
                  <a:pt x="538626" y="654332"/>
                </a:moveTo>
                <a:lnTo>
                  <a:pt x="538626" y="688810"/>
                </a:lnTo>
                <a:lnTo>
                  <a:pt x="530011" y="689945"/>
                </a:lnTo>
                <a:lnTo>
                  <a:pt x="521624" y="691079"/>
                </a:lnTo>
                <a:lnTo>
                  <a:pt x="513236" y="692440"/>
                </a:lnTo>
                <a:lnTo>
                  <a:pt x="505302" y="694028"/>
                </a:lnTo>
                <a:lnTo>
                  <a:pt x="497594" y="695842"/>
                </a:lnTo>
                <a:lnTo>
                  <a:pt x="490113" y="697657"/>
                </a:lnTo>
                <a:lnTo>
                  <a:pt x="482859" y="699471"/>
                </a:lnTo>
                <a:lnTo>
                  <a:pt x="475831" y="701740"/>
                </a:lnTo>
                <a:lnTo>
                  <a:pt x="469257" y="704008"/>
                </a:lnTo>
                <a:lnTo>
                  <a:pt x="462683" y="706276"/>
                </a:lnTo>
                <a:lnTo>
                  <a:pt x="456336" y="708998"/>
                </a:lnTo>
                <a:lnTo>
                  <a:pt x="450215" y="711720"/>
                </a:lnTo>
                <a:lnTo>
                  <a:pt x="444321" y="714442"/>
                </a:lnTo>
                <a:lnTo>
                  <a:pt x="438654" y="717618"/>
                </a:lnTo>
                <a:lnTo>
                  <a:pt x="433440" y="720567"/>
                </a:lnTo>
                <a:lnTo>
                  <a:pt x="428226" y="723969"/>
                </a:lnTo>
                <a:lnTo>
                  <a:pt x="423238" y="727372"/>
                </a:lnTo>
                <a:lnTo>
                  <a:pt x="418478" y="731001"/>
                </a:lnTo>
                <a:lnTo>
                  <a:pt x="413944" y="734403"/>
                </a:lnTo>
                <a:lnTo>
                  <a:pt x="409410" y="738033"/>
                </a:lnTo>
                <a:lnTo>
                  <a:pt x="405556" y="741435"/>
                </a:lnTo>
                <a:lnTo>
                  <a:pt x="401476" y="744837"/>
                </a:lnTo>
                <a:lnTo>
                  <a:pt x="397849" y="748694"/>
                </a:lnTo>
                <a:lnTo>
                  <a:pt x="394221" y="752323"/>
                </a:lnTo>
                <a:lnTo>
                  <a:pt x="391048" y="755952"/>
                </a:lnTo>
                <a:lnTo>
                  <a:pt x="387874" y="760035"/>
                </a:lnTo>
                <a:lnTo>
                  <a:pt x="384927" y="763664"/>
                </a:lnTo>
                <a:lnTo>
                  <a:pt x="382207" y="767520"/>
                </a:lnTo>
                <a:lnTo>
                  <a:pt x="379486" y="771377"/>
                </a:lnTo>
                <a:lnTo>
                  <a:pt x="377219" y="775460"/>
                </a:lnTo>
                <a:lnTo>
                  <a:pt x="375179" y="779316"/>
                </a:lnTo>
                <a:lnTo>
                  <a:pt x="373366" y="783399"/>
                </a:lnTo>
                <a:lnTo>
                  <a:pt x="369738" y="791338"/>
                </a:lnTo>
                <a:lnTo>
                  <a:pt x="367018" y="799277"/>
                </a:lnTo>
                <a:lnTo>
                  <a:pt x="364298" y="806989"/>
                </a:lnTo>
                <a:lnTo>
                  <a:pt x="362258" y="814701"/>
                </a:lnTo>
                <a:lnTo>
                  <a:pt x="360671" y="822187"/>
                </a:lnTo>
                <a:lnTo>
                  <a:pt x="359537" y="829672"/>
                </a:lnTo>
                <a:lnTo>
                  <a:pt x="358857" y="836931"/>
                </a:lnTo>
                <a:lnTo>
                  <a:pt x="358630" y="844189"/>
                </a:lnTo>
                <a:lnTo>
                  <a:pt x="358857" y="851901"/>
                </a:lnTo>
                <a:lnTo>
                  <a:pt x="359537" y="859614"/>
                </a:lnTo>
                <a:lnTo>
                  <a:pt x="360444" y="867326"/>
                </a:lnTo>
                <a:lnTo>
                  <a:pt x="362031" y="874811"/>
                </a:lnTo>
                <a:lnTo>
                  <a:pt x="363844" y="882297"/>
                </a:lnTo>
                <a:lnTo>
                  <a:pt x="366111" y="889782"/>
                </a:lnTo>
                <a:lnTo>
                  <a:pt x="368832" y="897267"/>
                </a:lnTo>
                <a:lnTo>
                  <a:pt x="371779" y="904526"/>
                </a:lnTo>
                <a:lnTo>
                  <a:pt x="373592" y="907928"/>
                </a:lnTo>
                <a:lnTo>
                  <a:pt x="375633" y="911558"/>
                </a:lnTo>
                <a:lnTo>
                  <a:pt x="377673" y="915187"/>
                </a:lnTo>
                <a:lnTo>
                  <a:pt x="379940" y="918816"/>
                </a:lnTo>
                <a:lnTo>
                  <a:pt x="382660" y="922219"/>
                </a:lnTo>
                <a:lnTo>
                  <a:pt x="385380" y="925848"/>
                </a:lnTo>
                <a:lnTo>
                  <a:pt x="388554" y="929250"/>
                </a:lnTo>
                <a:lnTo>
                  <a:pt x="391501" y="932880"/>
                </a:lnTo>
                <a:lnTo>
                  <a:pt x="395128" y="936282"/>
                </a:lnTo>
                <a:lnTo>
                  <a:pt x="398529" y="939685"/>
                </a:lnTo>
                <a:lnTo>
                  <a:pt x="402609" y="943087"/>
                </a:lnTo>
                <a:lnTo>
                  <a:pt x="406463" y="946489"/>
                </a:lnTo>
                <a:lnTo>
                  <a:pt x="410770" y="949892"/>
                </a:lnTo>
                <a:lnTo>
                  <a:pt x="415077" y="953294"/>
                </a:lnTo>
                <a:lnTo>
                  <a:pt x="424372" y="959646"/>
                </a:lnTo>
                <a:lnTo>
                  <a:pt x="429586" y="963048"/>
                </a:lnTo>
                <a:lnTo>
                  <a:pt x="434800" y="966224"/>
                </a:lnTo>
                <a:lnTo>
                  <a:pt x="440467" y="969626"/>
                </a:lnTo>
                <a:lnTo>
                  <a:pt x="446361" y="972575"/>
                </a:lnTo>
                <a:lnTo>
                  <a:pt x="452482" y="975751"/>
                </a:lnTo>
                <a:lnTo>
                  <a:pt x="459056" y="978473"/>
                </a:lnTo>
                <a:lnTo>
                  <a:pt x="465630" y="981421"/>
                </a:lnTo>
                <a:lnTo>
                  <a:pt x="472658" y="984370"/>
                </a:lnTo>
                <a:lnTo>
                  <a:pt x="479912" y="987092"/>
                </a:lnTo>
                <a:lnTo>
                  <a:pt x="487619" y="989814"/>
                </a:lnTo>
                <a:lnTo>
                  <a:pt x="495327" y="992309"/>
                </a:lnTo>
                <a:lnTo>
                  <a:pt x="503488" y="994804"/>
                </a:lnTo>
                <a:lnTo>
                  <a:pt x="520490" y="1000021"/>
                </a:lnTo>
                <a:lnTo>
                  <a:pt x="538626" y="1004785"/>
                </a:lnTo>
                <a:lnTo>
                  <a:pt x="538626" y="1135439"/>
                </a:lnTo>
                <a:lnTo>
                  <a:pt x="530918" y="1134305"/>
                </a:lnTo>
                <a:lnTo>
                  <a:pt x="523210" y="1133171"/>
                </a:lnTo>
                <a:lnTo>
                  <a:pt x="515503" y="1131583"/>
                </a:lnTo>
                <a:lnTo>
                  <a:pt x="507795" y="1129768"/>
                </a:lnTo>
                <a:lnTo>
                  <a:pt x="500088" y="1127727"/>
                </a:lnTo>
                <a:lnTo>
                  <a:pt x="492607" y="1125685"/>
                </a:lnTo>
                <a:lnTo>
                  <a:pt x="485126" y="1123417"/>
                </a:lnTo>
                <a:lnTo>
                  <a:pt x="477645" y="1120695"/>
                </a:lnTo>
                <a:lnTo>
                  <a:pt x="470164" y="1117973"/>
                </a:lnTo>
                <a:lnTo>
                  <a:pt x="462683" y="1115024"/>
                </a:lnTo>
                <a:lnTo>
                  <a:pt x="455429" y="1111849"/>
                </a:lnTo>
                <a:lnTo>
                  <a:pt x="448175" y="1108673"/>
                </a:lnTo>
                <a:lnTo>
                  <a:pt x="440920" y="1105044"/>
                </a:lnTo>
                <a:lnTo>
                  <a:pt x="433893" y="1101641"/>
                </a:lnTo>
                <a:lnTo>
                  <a:pt x="426639" y="1097785"/>
                </a:lnTo>
                <a:lnTo>
                  <a:pt x="419611" y="1093929"/>
                </a:lnTo>
                <a:lnTo>
                  <a:pt x="405783" y="1085310"/>
                </a:lnTo>
                <a:lnTo>
                  <a:pt x="392181" y="1076690"/>
                </a:lnTo>
                <a:lnTo>
                  <a:pt x="379033" y="1067617"/>
                </a:lnTo>
                <a:lnTo>
                  <a:pt x="366338" y="1058317"/>
                </a:lnTo>
                <a:lnTo>
                  <a:pt x="366338" y="1169917"/>
                </a:lnTo>
                <a:lnTo>
                  <a:pt x="376313" y="1175588"/>
                </a:lnTo>
                <a:lnTo>
                  <a:pt x="386287" y="1181032"/>
                </a:lnTo>
                <a:lnTo>
                  <a:pt x="396715" y="1186249"/>
                </a:lnTo>
                <a:lnTo>
                  <a:pt x="407370" y="1191466"/>
                </a:lnTo>
                <a:lnTo>
                  <a:pt x="418251" y="1196003"/>
                </a:lnTo>
                <a:lnTo>
                  <a:pt x="429359" y="1200539"/>
                </a:lnTo>
                <a:lnTo>
                  <a:pt x="440694" y="1204849"/>
                </a:lnTo>
                <a:lnTo>
                  <a:pt x="452255" y="1208705"/>
                </a:lnTo>
                <a:lnTo>
                  <a:pt x="464043" y="1212561"/>
                </a:lnTo>
                <a:lnTo>
                  <a:pt x="475151" y="1215964"/>
                </a:lnTo>
                <a:lnTo>
                  <a:pt x="486486" y="1218686"/>
                </a:lnTo>
                <a:lnTo>
                  <a:pt x="497367" y="1221634"/>
                </a:lnTo>
                <a:lnTo>
                  <a:pt x="508022" y="1223903"/>
                </a:lnTo>
                <a:lnTo>
                  <a:pt x="518450" y="1225944"/>
                </a:lnTo>
                <a:lnTo>
                  <a:pt x="528878" y="1227759"/>
                </a:lnTo>
                <a:lnTo>
                  <a:pt x="538626" y="1229120"/>
                </a:lnTo>
                <a:lnTo>
                  <a:pt x="538626" y="1297396"/>
                </a:lnTo>
                <a:lnTo>
                  <a:pt x="600740" y="1297396"/>
                </a:lnTo>
                <a:lnTo>
                  <a:pt x="600740" y="1229120"/>
                </a:lnTo>
                <a:lnTo>
                  <a:pt x="608674" y="1228213"/>
                </a:lnTo>
                <a:lnTo>
                  <a:pt x="616608" y="1227305"/>
                </a:lnTo>
                <a:lnTo>
                  <a:pt x="624089" y="1225944"/>
                </a:lnTo>
                <a:lnTo>
                  <a:pt x="631570" y="1224810"/>
                </a:lnTo>
                <a:lnTo>
                  <a:pt x="638824" y="1223449"/>
                </a:lnTo>
                <a:lnTo>
                  <a:pt x="645852" y="1221861"/>
                </a:lnTo>
                <a:lnTo>
                  <a:pt x="652880" y="1220273"/>
                </a:lnTo>
                <a:lnTo>
                  <a:pt x="659454" y="1218232"/>
                </a:lnTo>
                <a:lnTo>
                  <a:pt x="666028" y="1216191"/>
                </a:lnTo>
                <a:lnTo>
                  <a:pt x="672375" y="1214149"/>
                </a:lnTo>
                <a:lnTo>
                  <a:pt x="678723" y="1211881"/>
                </a:lnTo>
                <a:lnTo>
                  <a:pt x="684617" y="1209386"/>
                </a:lnTo>
                <a:lnTo>
                  <a:pt x="690284" y="1206890"/>
                </a:lnTo>
                <a:lnTo>
                  <a:pt x="695951" y="1203942"/>
                </a:lnTo>
                <a:lnTo>
                  <a:pt x="701392" y="1200993"/>
                </a:lnTo>
                <a:lnTo>
                  <a:pt x="706833" y="1198044"/>
                </a:lnTo>
                <a:lnTo>
                  <a:pt x="711593" y="1194868"/>
                </a:lnTo>
                <a:lnTo>
                  <a:pt x="716581" y="1191693"/>
                </a:lnTo>
                <a:lnTo>
                  <a:pt x="721341" y="1188290"/>
                </a:lnTo>
                <a:lnTo>
                  <a:pt x="725875" y="1184888"/>
                </a:lnTo>
                <a:lnTo>
                  <a:pt x="730182" y="1181486"/>
                </a:lnTo>
                <a:lnTo>
                  <a:pt x="734263" y="1178083"/>
                </a:lnTo>
                <a:lnTo>
                  <a:pt x="738343" y="1174227"/>
                </a:lnTo>
                <a:lnTo>
                  <a:pt x="742197" y="1170825"/>
                </a:lnTo>
                <a:lnTo>
                  <a:pt x="745824" y="1166968"/>
                </a:lnTo>
                <a:lnTo>
                  <a:pt x="749225" y="1163339"/>
                </a:lnTo>
                <a:lnTo>
                  <a:pt x="752625" y="1159256"/>
                </a:lnTo>
                <a:lnTo>
                  <a:pt x="755799" y="1155627"/>
                </a:lnTo>
                <a:lnTo>
                  <a:pt x="758746" y="1151544"/>
                </a:lnTo>
                <a:lnTo>
                  <a:pt x="761466" y="1147461"/>
                </a:lnTo>
                <a:lnTo>
                  <a:pt x="763960" y="1143378"/>
                </a:lnTo>
                <a:lnTo>
                  <a:pt x="766453" y="1139295"/>
                </a:lnTo>
                <a:lnTo>
                  <a:pt x="770760" y="1130676"/>
                </a:lnTo>
                <a:lnTo>
                  <a:pt x="774614" y="1122056"/>
                </a:lnTo>
                <a:lnTo>
                  <a:pt x="777561" y="1113436"/>
                </a:lnTo>
                <a:lnTo>
                  <a:pt x="778921" y="1109354"/>
                </a:lnTo>
                <a:lnTo>
                  <a:pt x="780055" y="1105044"/>
                </a:lnTo>
                <a:lnTo>
                  <a:pt x="781415" y="1100507"/>
                </a:lnTo>
                <a:lnTo>
                  <a:pt x="782322" y="1096424"/>
                </a:lnTo>
                <a:lnTo>
                  <a:pt x="783002" y="1092114"/>
                </a:lnTo>
                <a:lnTo>
                  <a:pt x="783682" y="1087805"/>
                </a:lnTo>
                <a:lnTo>
                  <a:pt x="784135" y="1083495"/>
                </a:lnTo>
                <a:lnTo>
                  <a:pt x="784589" y="1079185"/>
                </a:lnTo>
                <a:lnTo>
                  <a:pt x="784816" y="1074875"/>
                </a:lnTo>
                <a:lnTo>
                  <a:pt x="784816" y="1070339"/>
                </a:lnTo>
                <a:lnTo>
                  <a:pt x="784589" y="1061719"/>
                </a:lnTo>
                <a:lnTo>
                  <a:pt x="784135" y="1053326"/>
                </a:lnTo>
                <a:lnTo>
                  <a:pt x="783229" y="1045161"/>
                </a:lnTo>
                <a:lnTo>
                  <a:pt x="781869" y="1037222"/>
                </a:lnTo>
                <a:lnTo>
                  <a:pt x="779828" y="1029509"/>
                </a:lnTo>
                <a:lnTo>
                  <a:pt x="777788" y="1022251"/>
                </a:lnTo>
                <a:lnTo>
                  <a:pt x="775294" y="1014992"/>
                </a:lnTo>
                <a:lnTo>
                  <a:pt x="772347" y="1007960"/>
                </a:lnTo>
                <a:lnTo>
                  <a:pt x="769174" y="1001156"/>
                </a:lnTo>
                <a:lnTo>
                  <a:pt x="765320" y="994577"/>
                </a:lnTo>
                <a:lnTo>
                  <a:pt x="761466" y="988226"/>
                </a:lnTo>
                <a:lnTo>
                  <a:pt x="756705" y="982329"/>
                </a:lnTo>
                <a:lnTo>
                  <a:pt x="752172" y="976431"/>
                </a:lnTo>
                <a:lnTo>
                  <a:pt x="746731" y="970987"/>
                </a:lnTo>
                <a:lnTo>
                  <a:pt x="741064" y="965543"/>
                </a:lnTo>
                <a:lnTo>
                  <a:pt x="734943" y="960553"/>
                </a:lnTo>
                <a:lnTo>
                  <a:pt x="728822" y="955563"/>
                </a:lnTo>
                <a:lnTo>
                  <a:pt x="722248" y="950572"/>
                </a:lnTo>
                <a:lnTo>
                  <a:pt x="715220" y="946036"/>
                </a:lnTo>
                <a:lnTo>
                  <a:pt x="708193" y="941272"/>
                </a:lnTo>
                <a:lnTo>
                  <a:pt x="700712" y="936509"/>
                </a:lnTo>
                <a:lnTo>
                  <a:pt x="693004" y="932199"/>
                </a:lnTo>
                <a:lnTo>
                  <a:pt x="685070" y="927889"/>
                </a:lnTo>
                <a:lnTo>
                  <a:pt x="676456" y="923806"/>
                </a:lnTo>
                <a:lnTo>
                  <a:pt x="668068" y="919497"/>
                </a:lnTo>
                <a:lnTo>
                  <a:pt x="659227" y="915641"/>
                </a:lnTo>
                <a:lnTo>
                  <a:pt x="650159" y="911558"/>
                </a:lnTo>
                <a:lnTo>
                  <a:pt x="641091" y="907475"/>
                </a:lnTo>
                <a:lnTo>
                  <a:pt x="631117" y="903845"/>
                </a:lnTo>
                <a:lnTo>
                  <a:pt x="621369" y="899989"/>
                </a:lnTo>
                <a:lnTo>
                  <a:pt x="611394" y="896587"/>
                </a:lnTo>
                <a:lnTo>
                  <a:pt x="600740" y="892958"/>
                </a:lnTo>
                <a:lnTo>
                  <a:pt x="600740" y="785894"/>
                </a:lnTo>
                <a:lnTo>
                  <a:pt x="612755" y="788616"/>
                </a:lnTo>
                <a:lnTo>
                  <a:pt x="624543" y="792018"/>
                </a:lnTo>
                <a:lnTo>
                  <a:pt x="636331" y="795421"/>
                </a:lnTo>
                <a:lnTo>
                  <a:pt x="647892" y="799504"/>
                </a:lnTo>
                <a:lnTo>
                  <a:pt x="659227" y="803813"/>
                </a:lnTo>
                <a:lnTo>
                  <a:pt x="670562" y="808577"/>
                </a:lnTo>
                <a:lnTo>
                  <a:pt x="681443" y="813794"/>
                </a:lnTo>
                <a:lnTo>
                  <a:pt x="692324" y="819465"/>
                </a:lnTo>
                <a:lnTo>
                  <a:pt x="702752" y="824909"/>
                </a:lnTo>
                <a:lnTo>
                  <a:pt x="712727" y="830806"/>
                </a:lnTo>
                <a:lnTo>
                  <a:pt x="722475" y="836477"/>
                </a:lnTo>
                <a:lnTo>
                  <a:pt x="731542" y="842148"/>
                </a:lnTo>
                <a:lnTo>
                  <a:pt x="740157" y="847592"/>
                </a:lnTo>
                <a:lnTo>
                  <a:pt x="748318" y="853262"/>
                </a:lnTo>
                <a:lnTo>
                  <a:pt x="756025" y="858933"/>
                </a:lnTo>
                <a:lnTo>
                  <a:pt x="763280" y="864604"/>
                </a:lnTo>
                <a:lnTo>
                  <a:pt x="763280" y="748240"/>
                </a:lnTo>
                <a:lnTo>
                  <a:pt x="752625" y="741889"/>
                </a:lnTo>
                <a:lnTo>
                  <a:pt x="741744" y="735764"/>
                </a:lnTo>
                <a:lnTo>
                  <a:pt x="731316" y="730547"/>
                </a:lnTo>
                <a:lnTo>
                  <a:pt x="720888" y="725103"/>
                </a:lnTo>
                <a:lnTo>
                  <a:pt x="710913" y="720340"/>
                </a:lnTo>
                <a:lnTo>
                  <a:pt x="701165" y="716030"/>
                </a:lnTo>
                <a:lnTo>
                  <a:pt x="691644" y="711720"/>
                </a:lnTo>
                <a:lnTo>
                  <a:pt x="682123" y="708318"/>
                </a:lnTo>
                <a:lnTo>
                  <a:pt x="672602" y="704689"/>
                </a:lnTo>
                <a:lnTo>
                  <a:pt x="663081" y="701740"/>
                </a:lnTo>
                <a:lnTo>
                  <a:pt x="653106" y="698791"/>
                </a:lnTo>
                <a:lnTo>
                  <a:pt x="643132" y="696296"/>
                </a:lnTo>
                <a:lnTo>
                  <a:pt x="632930" y="694254"/>
                </a:lnTo>
                <a:lnTo>
                  <a:pt x="622276" y="691986"/>
                </a:lnTo>
                <a:lnTo>
                  <a:pt x="611848" y="690171"/>
                </a:lnTo>
                <a:lnTo>
                  <a:pt x="600740" y="688810"/>
                </a:lnTo>
                <a:lnTo>
                  <a:pt x="600740" y="654332"/>
                </a:lnTo>
                <a:lnTo>
                  <a:pt x="538626" y="654332"/>
                </a:lnTo>
                <a:close/>
                <a:moveTo>
                  <a:pt x="549280" y="371475"/>
                </a:moveTo>
                <a:lnTo>
                  <a:pt x="564015" y="371475"/>
                </a:lnTo>
                <a:lnTo>
                  <a:pt x="577844" y="371475"/>
                </a:lnTo>
                <a:lnTo>
                  <a:pt x="591219" y="371929"/>
                </a:lnTo>
                <a:lnTo>
                  <a:pt x="604594" y="372609"/>
                </a:lnTo>
                <a:lnTo>
                  <a:pt x="617515" y="373743"/>
                </a:lnTo>
                <a:lnTo>
                  <a:pt x="630210" y="375104"/>
                </a:lnTo>
                <a:lnTo>
                  <a:pt x="642905" y="376692"/>
                </a:lnTo>
                <a:lnTo>
                  <a:pt x="655373" y="378507"/>
                </a:lnTo>
                <a:lnTo>
                  <a:pt x="667388" y="380775"/>
                </a:lnTo>
                <a:lnTo>
                  <a:pt x="679403" y="383497"/>
                </a:lnTo>
                <a:lnTo>
                  <a:pt x="691191" y="386219"/>
                </a:lnTo>
                <a:lnTo>
                  <a:pt x="702752" y="389168"/>
                </a:lnTo>
                <a:lnTo>
                  <a:pt x="714314" y="392797"/>
                </a:lnTo>
                <a:lnTo>
                  <a:pt x="725422" y="396426"/>
                </a:lnTo>
                <a:lnTo>
                  <a:pt x="736530" y="400509"/>
                </a:lnTo>
                <a:lnTo>
                  <a:pt x="747184" y="405046"/>
                </a:lnTo>
                <a:lnTo>
                  <a:pt x="757839" y="409582"/>
                </a:lnTo>
                <a:lnTo>
                  <a:pt x="768267" y="414573"/>
                </a:lnTo>
                <a:lnTo>
                  <a:pt x="778468" y="420017"/>
                </a:lnTo>
                <a:lnTo>
                  <a:pt x="788669" y="425461"/>
                </a:lnTo>
                <a:lnTo>
                  <a:pt x="798644" y="431358"/>
                </a:lnTo>
                <a:lnTo>
                  <a:pt x="808392" y="437709"/>
                </a:lnTo>
                <a:lnTo>
                  <a:pt x="818140" y="444288"/>
                </a:lnTo>
                <a:lnTo>
                  <a:pt x="827434" y="451092"/>
                </a:lnTo>
                <a:lnTo>
                  <a:pt x="836729" y="458351"/>
                </a:lnTo>
                <a:lnTo>
                  <a:pt x="845796" y="466063"/>
                </a:lnTo>
                <a:lnTo>
                  <a:pt x="854864" y="473775"/>
                </a:lnTo>
                <a:lnTo>
                  <a:pt x="863705" y="481941"/>
                </a:lnTo>
                <a:lnTo>
                  <a:pt x="872319" y="490561"/>
                </a:lnTo>
                <a:lnTo>
                  <a:pt x="880934" y="499407"/>
                </a:lnTo>
                <a:lnTo>
                  <a:pt x="889095" y="508707"/>
                </a:lnTo>
                <a:lnTo>
                  <a:pt x="897483" y="518234"/>
                </a:lnTo>
                <a:lnTo>
                  <a:pt x="905417" y="527988"/>
                </a:lnTo>
                <a:lnTo>
                  <a:pt x="913351" y="538422"/>
                </a:lnTo>
                <a:lnTo>
                  <a:pt x="921512" y="548856"/>
                </a:lnTo>
                <a:lnTo>
                  <a:pt x="929220" y="559744"/>
                </a:lnTo>
                <a:lnTo>
                  <a:pt x="936701" y="571086"/>
                </a:lnTo>
                <a:lnTo>
                  <a:pt x="944182" y="582654"/>
                </a:lnTo>
                <a:lnTo>
                  <a:pt x="951436" y="594449"/>
                </a:lnTo>
                <a:lnTo>
                  <a:pt x="958690" y="606925"/>
                </a:lnTo>
                <a:lnTo>
                  <a:pt x="965944" y="619627"/>
                </a:lnTo>
                <a:lnTo>
                  <a:pt x="972745" y="632330"/>
                </a:lnTo>
                <a:lnTo>
                  <a:pt x="979546" y="645713"/>
                </a:lnTo>
                <a:lnTo>
                  <a:pt x="986347" y="659549"/>
                </a:lnTo>
                <a:lnTo>
                  <a:pt x="993148" y="673613"/>
                </a:lnTo>
                <a:lnTo>
                  <a:pt x="999722" y="687903"/>
                </a:lnTo>
                <a:lnTo>
                  <a:pt x="1006069" y="702647"/>
                </a:lnTo>
                <a:lnTo>
                  <a:pt x="1012643" y="717845"/>
                </a:lnTo>
                <a:lnTo>
                  <a:pt x="1018991" y="733269"/>
                </a:lnTo>
                <a:lnTo>
                  <a:pt x="1025111" y="748920"/>
                </a:lnTo>
                <a:lnTo>
                  <a:pt x="1031005" y="765252"/>
                </a:lnTo>
                <a:lnTo>
                  <a:pt x="1037126" y="781584"/>
                </a:lnTo>
                <a:lnTo>
                  <a:pt x="1043247" y="798823"/>
                </a:lnTo>
                <a:lnTo>
                  <a:pt x="1049141" y="816062"/>
                </a:lnTo>
                <a:lnTo>
                  <a:pt x="1054808" y="833528"/>
                </a:lnTo>
                <a:lnTo>
                  <a:pt x="1060476" y="851674"/>
                </a:lnTo>
                <a:lnTo>
                  <a:pt x="1066143" y="870048"/>
                </a:lnTo>
                <a:lnTo>
                  <a:pt x="1071810" y="888875"/>
                </a:lnTo>
                <a:lnTo>
                  <a:pt x="1077478" y="907928"/>
                </a:lnTo>
                <a:lnTo>
                  <a:pt x="1082692" y="927436"/>
                </a:lnTo>
                <a:lnTo>
                  <a:pt x="1088132" y="947624"/>
                </a:lnTo>
                <a:lnTo>
                  <a:pt x="1093573" y="967812"/>
                </a:lnTo>
                <a:lnTo>
                  <a:pt x="1098787" y="988453"/>
                </a:lnTo>
                <a:lnTo>
                  <a:pt x="1109215" y="1030870"/>
                </a:lnTo>
                <a:lnTo>
                  <a:pt x="1112615" y="1046522"/>
                </a:lnTo>
                <a:lnTo>
                  <a:pt x="1115789" y="1061946"/>
                </a:lnTo>
                <a:lnTo>
                  <a:pt x="1118056" y="1076917"/>
                </a:lnTo>
                <a:lnTo>
                  <a:pt x="1119870" y="1091888"/>
                </a:lnTo>
                <a:lnTo>
                  <a:pt x="1121456" y="1106405"/>
                </a:lnTo>
                <a:lnTo>
                  <a:pt x="1122136" y="1120922"/>
                </a:lnTo>
                <a:lnTo>
                  <a:pt x="1122363" y="1134985"/>
                </a:lnTo>
                <a:lnTo>
                  <a:pt x="1122136" y="1148822"/>
                </a:lnTo>
                <a:lnTo>
                  <a:pt x="1121456" y="1162659"/>
                </a:lnTo>
                <a:lnTo>
                  <a:pt x="1120096" y="1176042"/>
                </a:lnTo>
                <a:lnTo>
                  <a:pt x="1118509" y="1188971"/>
                </a:lnTo>
                <a:lnTo>
                  <a:pt x="1116469" y="1201900"/>
                </a:lnTo>
                <a:lnTo>
                  <a:pt x="1113749" y="1214603"/>
                </a:lnTo>
                <a:lnTo>
                  <a:pt x="1110575" y="1227078"/>
                </a:lnTo>
                <a:lnTo>
                  <a:pt x="1107175" y="1239100"/>
                </a:lnTo>
                <a:lnTo>
                  <a:pt x="1103321" y="1250896"/>
                </a:lnTo>
                <a:lnTo>
                  <a:pt x="1098787" y="1262464"/>
                </a:lnTo>
                <a:lnTo>
                  <a:pt x="1094026" y="1274032"/>
                </a:lnTo>
                <a:lnTo>
                  <a:pt x="1088812" y="1284920"/>
                </a:lnTo>
                <a:lnTo>
                  <a:pt x="1083145" y="1296035"/>
                </a:lnTo>
                <a:lnTo>
                  <a:pt x="1077251" y="1306469"/>
                </a:lnTo>
                <a:lnTo>
                  <a:pt x="1070904" y="1317130"/>
                </a:lnTo>
                <a:lnTo>
                  <a:pt x="1064103" y="1327110"/>
                </a:lnTo>
                <a:lnTo>
                  <a:pt x="1056849" y="1336864"/>
                </a:lnTo>
                <a:lnTo>
                  <a:pt x="1049368" y="1346845"/>
                </a:lnTo>
                <a:lnTo>
                  <a:pt x="1041660" y="1356145"/>
                </a:lnTo>
                <a:lnTo>
                  <a:pt x="1033499" y="1365218"/>
                </a:lnTo>
                <a:lnTo>
                  <a:pt x="1024658" y="1374064"/>
                </a:lnTo>
                <a:lnTo>
                  <a:pt x="1015817" y="1382911"/>
                </a:lnTo>
                <a:lnTo>
                  <a:pt x="1006749" y="1391303"/>
                </a:lnTo>
                <a:lnTo>
                  <a:pt x="997228" y="1399469"/>
                </a:lnTo>
                <a:lnTo>
                  <a:pt x="987253" y="1407408"/>
                </a:lnTo>
                <a:lnTo>
                  <a:pt x="977279" y="1415121"/>
                </a:lnTo>
                <a:lnTo>
                  <a:pt x="967078" y="1422606"/>
                </a:lnTo>
                <a:lnTo>
                  <a:pt x="956196" y="1429638"/>
                </a:lnTo>
                <a:lnTo>
                  <a:pt x="945315" y="1436669"/>
                </a:lnTo>
                <a:lnTo>
                  <a:pt x="934207" y="1443474"/>
                </a:lnTo>
                <a:lnTo>
                  <a:pt x="922872" y="1449826"/>
                </a:lnTo>
                <a:lnTo>
                  <a:pt x="911084" y="1455950"/>
                </a:lnTo>
                <a:lnTo>
                  <a:pt x="899296" y="1461848"/>
                </a:lnTo>
                <a:lnTo>
                  <a:pt x="887055" y="1467745"/>
                </a:lnTo>
                <a:lnTo>
                  <a:pt x="874586" y="1473189"/>
                </a:lnTo>
                <a:lnTo>
                  <a:pt x="862118" y="1478179"/>
                </a:lnTo>
                <a:lnTo>
                  <a:pt x="849197" y="1483396"/>
                </a:lnTo>
                <a:lnTo>
                  <a:pt x="836275" y="1488160"/>
                </a:lnTo>
                <a:lnTo>
                  <a:pt x="823127" y="1492470"/>
                </a:lnTo>
                <a:lnTo>
                  <a:pt x="809752" y="1496779"/>
                </a:lnTo>
                <a:lnTo>
                  <a:pt x="796377" y="1500862"/>
                </a:lnTo>
                <a:lnTo>
                  <a:pt x="782549" y="1504492"/>
                </a:lnTo>
                <a:lnTo>
                  <a:pt x="768720" y="1508348"/>
                </a:lnTo>
                <a:lnTo>
                  <a:pt x="754892" y="1511523"/>
                </a:lnTo>
                <a:lnTo>
                  <a:pt x="740610" y="1514472"/>
                </a:lnTo>
                <a:lnTo>
                  <a:pt x="726555" y="1517194"/>
                </a:lnTo>
                <a:lnTo>
                  <a:pt x="712047" y="1519689"/>
                </a:lnTo>
                <a:lnTo>
                  <a:pt x="697538" y="1521958"/>
                </a:lnTo>
                <a:lnTo>
                  <a:pt x="683030" y="1524226"/>
                </a:lnTo>
                <a:lnTo>
                  <a:pt x="668521" y="1526040"/>
                </a:lnTo>
                <a:lnTo>
                  <a:pt x="653786" y="1527401"/>
                </a:lnTo>
                <a:lnTo>
                  <a:pt x="638824" y="1528762"/>
                </a:lnTo>
                <a:lnTo>
                  <a:pt x="624089" y="1529897"/>
                </a:lnTo>
                <a:lnTo>
                  <a:pt x="609128" y="1530804"/>
                </a:lnTo>
                <a:lnTo>
                  <a:pt x="594166" y="1531484"/>
                </a:lnTo>
                <a:lnTo>
                  <a:pt x="579204" y="1531938"/>
                </a:lnTo>
                <a:lnTo>
                  <a:pt x="564015" y="1531938"/>
                </a:lnTo>
                <a:lnTo>
                  <a:pt x="549054" y="1531938"/>
                </a:lnTo>
                <a:lnTo>
                  <a:pt x="533865" y="1531484"/>
                </a:lnTo>
                <a:lnTo>
                  <a:pt x="518903" y="1530804"/>
                </a:lnTo>
                <a:lnTo>
                  <a:pt x="503941" y="1529670"/>
                </a:lnTo>
                <a:lnTo>
                  <a:pt x="488980" y="1528309"/>
                </a:lnTo>
                <a:lnTo>
                  <a:pt x="474018" y="1526948"/>
                </a:lnTo>
                <a:lnTo>
                  <a:pt x="459056" y="1525133"/>
                </a:lnTo>
                <a:lnTo>
                  <a:pt x="444321" y="1523319"/>
                </a:lnTo>
                <a:lnTo>
                  <a:pt x="429359" y="1520823"/>
                </a:lnTo>
                <a:lnTo>
                  <a:pt x="414851" y="1518328"/>
                </a:lnTo>
                <a:lnTo>
                  <a:pt x="400115" y="1515606"/>
                </a:lnTo>
                <a:lnTo>
                  <a:pt x="385607" y="1512204"/>
                </a:lnTo>
                <a:lnTo>
                  <a:pt x="371325" y="1509028"/>
                </a:lnTo>
                <a:lnTo>
                  <a:pt x="357044" y="1505172"/>
                </a:lnTo>
                <a:lnTo>
                  <a:pt x="342989" y="1501543"/>
                </a:lnTo>
                <a:lnTo>
                  <a:pt x="329160" y="1497233"/>
                </a:lnTo>
                <a:lnTo>
                  <a:pt x="315332" y="1492696"/>
                </a:lnTo>
                <a:lnTo>
                  <a:pt x="301730" y="1488160"/>
                </a:lnTo>
                <a:lnTo>
                  <a:pt x="288129" y="1483170"/>
                </a:lnTo>
                <a:lnTo>
                  <a:pt x="274754" y="1477952"/>
                </a:lnTo>
                <a:lnTo>
                  <a:pt x="261832" y="1472735"/>
                </a:lnTo>
                <a:lnTo>
                  <a:pt x="248910" y="1466838"/>
                </a:lnTo>
                <a:lnTo>
                  <a:pt x="235988" y="1460940"/>
                </a:lnTo>
                <a:lnTo>
                  <a:pt x="223520" y="1454816"/>
                </a:lnTo>
                <a:lnTo>
                  <a:pt x="211505" y="1448238"/>
                </a:lnTo>
                <a:lnTo>
                  <a:pt x="199264" y="1441660"/>
                </a:lnTo>
                <a:lnTo>
                  <a:pt x="187703" y="1434855"/>
                </a:lnTo>
                <a:lnTo>
                  <a:pt x="176141" y="1427596"/>
                </a:lnTo>
                <a:lnTo>
                  <a:pt x="164806" y="1420111"/>
                </a:lnTo>
                <a:lnTo>
                  <a:pt x="153925" y="1412399"/>
                </a:lnTo>
                <a:lnTo>
                  <a:pt x="143497" y="1404233"/>
                </a:lnTo>
                <a:lnTo>
                  <a:pt x="132843" y="1396067"/>
                </a:lnTo>
                <a:lnTo>
                  <a:pt x="122868" y="1387674"/>
                </a:lnTo>
                <a:lnTo>
                  <a:pt x="113120" y="1379055"/>
                </a:lnTo>
                <a:lnTo>
                  <a:pt x="103826" y="1370208"/>
                </a:lnTo>
                <a:lnTo>
                  <a:pt x="94758" y="1361135"/>
                </a:lnTo>
                <a:lnTo>
                  <a:pt x="86144" y="1351608"/>
                </a:lnTo>
                <a:lnTo>
                  <a:pt x="77756" y="1342081"/>
                </a:lnTo>
                <a:lnTo>
                  <a:pt x="69822" y="1332328"/>
                </a:lnTo>
                <a:lnTo>
                  <a:pt x="62341" y="1322120"/>
                </a:lnTo>
                <a:lnTo>
                  <a:pt x="55086" y="1311913"/>
                </a:lnTo>
                <a:lnTo>
                  <a:pt x="48286" y="1301479"/>
                </a:lnTo>
                <a:lnTo>
                  <a:pt x="41711" y="1290591"/>
                </a:lnTo>
                <a:lnTo>
                  <a:pt x="35817" y="1279703"/>
                </a:lnTo>
                <a:lnTo>
                  <a:pt x="30150" y="1268361"/>
                </a:lnTo>
                <a:lnTo>
                  <a:pt x="25163" y="1257020"/>
                </a:lnTo>
                <a:lnTo>
                  <a:pt x="20402" y="1245225"/>
                </a:lnTo>
                <a:lnTo>
                  <a:pt x="16095" y="1233203"/>
                </a:lnTo>
                <a:lnTo>
                  <a:pt x="12468" y="1221181"/>
                </a:lnTo>
                <a:lnTo>
                  <a:pt x="9068" y="1208932"/>
                </a:lnTo>
                <a:lnTo>
                  <a:pt x="6347" y="1196229"/>
                </a:lnTo>
                <a:lnTo>
                  <a:pt x="4080" y="1183527"/>
                </a:lnTo>
                <a:lnTo>
                  <a:pt x="2493" y="1170371"/>
                </a:lnTo>
                <a:lnTo>
                  <a:pt x="907" y="1157215"/>
                </a:lnTo>
                <a:lnTo>
                  <a:pt x="226" y="1143605"/>
                </a:lnTo>
                <a:lnTo>
                  <a:pt x="0" y="1129995"/>
                </a:lnTo>
                <a:lnTo>
                  <a:pt x="453" y="1116158"/>
                </a:lnTo>
                <a:lnTo>
                  <a:pt x="1133" y="1102095"/>
                </a:lnTo>
                <a:lnTo>
                  <a:pt x="2947" y="1087805"/>
                </a:lnTo>
                <a:lnTo>
                  <a:pt x="4760" y="1073288"/>
                </a:lnTo>
                <a:lnTo>
                  <a:pt x="7481" y="1058544"/>
                </a:lnTo>
                <a:lnTo>
                  <a:pt x="10654" y="1043573"/>
                </a:lnTo>
                <a:lnTo>
                  <a:pt x="14508" y="1028375"/>
                </a:lnTo>
                <a:lnTo>
                  <a:pt x="19042" y="1012951"/>
                </a:lnTo>
                <a:lnTo>
                  <a:pt x="29697" y="978473"/>
                </a:lnTo>
                <a:lnTo>
                  <a:pt x="40578" y="944448"/>
                </a:lnTo>
                <a:lnTo>
                  <a:pt x="51233" y="911104"/>
                </a:lnTo>
                <a:lnTo>
                  <a:pt x="62114" y="878667"/>
                </a:lnTo>
                <a:lnTo>
                  <a:pt x="73222" y="846684"/>
                </a:lnTo>
                <a:lnTo>
                  <a:pt x="84557" y="815608"/>
                </a:lnTo>
                <a:lnTo>
                  <a:pt x="95891" y="785213"/>
                </a:lnTo>
                <a:lnTo>
                  <a:pt x="101785" y="770469"/>
                </a:lnTo>
                <a:lnTo>
                  <a:pt x="107679" y="755725"/>
                </a:lnTo>
                <a:lnTo>
                  <a:pt x="113574" y="741435"/>
                </a:lnTo>
                <a:lnTo>
                  <a:pt x="119468" y="727145"/>
                </a:lnTo>
                <a:lnTo>
                  <a:pt x="125588" y="713081"/>
                </a:lnTo>
                <a:lnTo>
                  <a:pt x="131936" y="699245"/>
                </a:lnTo>
                <a:lnTo>
                  <a:pt x="138283" y="685635"/>
                </a:lnTo>
                <a:lnTo>
                  <a:pt x="144631" y="672479"/>
                </a:lnTo>
                <a:lnTo>
                  <a:pt x="151205" y="659322"/>
                </a:lnTo>
                <a:lnTo>
                  <a:pt x="157552" y="646393"/>
                </a:lnTo>
                <a:lnTo>
                  <a:pt x="164353" y="633691"/>
                </a:lnTo>
                <a:lnTo>
                  <a:pt x="171381" y="621669"/>
                </a:lnTo>
                <a:lnTo>
                  <a:pt x="178181" y="609420"/>
                </a:lnTo>
                <a:lnTo>
                  <a:pt x="185436" y="597625"/>
                </a:lnTo>
                <a:lnTo>
                  <a:pt x="192463" y="585830"/>
                </a:lnTo>
                <a:lnTo>
                  <a:pt x="199944" y="574488"/>
                </a:lnTo>
                <a:lnTo>
                  <a:pt x="207425" y="563600"/>
                </a:lnTo>
                <a:lnTo>
                  <a:pt x="215133" y="552712"/>
                </a:lnTo>
                <a:lnTo>
                  <a:pt x="222840" y="542051"/>
                </a:lnTo>
                <a:lnTo>
                  <a:pt x="230774" y="531844"/>
                </a:lnTo>
                <a:lnTo>
                  <a:pt x="238935" y="521863"/>
                </a:lnTo>
                <a:lnTo>
                  <a:pt x="247324" y="512110"/>
                </a:lnTo>
                <a:lnTo>
                  <a:pt x="255711" y="502810"/>
                </a:lnTo>
                <a:lnTo>
                  <a:pt x="264326" y="493736"/>
                </a:lnTo>
                <a:lnTo>
                  <a:pt x="272940" y="484663"/>
                </a:lnTo>
                <a:lnTo>
                  <a:pt x="282008" y="476271"/>
                </a:lnTo>
                <a:lnTo>
                  <a:pt x="291076" y="468105"/>
                </a:lnTo>
                <a:lnTo>
                  <a:pt x="300597" y="460166"/>
                </a:lnTo>
                <a:lnTo>
                  <a:pt x="310118" y="452453"/>
                </a:lnTo>
                <a:lnTo>
                  <a:pt x="319639" y="445195"/>
                </a:lnTo>
                <a:lnTo>
                  <a:pt x="329840" y="438163"/>
                </a:lnTo>
                <a:lnTo>
                  <a:pt x="339815" y="431585"/>
                </a:lnTo>
                <a:lnTo>
                  <a:pt x="350243" y="425234"/>
                </a:lnTo>
                <a:lnTo>
                  <a:pt x="360897" y="419336"/>
                </a:lnTo>
                <a:lnTo>
                  <a:pt x="371552" y="413665"/>
                </a:lnTo>
                <a:lnTo>
                  <a:pt x="382660" y="408222"/>
                </a:lnTo>
                <a:lnTo>
                  <a:pt x="393995" y="403231"/>
                </a:lnTo>
                <a:lnTo>
                  <a:pt x="405556" y="398695"/>
                </a:lnTo>
                <a:lnTo>
                  <a:pt x="417344" y="394385"/>
                </a:lnTo>
                <a:lnTo>
                  <a:pt x="429359" y="390529"/>
                </a:lnTo>
                <a:lnTo>
                  <a:pt x="441601" y="386899"/>
                </a:lnTo>
                <a:lnTo>
                  <a:pt x="454069" y="383724"/>
                </a:lnTo>
                <a:lnTo>
                  <a:pt x="466764" y="380775"/>
                </a:lnTo>
                <a:lnTo>
                  <a:pt x="479912" y="378280"/>
                </a:lnTo>
                <a:lnTo>
                  <a:pt x="493287" y="376238"/>
                </a:lnTo>
                <a:lnTo>
                  <a:pt x="506888" y="374424"/>
                </a:lnTo>
                <a:lnTo>
                  <a:pt x="520717" y="373063"/>
                </a:lnTo>
                <a:lnTo>
                  <a:pt x="534772" y="372156"/>
                </a:lnTo>
                <a:lnTo>
                  <a:pt x="549280" y="371475"/>
                </a:lnTo>
                <a:close/>
                <a:moveTo>
                  <a:pt x="455387" y="0"/>
                </a:moveTo>
                <a:lnTo>
                  <a:pt x="463542" y="227"/>
                </a:lnTo>
                <a:lnTo>
                  <a:pt x="471471" y="682"/>
                </a:lnTo>
                <a:lnTo>
                  <a:pt x="479174" y="1591"/>
                </a:lnTo>
                <a:lnTo>
                  <a:pt x="486423" y="2500"/>
                </a:lnTo>
                <a:lnTo>
                  <a:pt x="493446" y="3863"/>
                </a:lnTo>
                <a:lnTo>
                  <a:pt x="500242" y="5681"/>
                </a:lnTo>
                <a:lnTo>
                  <a:pt x="506812" y="7499"/>
                </a:lnTo>
                <a:lnTo>
                  <a:pt x="512702" y="9317"/>
                </a:lnTo>
                <a:lnTo>
                  <a:pt x="518592" y="11362"/>
                </a:lnTo>
                <a:lnTo>
                  <a:pt x="524256" y="13861"/>
                </a:lnTo>
                <a:lnTo>
                  <a:pt x="529466" y="16361"/>
                </a:lnTo>
                <a:lnTo>
                  <a:pt x="534450" y="18861"/>
                </a:lnTo>
                <a:lnTo>
                  <a:pt x="539207" y="21587"/>
                </a:lnTo>
                <a:lnTo>
                  <a:pt x="543738" y="24314"/>
                </a:lnTo>
                <a:lnTo>
                  <a:pt x="547816" y="27268"/>
                </a:lnTo>
                <a:lnTo>
                  <a:pt x="551894" y="29995"/>
                </a:lnTo>
                <a:lnTo>
                  <a:pt x="555292" y="32722"/>
                </a:lnTo>
                <a:lnTo>
                  <a:pt x="558916" y="35676"/>
                </a:lnTo>
                <a:lnTo>
                  <a:pt x="564807" y="40903"/>
                </a:lnTo>
                <a:lnTo>
                  <a:pt x="569790" y="45902"/>
                </a:lnTo>
                <a:lnTo>
                  <a:pt x="574095" y="50674"/>
                </a:lnTo>
                <a:lnTo>
                  <a:pt x="577040" y="54310"/>
                </a:lnTo>
                <a:lnTo>
                  <a:pt x="579079" y="57491"/>
                </a:lnTo>
                <a:lnTo>
                  <a:pt x="581118" y="59990"/>
                </a:lnTo>
                <a:lnTo>
                  <a:pt x="590406" y="51810"/>
                </a:lnTo>
                <a:lnTo>
                  <a:pt x="599467" y="44311"/>
                </a:lnTo>
                <a:lnTo>
                  <a:pt x="608076" y="37494"/>
                </a:lnTo>
                <a:lnTo>
                  <a:pt x="616685" y="31359"/>
                </a:lnTo>
                <a:lnTo>
                  <a:pt x="625293" y="25905"/>
                </a:lnTo>
                <a:lnTo>
                  <a:pt x="633449" y="21360"/>
                </a:lnTo>
                <a:lnTo>
                  <a:pt x="641151" y="17043"/>
                </a:lnTo>
                <a:lnTo>
                  <a:pt x="648854" y="13407"/>
                </a:lnTo>
                <a:lnTo>
                  <a:pt x="656103" y="10226"/>
                </a:lnTo>
                <a:lnTo>
                  <a:pt x="663126" y="7499"/>
                </a:lnTo>
                <a:lnTo>
                  <a:pt x="669922" y="5454"/>
                </a:lnTo>
                <a:lnTo>
                  <a:pt x="676492" y="3409"/>
                </a:lnTo>
                <a:lnTo>
                  <a:pt x="682608" y="2272"/>
                </a:lnTo>
                <a:lnTo>
                  <a:pt x="688498" y="1136"/>
                </a:lnTo>
                <a:lnTo>
                  <a:pt x="694162" y="454"/>
                </a:lnTo>
                <a:lnTo>
                  <a:pt x="699599" y="227"/>
                </a:lnTo>
                <a:lnTo>
                  <a:pt x="704583" y="0"/>
                </a:lnTo>
                <a:lnTo>
                  <a:pt x="709340" y="227"/>
                </a:lnTo>
                <a:lnTo>
                  <a:pt x="713871" y="454"/>
                </a:lnTo>
                <a:lnTo>
                  <a:pt x="717949" y="909"/>
                </a:lnTo>
                <a:lnTo>
                  <a:pt x="721800" y="1591"/>
                </a:lnTo>
                <a:lnTo>
                  <a:pt x="725198" y="2272"/>
                </a:lnTo>
                <a:lnTo>
                  <a:pt x="728596" y="3181"/>
                </a:lnTo>
                <a:lnTo>
                  <a:pt x="731315" y="3863"/>
                </a:lnTo>
                <a:lnTo>
                  <a:pt x="736299" y="5908"/>
                </a:lnTo>
                <a:lnTo>
                  <a:pt x="739697" y="7499"/>
                </a:lnTo>
                <a:lnTo>
                  <a:pt x="742415" y="8862"/>
                </a:lnTo>
                <a:lnTo>
                  <a:pt x="746720" y="13180"/>
                </a:lnTo>
                <a:lnTo>
                  <a:pt x="751024" y="17497"/>
                </a:lnTo>
                <a:lnTo>
                  <a:pt x="754875" y="22269"/>
                </a:lnTo>
                <a:lnTo>
                  <a:pt x="758726" y="27496"/>
                </a:lnTo>
                <a:lnTo>
                  <a:pt x="762124" y="32495"/>
                </a:lnTo>
                <a:lnTo>
                  <a:pt x="765523" y="37949"/>
                </a:lnTo>
                <a:lnTo>
                  <a:pt x="768694" y="43629"/>
                </a:lnTo>
                <a:lnTo>
                  <a:pt x="771639" y="49310"/>
                </a:lnTo>
                <a:lnTo>
                  <a:pt x="774584" y="54764"/>
                </a:lnTo>
                <a:lnTo>
                  <a:pt x="777076" y="60672"/>
                </a:lnTo>
                <a:lnTo>
                  <a:pt x="779342" y="66808"/>
                </a:lnTo>
                <a:lnTo>
                  <a:pt x="781834" y="72716"/>
                </a:lnTo>
                <a:lnTo>
                  <a:pt x="785911" y="84305"/>
                </a:lnTo>
                <a:lnTo>
                  <a:pt x="789536" y="95894"/>
                </a:lnTo>
                <a:lnTo>
                  <a:pt x="792481" y="106801"/>
                </a:lnTo>
                <a:lnTo>
                  <a:pt x="794973" y="117254"/>
                </a:lnTo>
                <a:lnTo>
                  <a:pt x="796785" y="126571"/>
                </a:lnTo>
                <a:lnTo>
                  <a:pt x="798371" y="134524"/>
                </a:lnTo>
                <a:lnTo>
                  <a:pt x="800183" y="146568"/>
                </a:lnTo>
                <a:lnTo>
                  <a:pt x="800636" y="150658"/>
                </a:lnTo>
                <a:lnTo>
                  <a:pt x="805847" y="149294"/>
                </a:lnTo>
                <a:lnTo>
                  <a:pt x="810831" y="147931"/>
                </a:lnTo>
                <a:lnTo>
                  <a:pt x="815362" y="146340"/>
                </a:lnTo>
                <a:lnTo>
                  <a:pt x="820119" y="144522"/>
                </a:lnTo>
                <a:lnTo>
                  <a:pt x="824197" y="142705"/>
                </a:lnTo>
                <a:lnTo>
                  <a:pt x="828275" y="140887"/>
                </a:lnTo>
                <a:lnTo>
                  <a:pt x="832352" y="139069"/>
                </a:lnTo>
                <a:lnTo>
                  <a:pt x="835750" y="136796"/>
                </a:lnTo>
                <a:lnTo>
                  <a:pt x="839375" y="134751"/>
                </a:lnTo>
                <a:lnTo>
                  <a:pt x="842547" y="132706"/>
                </a:lnTo>
                <a:lnTo>
                  <a:pt x="848663" y="128389"/>
                </a:lnTo>
                <a:lnTo>
                  <a:pt x="853647" y="124071"/>
                </a:lnTo>
                <a:lnTo>
                  <a:pt x="858405" y="119754"/>
                </a:lnTo>
                <a:lnTo>
                  <a:pt x="862482" y="115663"/>
                </a:lnTo>
                <a:lnTo>
                  <a:pt x="865654" y="111800"/>
                </a:lnTo>
                <a:lnTo>
                  <a:pt x="868372" y="108392"/>
                </a:lnTo>
                <a:lnTo>
                  <a:pt x="870638" y="105211"/>
                </a:lnTo>
                <a:lnTo>
                  <a:pt x="873130" y="100439"/>
                </a:lnTo>
                <a:lnTo>
                  <a:pt x="874036" y="98848"/>
                </a:lnTo>
                <a:lnTo>
                  <a:pt x="875395" y="106347"/>
                </a:lnTo>
                <a:lnTo>
                  <a:pt x="876755" y="113846"/>
                </a:lnTo>
                <a:lnTo>
                  <a:pt x="877434" y="121117"/>
                </a:lnTo>
                <a:lnTo>
                  <a:pt x="877887" y="128389"/>
                </a:lnTo>
                <a:lnTo>
                  <a:pt x="877887" y="135433"/>
                </a:lnTo>
                <a:lnTo>
                  <a:pt x="877434" y="142250"/>
                </a:lnTo>
                <a:lnTo>
                  <a:pt x="876755" y="149067"/>
                </a:lnTo>
                <a:lnTo>
                  <a:pt x="875622" y="155884"/>
                </a:lnTo>
                <a:lnTo>
                  <a:pt x="874263" y="162474"/>
                </a:lnTo>
                <a:lnTo>
                  <a:pt x="872903" y="168837"/>
                </a:lnTo>
                <a:lnTo>
                  <a:pt x="870864" y="175199"/>
                </a:lnTo>
                <a:lnTo>
                  <a:pt x="868599" y="181335"/>
                </a:lnTo>
                <a:lnTo>
                  <a:pt x="866334" y="187243"/>
                </a:lnTo>
                <a:lnTo>
                  <a:pt x="863615" y="193378"/>
                </a:lnTo>
                <a:lnTo>
                  <a:pt x="860670" y="199287"/>
                </a:lnTo>
                <a:lnTo>
                  <a:pt x="857725" y="204967"/>
                </a:lnTo>
                <a:lnTo>
                  <a:pt x="854327" y="210421"/>
                </a:lnTo>
                <a:lnTo>
                  <a:pt x="850702" y="215875"/>
                </a:lnTo>
                <a:lnTo>
                  <a:pt x="847078" y="221328"/>
                </a:lnTo>
                <a:lnTo>
                  <a:pt x="843000" y="226328"/>
                </a:lnTo>
                <a:lnTo>
                  <a:pt x="838922" y="231554"/>
                </a:lnTo>
                <a:lnTo>
                  <a:pt x="834844" y="236553"/>
                </a:lnTo>
                <a:lnTo>
                  <a:pt x="830313" y="241325"/>
                </a:lnTo>
                <a:lnTo>
                  <a:pt x="826009" y="246097"/>
                </a:lnTo>
                <a:lnTo>
                  <a:pt x="821252" y="250869"/>
                </a:lnTo>
                <a:lnTo>
                  <a:pt x="816494" y="255187"/>
                </a:lnTo>
                <a:lnTo>
                  <a:pt x="811737" y="259731"/>
                </a:lnTo>
                <a:lnTo>
                  <a:pt x="806753" y="264049"/>
                </a:lnTo>
                <a:lnTo>
                  <a:pt x="796785" y="272229"/>
                </a:lnTo>
                <a:lnTo>
                  <a:pt x="786364" y="279955"/>
                </a:lnTo>
                <a:lnTo>
                  <a:pt x="776170" y="287227"/>
                </a:lnTo>
                <a:lnTo>
                  <a:pt x="765749" y="294044"/>
                </a:lnTo>
                <a:lnTo>
                  <a:pt x="755328" y="300180"/>
                </a:lnTo>
                <a:lnTo>
                  <a:pt x="745360" y="305860"/>
                </a:lnTo>
                <a:lnTo>
                  <a:pt x="735619" y="311314"/>
                </a:lnTo>
                <a:lnTo>
                  <a:pt x="725878" y="316313"/>
                </a:lnTo>
                <a:lnTo>
                  <a:pt x="717043" y="320631"/>
                </a:lnTo>
                <a:lnTo>
                  <a:pt x="708661" y="324721"/>
                </a:lnTo>
                <a:lnTo>
                  <a:pt x="700732" y="327902"/>
                </a:lnTo>
                <a:lnTo>
                  <a:pt x="693709" y="331084"/>
                </a:lnTo>
                <a:lnTo>
                  <a:pt x="681929" y="335628"/>
                </a:lnTo>
                <a:lnTo>
                  <a:pt x="674453" y="338583"/>
                </a:lnTo>
                <a:lnTo>
                  <a:pt x="671961" y="339492"/>
                </a:lnTo>
                <a:lnTo>
                  <a:pt x="658142" y="336083"/>
                </a:lnTo>
                <a:lnTo>
                  <a:pt x="644776" y="333583"/>
                </a:lnTo>
                <a:lnTo>
                  <a:pt x="632089" y="331311"/>
                </a:lnTo>
                <a:lnTo>
                  <a:pt x="619630" y="329266"/>
                </a:lnTo>
                <a:lnTo>
                  <a:pt x="607623" y="327675"/>
                </a:lnTo>
                <a:lnTo>
                  <a:pt x="596069" y="326539"/>
                </a:lnTo>
                <a:lnTo>
                  <a:pt x="584969" y="325630"/>
                </a:lnTo>
                <a:lnTo>
                  <a:pt x="574548" y="324948"/>
                </a:lnTo>
                <a:lnTo>
                  <a:pt x="564127" y="324494"/>
                </a:lnTo>
                <a:lnTo>
                  <a:pt x="554612" y="324494"/>
                </a:lnTo>
                <a:lnTo>
                  <a:pt x="545324" y="324494"/>
                </a:lnTo>
                <a:lnTo>
                  <a:pt x="536715" y="324948"/>
                </a:lnTo>
                <a:lnTo>
                  <a:pt x="528333" y="325403"/>
                </a:lnTo>
                <a:lnTo>
                  <a:pt x="520178" y="326085"/>
                </a:lnTo>
                <a:lnTo>
                  <a:pt x="512702" y="326766"/>
                </a:lnTo>
                <a:lnTo>
                  <a:pt x="505679" y="327675"/>
                </a:lnTo>
                <a:lnTo>
                  <a:pt x="499109" y="328811"/>
                </a:lnTo>
                <a:lnTo>
                  <a:pt x="492993" y="329948"/>
                </a:lnTo>
                <a:lnTo>
                  <a:pt x="487329" y="331311"/>
                </a:lnTo>
                <a:lnTo>
                  <a:pt x="481892" y="332447"/>
                </a:lnTo>
                <a:lnTo>
                  <a:pt x="472604" y="334947"/>
                </a:lnTo>
                <a:lnTo>
                  <a:pt x="465128" y="337219"/>
                </a:lnTo>
                <a:lnTo>
                  <a:pt x="459012" y="339719"/>
                </a:lnTo>
                <a:lnTo>
                  <a:pt x="454934" y="341309"/>
                </a:lnTo>
                <a:lnTo>
                  <a:pt x="451536" y="342900"/>
                </a:lnTo>
                <a:lnTo>
                  <a:pt x="445646" y="337219"/>
                </a:lnTo>
                <a:lnTo>
                  <a:pt x="439529" y="331311"/>
                </a:lnTo>
                <a:lnTo>
                  <a:pt x="425710" y="318813"/>
                </a:lnTo>
                <a:lnTo>
                  <a:pt x="410532" y="305860"/>
                </a:lnTo>
                <a:lnTo>
                  <a:pt x="394221" y="292454"/>
                </a:lnTo>
                <a:lnTo>
                  <a:pt x="377456" y="279274"/>
                </a:lnTo>
                <a:lnTo>
                  <a:pt x="360239" y="266094"/>
                </a:lnTo>
                <a:lnTo>
                  <a:pt x="343249" y="252914"/>
                </a:lnTo>
                <a:lnTo>
                  <a:pt x="326258" y="240416"/>
                </a:lnTo>
                <a:lnTo>
                  <a:pt x="295222" y="217693"/>
                </a:lnTo>
                <a:lnTo>
                  <a:pt x="269849" y="199514"/>
                </a:lnTo>
                <a:lnTo>
                  <a:pt x="252405" y="187243"/>
                </a:lnTo>
                <a:lnTo>
                  <a:pt x="246062" y="183153"/>
                </a:lnTo>
                <a:lnTo>
                  <a:pt x="251726" y="176563"/>
                </a:lnTo>
                <a:lnTo>
                  <a:pt x="257616" y="170655"/>
                </a:lnTo>
                <a:lnTo>
                  <a:pt x="263506" y="165428"/>
                </a:lnTo>
                <a:lnTo>
                  <a:pt x="269623" y="160656"/>
                </a:lnTo>
                <a:lnTo>
                  <a:pt x="275286" y="156339"/>
                </a:lnTo>
                <a:lnTo>
                  <a:pt x="281629" y="152476"/>
                </a:lnTo>
                <a:lnTo>
                  <a:pt x="287746" y="149294"/>
                </a:lnTo>
                <a:lnTo>
                  <a:pt x="293863" y="146568"/>
                </a:lnTo>
                <a:lnTo>
                  <a:pt x="299979" y="144068"/>
                </a:lnTo>
                <a:lnTo>
                  <a:pt x="306096" y="142023"/>
                </a:lnTo>
                <a:lnTo>
                  <a:pt x="311986" y="140432"/>
                </a:lnTo>
                <a:lnTo>
                  <a:pt x="317876" y="139069"/>
                </a:lnTo>
                <a:lnTo>
                  <a:pt x="323766" y="138160"/>
                </a:lnTo>
                <a:lnTo>
                  <a:pt x="329656" y="137024"/>
                </a:lnTo>
                <a:lnTo>
                  <a:pt x="335093" y="136569"/>
                </a:lnTo>
                <a:lnTo>
                  <a:pt x="340530" y="136342"/>
                </a:lnTo>
                <a:lnTo>
                  <a:pt x="345967" y="136342"/>
                </a:lnTo>
                <a:lnTo>
                  <a:pt x="350951" y="136569"/>
                </a:lnTo>
                <a:lnTo>
                  <a:pt x="355708" y="136796"/>
                </a:lnTo>
                <a:lnTo>
                  <a:pt x="360466" y="137251"/>
                </a:lnTo>
                <a:lnTo>
                  <a:pt x="368848" y="138614"/>
                </a:lnTo>
                <a:lnTo>
                  <a:pt x="376097" y="139978"/>
                </a:lnTo>
                <a:lnTo>
                  <a:pt x="382214" y="141341"/>
                </a:lnTo>
                <a:lnTo>
                  <a:pt x="386518" y="142705"/>
                </a:lnTo>
                <a:lnTo>
                  <a:pt x="390369" y="143841"/>
                </a:lnTo>
                <a:lnTo>
                  <a:pt x="389916" y="135888"/>
                </a:lnTo>
                <a:lnTo>
                  <a:pt x="389916" y="127934"/>
                </a:lnTo>
                <a:lnTo>
                  <a:pt x="390369" y="120208"/>
                </a:lnTo>
                <a:lnTo>
                  <a:pt x="391049" y="112482"/>
                </a:lnTo>
                <a:lnTo>
                  <a:pt x="392182" y="105211"/>
                </a:lnTo>
                <a:lnTo>
                  <a:pt x="393767" y="98166"/>
                </a:lnTo>
                <a:lnTo>
                  <a:pt x="395580" y="91122"/>
                </a:lnTo>
                <a:lnTo>
                  <a:pt x="397619" y="84305"/>
                </a:lnTo>
                <a:lnTo>
                  <a:pt x="399884" y="77942"/>
                </a:lnTo>
                <a:lnTo>
                  <a:pt x="402376" y="71807"/>
                </a:lnTo>
                <a:lnTo>
                  <a:pt x="405095" y="65671"/>
                </a:lnTo>
                <a:lnTo>
                  <a:pt x="407813" y="59763"/>
                </a:lnTo>
                <a:lnTo>
                  <a:pt x="410985" y="54310"/>
                </a:lnTo>
                <a:lnTo>
                  <a:pt x="413930" y="49083"/>
                </a:lnTo>
                <a:lnTo>
                  <a:pt x="417101" y="43857"/>
                </a:lnTo>
                <a:lnTo>
                  <a:pt x="420273" y="39085"/>
                </a:lnTo>
                <a:lnTo>
                  <a:pt x="423444" y="34540"/>
                </a:lnTo>
                <a:lnTo>
                  <a:pt x="426616" y="30222"/>
                </a:lnTo>
                <a:lnTo>
                  <a:pt x="432959" y="22496"/>
                </a:lnTo>
                <a:lnTo>
                  <a:pt x="438849" y="15679"/>
                </a:lnTo>
                <a:lnTo>
                  <a:pt x="444060" y="10226"/>
                </a:lnTo>
                <a:lnTo>
                  <a:pt x="448817" y="5908"/>
                </a:lnTo>
                <a:lnTo>
                  <a:pt x="452215" y="2500"/>
                </a:lnTo>
                <a:lnTo>
                  <a:pt x="45538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A1295900-7EC0-FBD8-F1F8-9DE9D5A5EF2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76989" y="4685380"/>
            <a:ext cx="299305" cy="312909"/>
          </a:xfrm>
          <a:prstGeom prst="rect">
            <a:avLst/>
          </a:prstGeom>
        </p:spPr>
      </p:pic>
      <p:sp>
        <p:nvSpPr>
          <p:cNvPr id="80" name="KSO_Shape">
            <a:extLst>
              <a:ext uri="{FF2B5EF4-FFF2-40B4-BE49-F238E27FC236}">
                <a16:creationId xmlns:a16="http://schemas.microsoft.com/office/drawing/2014/main" id="{4A0930A0-1FAB-DFE3-E5DD-B28DC5141A4A}"/>
              </a:ext>
            </a:extLst>
          </p:cNvPr>
          <p:cNvSpPr>
            <a:spLocks noChangeAspect="1"/>
          </p:cNvSpPr>
          <p:nvPr/>
        </p:nvSpPr>
        <p:spPr bwMode="auto">
          <a:xfrm>
            <a:off x="9600937" y="3995413"/>
            <a:ext cx="282203" cy="380498"/>
          </a:xfrm>
          <a:custGeom>
            <a:avLst/>
            <a:gdLst>
              <a:gd name="T0" fmla="*/ 1114659 w 1125538"/>
              <a:gd name="T1" fmla="*/ 1446451 h 1516063"/>
              <a:gd name="T2" fmla="*/ 1124632 w 1125538"/>
              <a:gd name="T3" fmla="*/ 1455581 h 1516063"/>
              <a:gd name="T4" fmla="*/ 1123952 w 1125538"/>
              <a:gd name="T5" fmla="*/ 1506706 h 1516063"/>
              <a:gd name="T6" fmla="*/ 1112619 w 1125538"/>
              <a:gd name="T7" fmla="*/ 1514922 h 1516063"/>
              <a:gd name="T8" fmla="*/ 14959 w 1125538"/>
              <a:gd name="T9" fmla="*/ 1515379 h 1516063"/>
              <a:gd name="T10" fmla="*/ 2720 w 1125538"/>
              <a:gd name="T11" fmla="*/ 1508075 h 1516063"/>
              <a:gd name="T12" fmla="*/ 453 w 1125538"/>
              <a:gd name="T13" fmla="*/ 1456950 h 1516063"/>
              <a:gd name="T14" fmla="*/ 9292 w 1125538"/>
              <a:gd name="T15" fmla="*/ 1447136 h 1516063"/>
              <a:gd name="T16" fmla="*/ 202628 w 1125538"/>
              <a:gd name="T17" fmla="*/ 1074964 h 1516063"/>
              <a:gd name="T18" fmla="*/ 218423 w 1125538"/>
              <a:gd name="T19" fmla="*/ 1080869 h 1516063"/>
              <a:gd name="T20" fmla="*/ 223838 w 1125538"/>
              <a:gd name="T21" fmla="*/ 1377473 h 1516063"/>
              <a:gd name="T22" fmla="*/ 216843 w 1125538"/>
              <a:gd name="T23" fmla="*/ 1389056 h 1516063"/>
              <a:gd name="T24" fmla="*/ 200146 w 1125538"/>
              <a:gd name="T25" fmla="*/ 1393825 h 1516063"/>
              <a:gd name="T26" fmla="*/ 8574 w 1125538"/>
              <a:gd name="T27" fmla="*/ 1390191 h 1516063"/>
              <a:gd name="T28" fmla="*/ 225 w 1125538"/>
              <a:gd name="T29" fmla="*/ 1379063 h 1516063"/>
              <a:gd name="T30" fmla="*/ 4287 w 1125538"/>
              <a:gd name="T31" fmla="*/ 1082005 h 1516063"/>
              <a:gd name="T32" fmla="*/ 18954 w 1125538"/>
              <a:gd name="T33" fmla="*/ 1075191 h 1516063"/>
              <a:gd name="T34" fmla="*/ 494553 w 1125538"/>
              <a:gd name="T35" fmla="*/ 906007 h 1516063"/>
              <a:gd name="T36" fmla="*/ 508443 w 1125538"/>
              <a:gd name="T37" fmla="*/ 918225 h 1516063"/>
              <a:gd name="T38" fmla="*/ 510720 w 1125538"/>
              <a:gd name="T39" fmla="*/ 1373688 h 1516063"/>
              <a:gd name="T40" fmla="*/ 500929 w 1125538"/>
              <a:gd name="T41" fmla="*/ 1389526 h 1516063"/>
              <a:gd name="T42" fmla="*/ 307154 w 1125538"/>
              <a:gd name="T43" fmla="*/ 1393599 h 1516063"/>
              <a:gd name="T44" fmla="*/ 291215 w 1125538"/>
              <a:gd name="T45" fmla="*/ 1384549 h 1516063"/>
              <a:gd name="T46" fmla="*/ 285750 w 1125538"/>
              <a:gd name="T47" fmla="*/ 930216 h 1516063"/>
              <a:gd name="T48" fmla="*/ 292581 w 1125538"/>
              <a:gd name="T49" fmla="*/ 912342 h 1516063"/>
              <a:gd name="T50" fmla="*/ 614065 w 1125538"/>
              <a:gd name="T51" fmla="*/ 754062 h 1516063"/>
              <a:gd name="T52" fmla="*/ 807605 w 1125538"/>
              <a:gd name="T53" fmla="*/ 758598 h 1516063"/>
              <a:gd name="T54" fmla="*/ 814388 w 1125538"/>
              <a:gd name="T55" fmla="*/ 776968 h 1516063"/>
              <a:gd name="T56" fmla="*/ 808962 w 1125538"/>
              <a:gd name="T57" fmla="*/ 1387929 h 1516063"/>
              <a:gd name="T58" fmla="*/ 790874 w 1125538"/>
              <a:gd name="T59" fmla="*/ 1393825 h 1516063"/>
              <a:gd name="T60" fmla="*/ 597559 w 1125538"/>
              <a:gd name="T61" fmla="*/ 1389290 h 1516063"/>
              <a:gd name="T62" fmla="*/ 590550 w 1125538"/>
              <a:gd name="T63" fmla="*/ 1370920 h 1516063"/>
              <a:gd name="T64" fmla="*/ 595977 w 1125538"/>
              <a:gd name="T65" fmla="*/ 759959 h 1516063"/>
              <a:gd name="T66" fmla="*/ 614065 w 1125538"/>
              <a:gd name="T67" fmla="*/ 754062 h 1516063"/>
              <a:gd name="T68" fmla="*/ 1117173 w 1125538"/>
              <a:gd name="T69" fmla="*/ 374198 h 1516063"/>
              <a:gd name="T70" fmla="*/ 1125538 w 1125538"/>
              <a:gd name="T71" fmla="*/ 395525 h 1516063"/>
              <a:gd name="T72" fmla="*/ 1121695 w 1125538"/>
              <a:gd name="T73" fmla="*/ 1383617 h 1516063"/>
              <a:gd name="T74" fmla="*/ 1106998 w 1125538"/>
              <a:gd name="T75" fmla="*/ 1390650 h 1516063"/>
              <a:gd name="T76" fmla="*/ 910292 w 1125538"/>
              <a:gd name="T77" fmla="*/ 1388381 h 1516063"/>
              <a:gd name="T78" fmla="*/ 901926 w 1125538"/>
              <a:gd name="T79" fmla="*/ 1366827 h 1516063"/>
              <a:gd name="T80" fmla="*/ 905544 w 1125538"/>
              <a:gd name="T81" fmla="*/ 378509 h 1516063"/>
              <a:gd name="T82" fmla="*/ 920466 w 1125538"/>
              <a:gd name="T83" fmla="*/ 371702 h 1516063"/>
              <a:gd name="T84" fmla="*/ 871862 w 1125538"/>
              <a:gd name="T85" fmla="*/ 250077 h 1516063"/>
              <a:gd name="T86" fmla="*/ 834181 w 1125538"/>
              <a:gd name="T87" fmla="*/ 369107 h 1516063"/>
              <a:gd name="T88" fmla="*/ 785151 w 1125538"/>
              <a:gd name="T89" fmla="*/ 471133 h 1516063"/>
              <a:gd name="T90" fmla="*/ 726588 w 1125538"/>
              <a:gd name="T91" fmla="*/ 557062 h 1516063"/>
              <a:gd name="T92" fmla="*/ 660533 w 1125538"/>
              <a:gd name="T93" fmla="*/ 628934 h 1516063"/>
              <a:gd name="T94" fmla="*/ 589258 w 1125538"/>
              <a:gd name="T95" fmla="*/ 687429 h 1516063"/>
              <a:gd name="T96" fmla="*/ 514351 w 1125538"/>
              <a:gd name="T97" fmla="*/ 733907 h 1516063"/>
              <a:gd name="T98" fmla="*/ 419015 w 1125538"/>
              <a:gd name="T99" fmla="*/ 777438 h 1516063"/>
              <a:gd name="T100" fmla="*/ 271244 w 1125538"/>
              <a:gd name="T101" fmla="*/ 819382 h 1516063"/>
              <a:gd name="T102" fmla="*/ 143448 w 1125538"/>
              <a:gd name="T103" fmla="*/ 835933 h 1516063"/>
              <a:gd name="T104" fmla="*/ 29499 w 1125538"/>
              <a:gd name="T105" fmla="*/ 836840 h 1516063"/>
              <a:gd name="T106" fmla="*/ 97823 w 1125538"/>
              <a:gd name="T107" fmla="*/ 823690 h 1516063"/>
              <a:gd name="T108" fmla="*/ 204055 w 1125538"/>
              <a:gd name="T109" fmla="*/ 801017 h 1516063"/>
              <a:gd name="T110" fmla="*/ 299618 w 1125538"/>
              <a:gd name="T111" fmla="*/ 770863 h 1516063"/>
              <a:gd name="T112" fmla="*/ 404715 w 1125538"/>
              <a:gd name="T113" fmla="*/ 724838 h 1516063"/>
              <a:gd name="T114" fmla="*/ 542725 w 1125538"/>
              <a:gd name="T115" fmla="*/ 635962 h 1516063"/>
              <a:gd name="T116" fmla="*/ 647822 w 1125538"/>
              <a:gd name="T117" fmla="*/ 535296 h 1516063"/>
              <a:gd name="T118" fmla="*/ 724091 w 1125538"/>
              <a:gd name="T119" fmla="*/ 431683 h 1516063"/>
              <a:gd name="T120" fmla="*/ 776299 w 1125538"/>
              <a:gd name="T121" fmla="*/ 333285 h 1516063"/>
              <a:gd name="T122" fmla="*/ 814206 w 1125538"/>
              <a:gd name="T123" fmla="*/ 229445 h 15160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125538" h="1516063">
                <a:moveTo>
                  <a:pt x="19039" y="1444625"/>
                </a:moveTo>
                <a:lnTo>
                  <a:pt x="21305" y="1444625"/>
                </a:lnTo>
                <a:lnTo>
                  <a:pt x="1104460" y="1444625"/>
                </a:lnTo>
                <a:lnTo>
                  <a:pt x="1106726" y="1444625"/>
                </a:lnTo>
                <a:lnTo>
                  <a:pt x="1108766" y="1444853"/>
                </a:lnTo>
                <a:lnTo>
                  <a:pt x="1110806" y="1445310"/>
                </a:lnTo>
                <a:lnTo>
                  <a:pt x="1112619" y="1445766"/>
                </a:lnTo>
                <a:lnTo>
                  <a:pt x="1114659" y="1446451"/>
                </a:lnTo>
                <a:lnTo>
                  <a:pt x="1116472" y="1447136"/>
                </a:lnTo>
                <a:lnTo>
                  <a:pt x="1118059" y="1448277"/>
                </a:lnTo>
                <a:lnTo>
                  <a:pt x="1119419" y="1449190"/>
                </a:lnTo>
                <a:lnTo>
                  <a:pt x="1120779" y="1450331"/>
                </a:lnTo>
                <a:lnTo>
                  <a:pt x="1122138" y="1451472"/>
                </a:lnTo>
                <a:lnTo>
                  <a:pt x="1123272" y="1452614"/>
                </a:lnTo>
                <a:lnTo>
                  <a:pt x="1123952" y="1453983"/>
                </a:lnTo>
                <a:lnTo>
                  <a:pt x="1124632" y="1455581"/>
                </a:lnTo>
                <a:lnTo>
                  <a:pt x="1125312" y="1456950"/>
                </a:lnTo>
                <a:lnTo>
                  <a:pt x="1125538" y="1458319"/>
                </a:lnTo>
                <a:lnTo>
                  <a:pt x="1125538" y="1459917"/>
                </a:lnTo>
                <a:lnTo>
                  <a:pt x="1125538" y="1500771"/>
                </a:lnTo>
                <a:lnTo>
                  <a:pt x="1125538" y="1502369"/>
                </a:lnTo>
                <a:lnTo>
                  <a:pt x="1125312" y="1503967"/>
                </a:lnTo>
                <a:lnTo>
                  <a:pt x="1124632" y="1505336"/>
                </a:lnTo>
                <a:lnTo>
                  <a:pt x="1123952" y="1506706"/>
                </a:lnTo>
                <a:lnTo>
                  <a:pt x="1123272" y="1508075"/>
                </a:lnTo>
                <a:lnTo>
                  <a:pt x="1122138" y="1509444"/>
                </a:lnTo>
                <a:lnTo>
                  <a:pt x="1120779" y="1510586"/>
                </a:lnTo>
                <a:lnTo>
                  <a:pt x="1119419" y="1511499"/>
                </a:lnTo>
                <a:lnTo>
                  <a:pt x="1118059" y="1512640"/>
                </a:lnTo>
                <a:lnTo>
                  <a:pt x="1116472" y="1513324"/>
                </a:lnTo>
                <a:lnTo>
                  <a:pt x="1114659" y="1514237"/>
                </a:lnTo>
                <a:lnTo>
                  <a:pt x="1112619" y="1514922"/>
                </a:lnTo>
                <a:lnTo>
                  <a:pt x="1110806" y="1515379"/>
                </a:lnTo>
                <a:lnTo>
                  <a:pt x="1108766" y="1515835"/>
                </a:lnTo>
                <a:lnTo>
                  <a:pt x="1106726" y="1516063"/>
                </a:lnTo>
                <a:lnTo>
                  <a:pt x="1104460" y="1516063"/>
                </a:lnTo>
                <a:lnTo>
                  <a:pt x="21305" y="1516063"/>
                </a:lnTo>
                <a:lnTo>
                  <a:pt x="19039" y="1516063"/>
                </a:lnTo>
                <a:lnTo>
                  <a:pt x="16772" y="1515835"/>
                </a:lnTo>
                <a:lnTo>
                  <a:pt x="14959" y="1515379"/>
                </a:lnTo>
                <a:lnTo>
                  <a:pt x="12919" y="1514922"/>
                </a:lnTo>
                <a:lnTo>
                  <a:pt x="11333" y="1514237"/>
                </a:lnTo>
                <a:lnTo>
                  <a:pt x="9292" y="1513324"/>
                </a:lnTo>
                <a:lnTo>
                  <a:pt x="7706" y="1512640"/>
                </a:lnTo>
                <a:lnTo>
                  <a:pt x="6346" y="1511499"/>
                </a:lnTo>
                <a:lnTo>
                  <a:pt x="4986" y="1510586"/>
                </a:lnTo>
                <a:lnTo>
                  <a:pt x="3853" y="1509444"/>
                </a:lnTo>
                <a:lnTo>
                  <a:pt x="2720" y="1508075"/>
                </a:lnTo>
                <a:lnTo>
                  <a:pt x="1586" y="1506706"/>
                </a:lnTo>
                <a:lnTo>
                  <a:pt x="906" y="1505336"/>
                </a:lnTo>
                <a:lnTo>
                  <a:pt x="453" y="1503967"/>
                </a:lnTo>
                <a:lnTo>
                  <a:pt x="226" y="1502369"/>
                </a:lnTo>
                <a:lnTo>
                  <a:pt x="0" y="1500771"/>
                </a:lnTo>
                <a:lnTo>
                  <a:pt x="0" y="1459917"/>
                </a:lnTo>
                <a:lnTo>
                  <a:pt x="226" y="1458319"/>
                </a:lnTo>
                <a:lnTo>
                  <a:pt x="453" y="1456950"/>
                </a:lnTo>
                <a:lnTo>
                  <a:pt x="906" y="1455581"/>
                </a:lnTo>
                <a:lnTo>
                  <a:pt x="1586" y="1453983"/>
                </a:lnTo>
                <a:lnTo>
                  <a:pt x="2720" y="1452614"/>
                </a:lnTo>
                <a:lnTo>
                  <a:pt x="3853" y="1451472"/>
                </a:lnTo>
                <a:lnTo>
                  <a:pt x="4986" y="1450331"/>
                </a:lnTo>
                <a:lnTo>
                  <a:pt x="6346" y="1449190"/>
                </a:lnTo>
                <a:lnTo>
                  <a:pt x="7706" y="1448277"/>
                </a:lnTo>
                <a:lnTo>
                  <a:pt x="9292" y="1447136"/>
                </a:lnTo>
                <a:lnTo>
                  <a:pt x="11333" y="1446451"/>
                </a:lnTo>
                <a:lnTo>
                  <a:pt x="12919" y="1445766"/>
                </a:lnTo>
                <a:lnTo>
                  <a:pt x="14959" y="1445310"/>
                </a:lnTo>
                <a:lnTo>
                  <a:pt x="16772" y="1444853"/>
                </a:lnTo>
                <a:lnTo>
                  <a:pt x="19039" y="1444625"/>
                </a:lnTo>
                <a:close/>
                <a:moveTo>
                  <a:pt x="23693" y="1074737"/>
                </a:moveTo>
                <a:lnTo>
                  <a:pt x="200146" y="1074737"/>
                </a:lnTo>
                <a:lnTo>
                  <a:pt x="202628" y="1074964"/>
                </a:lnTo>
                <a:lnTo>
                  <a:pt x="204884" y="1075191"/>
                </a:lnTo>
                <a:lnTo>
                  <a:pt x="207141" y="1075419"/>
                </a:lnTo>
                <a:lnTo>
                  <a:pt x="209397" y="1076100"/>
                </a:lnTo>
                <a:lnTo>
                  <a:pt x="211428" y="1076781"/>
                </a:lnTo>
                <a:lnTo>
                  <a:pt x="213233" y="1077690"/>
                </a:lnTo>
                <a:lnTo>
                  <a:pt x="215038" y="1078598"/>
                </a:lnTo>
                <a:lnTo>
                  <a:pt x="216843" y="1079734"/>
                </a:lnTo>
                <a:lnTo>
                  <a:pt x="218423" y="1080869"/>
                </a:lnTo>
                <a:lnTo>
                  <a:pt x="219551" y="1082005"/>
                </a:lnTo>
                <a:lnTo>
                  <a:pt x="220905" y="1083367"/>
                </a:lnTo>
                <a:lnTo>
                  <a:pt x="221807" y="1084957"/>
                </a:lnTo>
                <a:lnTo>
                  <a:pt x="222484" y="1086547"/>
                </a:lnTo>
                <a:lnTo>
                  <a:pt x="223161" y="1087910"/>
                </a:lnTo>
                <a:lnTo>
                  <a:pt x="223387" y="1089499"/>
                </a:lnTo>
                <a:lnTo>
                  <a:pt x="223838" y="1091316"/>
                </a:lnTo>
                <a:lnTo>
                  <a:pt x="223838" y="1377473"/>
                </a:lnTo>
                <a:lnTo>
                  <a:pt x="223387" y="1379063"/>
                </a:lnTo>
                <a:lnTo>
                  <a:pt x="223161" y="1380653"/>
                </a:lnTo>
                <a:lnTo>
                  <a:pt x="222484" y="1382470"/>
                </a:lnTo>
                <a:lnTo>
                  <a:pt x="221807" y="1383832"/>
                </a:lnTo>
                <a:lnTo>
                  <a:pt x="220905" y="1385195"/>
                </a:lnTo>
                <a:lnTo>
                  <a:pt x="219551" y="1386558"/>
                </a:lnTo>
                <a:lnTo>
                  <a:pt x="218423" y="1387693"/>
                </a:lnTo>
                <a:lnTo>
                  <a:pt x="216843" y="1389056"/>
                </a:lnTo>
                <a:lnTo>
                  <a:pt x="215038" y="1390191"/>
                </a:lnTo>
                <a:lnTo>
                  <a:pt x="213233" y="1391100"/>
                </a:lnTo>
                <a:lnTo>
                  <a:pt x="211428" y="1392008"/>
                </a:lnTo>
                <a:lnTo>
                  <a:pt x="209397" y="1392690"/>
                </a:lnTo>
                <a:lnTo>
                  <a:pt x="207141" y="1393144"/>
                </a:lnTo>
                <a:lnTo>
                  <a:pt x="204884" y="1393598"/>
                </a:lnTo>
                <a:lnTo>
                  <a:pt x="202628" y="1393825"/>
                </a:lnTo>
                <a:lnTo>
                  <a:pt x="200146" y="1393825"/>
                </a:lnTo>
                <a:lnTo>
                  <a:pt x="23693" y="1393825"/>
                </a:lnTo>
                <a:lnTo>
                  <a:pt x="21211" y="1393825"/>
                </a:lnTo>
                <a:lnTo>
                  <a:pt x="18954" y="1393598"/>
                </a:lnTo>
                <a:lnTo>
                  <a:pt x="16472" y="1393144"/>
                </a:lnTo>
                <a:lnTo>
                  <a:pt x="14441" y="1392690"/>
                </a:lnTo>
                <a:lnTo>
                  <a:pt x="12411" y="1392008"/>
                </a:lnTo>
                <a:lnTo>
                  <a:pt x="10605" y="1391100"/>
                </a:lnTo>
                <a:lnTo>
                  <a:pt x="8574" y="1390191"/>
                </a:lnTo>
                <a:lnTo>
                  <a:pt x="6995" y="1389056"/>
                </a:lnTo>
                <a:lnTo>
                  <a:pt x="5415" y="1387693"/>
                </a:lnTo>
                <a:lnTo>
                  <a:pt x="4287" y="1386558"/>
                </a:lnTo>
                <a:lnTo>
                  <a:pt x="3159" y="1385195"/>
                </a:lnTo>
                <a:lnTo>
                  <a:pt x="1805" y="1383832"/>
                </a:lnTo>
                <a:lnTo>
                  <a:pt x="1128" y="1382470"/>
                </a:lnTo>
                <a:lnTo>
                  <a:pt x="451" y="1380653"/>
                </a:lnTo>
                <a:lnTo>
                  <a:pt x="225" y="1379063"/>
                </a:lnTo>
                <a:lnTo>
                  <a:pt x="0" y="1377473"/>
                </a:lnTo>
                <a:lnTo>
                  <a:pt x="0" y="1091316"/>
                </a:lnTo>
                <a:lnTo>
                  <a:pt x="225" y="1089499"/>
                </a:lnTo>
                <a:lnTo>
                  <a:pt x="451" y="1087910"/>
                </a:lnTo>
                <a:lnTo>
                  <a:pt x="1128" y="1086547"/>
                </a:lnTo>
                <a:lnTo>
                  <a:pt x="1805" y="1084957"/>
                </a:lnTo>
                <a:lnTo>
                  <a:pt x="3159" y="1083367"/>
                </a:lnTo>
                <a:lnTo>
                  <a:pt x="4287" y="1082005"/>
                </a:lnTo>
                <a:lnTo>
                  <a:pt x="5415" y="1080869"/>
                </a:lnTo>
                <a:lnTo>
                  <a:pt x="6995" y="1079734"/>
                </a:lnTo>
                <a:lnTo>
                  <a:pt x="8574" y="1078598"/>
                </a:lnTo>
                <a:lnTo>
                  <a:pt x="10605" y="1077690"/>
                </a:lnTo>
                <a:lnTo>
                  <a:pt x="12411" y="1076781"/>
                </a:lnTo>
                <a:lnTo>
                  <a:pt x="14441" y="1076100"/>
                </a:lnTo>
                <a:lnTo>
                  <a:pt x="16472" y="1075419"/>
                </a:lnTo>
                <a:lnTo>
                  <a:pt x="18954" y="1075191"/>
                </a:lnTo>
                <a:lnTo>
                  <a:pt x="21211" y="1074964"/>
                </a:lnTo>
                <a:lnTo>
                  <a:pt x="23693" y="1074737"/>
                </a:lnTo>
                <a:close/>
                <a:moveTo>
                  <a:pt x="307154" y="904875"/>
                </a:moveTo>
                <a:lnTo>
                  <a:pt x="309431" y="904875"/>
                </a:lnTo>
                <a:lnTo>
                  <a:pt x="487494" y="904875"/>
                </a:lnTo>
                <a:lnTo>
                  <a:pt x="489771" y="904875"/>
                </a:lnTo>
                <a:lnTo>
                  <a:pt x="492276" y="905328"/>
                </a:lnTo>
                <a:lnTo>
                  <a:pt x="494553" y="906007"/>
                </a:lnTo>
                <a:lnTo>
                  <a:pt x="496602" y="906685"/>
                </a:lnTo>
                <a:lnTo>
                  <a:pt x="498652" y="908043"/>
                </a:lnTo>
                <a:lnTo>
                  <a:pt x="500929" y="909174"/>
                </a:lnTo>
                <a:lnTo>
                  <a:pt x="502523" y="910758"/>
                </a:lnTo>
                <a:lnTo>
                  <a:pt x="504344" y="912342"/>
                </a:lnTo>
                <a:lnTo>
                  <a:pt x="505710" y="913926"/>
                </a:lnTo>
                <a:lnTo>
                  <a:pt x="507304" y="916188"/>
                </a:lnTo>
                <a:lnTo>
                  <a:pt x="508443" y="918225"/>
                </a:lnTo>
                <a:lnTo>
                  <a:pt x="509354" y="920261"/>
                </a:lnTo>
                <a:lnTo>
                  <a:pt x="510264" y="922750"/>
                </a:lnTo>
                <a:lnTo>
                  <a:pt x="510720" y="925012"/>
                </a:lnTo>
                <a:lnTo>
                  <a:pt x="511175" y="927501"/>
                </a:lnTo>
                <a:lnTo>
                  <a:pt x="511175" y="930216"/>
                </a:lnTo>
                <a:lnTo>
                  <a:pt x="511175" y="1368484"/>
                </a:lnTo>
                <a:lnTo>
                  <a:pt x="511175" y="1370973"/>
                </a:lnTo>
                <a:lnTo>
                  <a:pt x="510720" y="1373688"/>
                </a:lnTo>
                <a:lnTo>
                  <a:pt x="510264" y="1376177"/>
                </a:lnTo>
                <a:lnTo>
                  <a:pt x="509354" y="1378439"/>
                </a:lnTo>
                <a:lnTo>
                  <a:pt x="508443" y="1380702"/>
                </a:lnTo>
                <a:lnTo>
                  <a:pt x="507304" y="1382738"/>
                </a:lnTo>
                <a:lnTo>
                  <a:pt x="505710" y="1384549"/>
                </a:lnTo>
                <a:lnTo>
                  <a:pt x="504344" y="1386359"/>
                </a:lnTo>
                <a:lnTo>
                  <a:pt x="502523" y="1388169"/>
                </a:lnTo>
                <a:lnTo>
                  <a:pt x="500929" y="1389526"/>
                </a:lnTo>
                <a:lnTo>
                  <a:pt x="498652" y="1390884"/>
                </a:lnTo>
                <a:lnTo>
                  <a:pt x="496602" y="1391789"/>
                </a:lnTo>
                <a:lnTo>
                  <a:pt x="494553" y="1392694"/>
                </a:lnTo>
                <a:lnTo>
                  <a:pt x="492276" y="1393373"/>
                </a:lnTo>
                <a:lnTo>
                  <a:pt x="489771" y="1393599"/>
                </a:lnTo>
                <a:lnTo>
                  <a:pt x="487494" y="1393825"/>
                </a:lnTo>
                <a:lnTo>
                  <a:pt x="309431" y="1393825"/>
                </a:lnTo>
                <a:lnTo>
                  <a:pt x="307154" y="1393599"/>
                </a:lnTo>
                <a:lnTo>
                  <a:pt x="304422" y="1393373"/>
                </a:lnTo>
                <a:lnTo>
                  <a:pt x="302372" y="1392694"/>
                </a:lnTo>
                <a:lnTo>
                  <a:pt x="300323" y="1391789"/>
                </a:lnTo>
                <a:lnTo>
                  <a:pt x="298274" y="1390884"/>
                </a:lnTo>
                <a:lnTo>
                  <a:pt x="295997" y="1389526"/>
                </a:lnTo>
                <a:lnTo>
                  <a:pt x="294403" y="1388169"/>
                </a:lnTo>
                <a:lnTo>
                  <a:pt x="292581" y="1386359"/>
                </a:lnTo>
                <a:lnTo>
                  <a:pt x="291215" y="1384549"/>
                </a:lnTo>
                <a:lnTo>
                  <a:pt x="289621" y="1382738"/>
                </a:lnTo>
                <a:lnTo>
                  <a:pt x="288483" y="1380702"/>
                </a:lnTo>
                <a:lnTo>
                  <a:pt x="287572" y="1378439"/>
                </a:lnTo>
                <a:lnTo>
                  <a:pt x="286661" y="1376177"/>
                </a:lnTo>
                <a:lnTo>
                  <a:pt x="286206" y="1373688"/>
                </a:lnTo>
                <a:lnTo>
                  <a:pt x="285750" y="1370973"/>
                </a:lnTo>
                <a:lnTo>
                  <a:pt x="285750" y="1368484"/>
                </a:lnTo>
                <a:lnTo>
                  <a:pt x="285750" y="930216"/>
                </a:lnTo>
                <a:lnTo>
                  <a:pt x="285750" y="927501"/>
                </a:lnTo>
                <a:lnTo>
                  <a:pt x="286206" y="925012"/>
                </a:lnTo>
                <a:lnTo>
                  <a:pt x="286661" y="922750"/>
                </a:lnTo>
                <a:lnTo>
                  <a:pt x="287572" y="920261"/>
                </a:lnTo>
                <a:lnTo>
                  <a:pt x="288483" y="918225"/>
                </a:lnTo>
                <a:lnTo>
                  <a:pt x="289621" y="916188"/>
                </a:lnTo>
                <a:lnTo>
                  <a:pt x="291215" y="913926"/>
                </a:lnTo>
                <a:lnTo>
                  <a:pt x="292581" y="912342"/>
                </a:lnTo>
                <a:lnTo>
                  <a:pt x="294403" y="910758"/>
                </a:lnTo>
                <a:lnTo>
                  <a:pt x="295997" y="909174"/>
                </a:lnTo>
                <a:lnTo>
                  <a:pt x="298274" y="908043"/>
                </a:lnTo>
                <a:lnTo>
                  <a:pt x="300323" y="906685"/>
                </a:lnTo>
                <a:lnTo>
                  <a:pt x="302372" y="906007"/>
                </a:lnTo>
                <a:lnTo>
                  <a:pt x="304422" y="905328"/>
                </a:lnTo>
                <a:lnTo>
                  <a:pt x="307154" y="904875"/>
                </a:lnTo>
                <a:close/>
                <a:moveTo>
                  <a:pt x="614065" y="754062"/>
                </a:moveTo>
                <a:lnTo>
                  <a:pt x="790874" y="754062"/>
                </a:lnTo>
                <a:lnTo>
                  <a:pt x="795848" y="754289"/>
                </a:lnTo>
                <a:lnTo>
                  <a:pt x="797883" y="754516"/>
                </a:lnTo>
                <a:lnTo>
                  <a:pt x="800144" y="754969"/>
                </a:lnTo>
                <a:lnTo>
                  <a:pt x="802179" y="755650"/>
                </a:lnTo>
                <a:lnTo>
                  <a:pt x="804214" y="756330"/>
                </a:lnTo>
                <a:lnTo>
                  <a:pt x="806023" y="757237"/>
                </a:lnTo>
                <a:lnTo>
                  <a:pt x="807605" y="758598"/>
                </a:lnTo>
                <a:lnTo>
                  <a:pt x="808962" y="759959"/>
                </a:lnTo>
                <a:lnTo>
                  <a:pt x="810545" y="761546"/>
                </a:lnTo>
                <a:lnTo>
                  <a:pt x="811675" y="763360"/>
                </a:lnTo>
                <a:lnTo>
                  <a:pt x="812579" y="765855"/>
                </a:lnTo>
                <a:lnTo>
                  <a:pt x="813484" y="768123"/>
                </a:lnTo>
                <a:lnTo>
                  <a:pt x="813936" y="770618"/>
                </a:lnTo>
                <a:lnTo>
                  <a:pt x="814388" y="773793"/>
                </a:lnTo>
                <a:lnTo>
                  <a:pt x="814388" y="776968"/>
                </a:lnTo>
                <a:lnTo>
                  <a:pt x="814388" y="1370920"/>
                </a:lnTo>
                <a:lnTo>
                  <a:pt x="814388" y="1374322"/>
                </a:lnTo>
                <a:lnTo>
                  <a:pt x="813936" y="1377043"/>
                </a:lnTo>
                <a:lnTo>
                  <a:pt x="813484" y="1379764"/>
                </a:lnTo>
                <a:lnTo>
                  <a:pt x="812579" y="1382259"/>
                </a:lnTo>
                <a:lnTo>
                  <a:pt x="811675" y="1384300"/>
                </a:lnTo>
                <a:lnTo>
                  <a:pt x="810545" y="1386114"/>
                </a:lnTo>
                <a:lnTo>
                  <a:pt x="808962" y="1387929"/>
                </a:lnTo>
                <a:lnTo>
                  <a:pt x="807605" y="1389290"/>
                </a:lnTo>
                <a:lnTo>
                  <a:pt x="806023" y="1390423"/>
                </a:lnTo>
                <a:lnTo>
                  <a:pt x="804214" y="1391331"/>
                </a:lnTo>
                <a:lnTo>
                  <a:pt x="802179" y="1392238"/>
                </a:lnTo>
                <a:lnTo>
                  <a:pt x="800144" y="1392691"/>
                </a:lnTo>
                <a:lnTo>
                  <a:pt x="797883" y="1393145"/>
                </a:lnTo>
                <a:lnTo>
                  <a:pt x="795848" y="1393598"/>
                </a:lnTo>
                <a:lnTo>
                  <a:pt x="790874" y="1393825"/>
                </a:lnTo>
                <a:lnTo>
                  <a:pt x="614065" y="1393825"/>
                </a:lnTo>
                <a:lnTo>
                  <a:pt x="609316" y="1393598"/>
                </a:lnTo>
                <a:lnTo>
                  <a:pt x="607055" y="1393145"/>
                </a:lnTo>
                <a:lnTo>
                  <a:pt x="605021" y="1392691"/>
                </a:lnTo>
                <a:lnTo>
                  <a:pt x="602760" y="1392238"/>
                </a:lnTo>
                <a:lnTo>
                  <a:pt x="600951" y="1391331"/>
                </a:lnTo>
                <a:lnTo>
                  <a:pt x="599142" y="1390423"/>
                </a:lnTo>
                <a:lnTo>
                  <a:pt x="597559" y="1389290"/>
                </a:lnTo>
                <a:lnTo>
                  <a:pt x="595977" y="1387929"/>
                </a:lnTo>
                <a:lnTo>
                  <a:pt x="594394" y="1386114"/>
                </a:lnTo>
                <a:lnTo>
                  <a:pt x="593263" y="1384300"/>
                </a:lnTo>
                <a:lnTo>
                  <a:pt x="592359" y="1382259"/>
                </a:lnTo>
                <a:lnTo>
                  <a:pt x="591681" y="1379764"/>
                </a:lnTo>
                <a:lnTo>
                  <a:pt x="591002" y="1377043"/>
                </a:lnTo>
                <a:lnTo>
                  <a:pt x="590776" y="1374322"/>
                </a:lnTo>
                <a:lnTo>
                  <a:pt x="590550" y="1370920"/>
                </a:lnTo>
                <a:lnTo>
                  <a:pt x="590550" y="776968"/>
                </a:lnTo>
                <a:lnTo>
                  <a:pt x="590776" y="773793"/>
                </a:lnTo>
                <a:lnTo>
                  <a:pt x="591002" y="770618"/>
                </a:lnTo>
                <a:lnTo>
                  <a:pt x="591681" y="768123"/>
                </a:lnTo>
                <a:lnTo>
                  <a:pt x="592359" y="765855"/>
                </a:lnTo>
                <a:lnTo>
                  <a:pt x="593263" y="763360"/>
                </a:lnTo>
                <a:lnTo>
                  <a:pt x="594394" y="761546"/>
                </a:lnTo>
                <a:lnTo>
                  <a:pt x="595977" y="759959"/>
                </a:lnTo>
                <a:lnTo>
                  <a:pt x="597559" y="758598"/>
                </a:lnTo>
                <a:lnTo>
                  <a:pt x="599142" y="757237"/>
                </a:lnTo>
                <a:lnTo>
                  <a:pt x="600951" y="756330"/>
                </a:lnTo>
                <a:lnTo>
                  <a:pt x="602760" y="755650"/>
                </a:lnTo>
                <a:lnTo>
                  <a:pt x="605021" y="754969"/>
                </a:lnTo>
                <a:lnTo>
                  <a:pt x="607055" y="754516"/>
                </a:lnTo>
                <a:lnTo>
                  <a:pt x="609316" y="754289"/>
                </a:lnTo>
                <a:lnTo>
                  <a:pt x="614065" y="754062"/>
                </a:lnTo>
                <a:close/>
                <a:moveTo>
                  <a:pt x="925215" y="371475"/>
                </a:moveTo>
                <a:lnTo>
                  <a:pt x="1102024" y="371475"/>
                </a:lnTo>
                <a:lnTo>
                  <a:pt x="1106998" y="371702"/>
                </a:lnTo>
                <a:lnTo>
                  <a:pt x="1109033" y="371702"/>
                </a:lnTo>
                <a:lnTo>
                  <a:pt x="1111294" y="371929"/>
                </a:lnTo>
                <a:lnTo>
                  <a:pt x="1113329" y="372383"/>
                </a:lnTo>
                <a:lnTo>
                  <a:pt x="1115364" y="373290"/>
                </a:lnTo>
                <a:lnTo>
                  <a:pt x="1117173" y="374198"/>
                </a:lnTo>
                <a:lnTo>
                  <a:pt x="1118755" y="375332"/>
                </a:lnTo>
                <a:lnTo>
                  <a:pt x="1120112" y="376694"/>
                </a:lnTo>
                <a:lnTo>
                  <a:pt x="1121695" y="378509"/>
                </a:lnTo>
                <a:lnTo>
                  <a:pt x="1122825" y="381004"/>
                </a:lnTo>
                <a:lnTo>
                  <a:pt x="1123729" y="383727"/>
                </a:lnTo>
                <a:lnTo>
                  <a:pt x="1124634" y="387130"/>
                </a:lnTo>
                <a:lnTo>
                  <a:pt x="1125086" y="390987"/>
                </a:lnTo>
                <a:lnTo>
                  <a:pt x="1125538" y="395525"/>
                </a:lnTo>
                <a:lnTo>
                  <a:pt x="1125538" y="400517"/>
                </a:lnTo>
                <a:lnTo>
                  <a:pt x="1125538" y="1361609"/>
                </a:lnTo>
                <a:lnTo>
                  <a:pt x="1125538" y="1366827"/>
                </a:lnTo>
                <a:lnTo>
                  <a:pt x="1125086" y="1371138"/>
                </a:lnTo>
                <a:lnTo>
                  <a:pt x="1124634" y="1375222"/>
                </a:lnTo>
                <a:lnTo>
                  <a:pt x="1123729" y="1378398"/>
                </a:lnTo>
                <a:lnTo>
                  <a:pt x="1122825" y="1381348"/>
                </a:lnTo>
                <a:lnTo>
                  <a:pt x="1121695" y="1383617"/>
                </a:lnTo>
                <a:lnTo>
                  <a:pt x="1120112" y="1385432"/>
                </a:lnTo>
                <a:lnTo>
                  <a:pt x="1118755" y="1387020"/>
                </a:lnTo>
                <a:lnTo>
                  <a:pt x="1117173" y="1388381"/>
                </a:lnTo>
                <a:lnTo>
                  <a:pt x="1115364" y="1389289"/>
                </a:lnTo>
                <a:lnTo>
                  <a:pt x="1113329" y="1389743"/>
                </a:lnTo>
                <a:lnTo>
                  <a:pt x="1111294" y="1390196"/>
                </a:lnTo>
                <a:lnTo>
                  <a:pt x="1109033" y="1390423"/>
                </a:lnTo>
                <a:lnTo>
                  <a:pt x="1106998" y="1390650"/>
                </a:lnTo>
                <a:lnTo>
                  <a:pt x="1102024" y="1390650"/>
                </a:lnTo>
                <a:lnTo>
                  <a:pt x="925215" y="1390650"/>
                </a:lnTo>
                <a:lnTo>
                  <a:pt x="920466" y="1390650"/>
                </a:lnTo>
                <a:lnTo>
                  <a:pt x="918205" y="1390423"/>
                </a:lnTo>
                <a:lnTo>
                  <a:pt x="916171" y="1390196"/>
                </a:lnTo>
                <a:lnTo>
                  <a:pt x="913910" y="1389743"/>
                </a:lnTo>
                <a:lnTo>
                  <a:pt x="912101" y="1389289"/>
                </a:lnTo>
                <a:lnTo>
                  <a:pt x="910292" y="1388381"/>
                </a:lnTo>
                <a:lnTo>
                  <a:pt x="908709" y="1387020"/>
                </a:lnTo>
                <a:lnTo>
                  <a:pt x="907127" y="1385432"/>
                </a:lnTo>
                <a:lnTo>
                  <a:pt x="905544" y="1383617"/>
                </a:lnTo>
                <a:lnTo>
                  <a:pt x="904413" y="1381348"/>
                </a:lnTo>
                <a:lnTo>
                  <a:pt x="903509" y="1378398"/>
                </a:lnTo>
                <a:lnTo>
                  <a:pt x="902831" y="1375222"/>
                </a:lnTo>
                <a:lnTo>
                  <a:pt x="902152" y="1371138"/>
                </a:lnTo>
                <a:lnTo>
                  <a:pt x="901926" y="1366827"/>
                </a:lnTo>
                <a:lnTo>
                  <a:pt x="901700" y="1361609"/>
                </a:lnTo>
                <a:lnTo>
                  <a:pt x="901700" y="400517"/>
                </a:lnTo>
                <a:lnTo>
                  <a:pt x="901926" y="395525"/>
                </a:lnTo>
                <a:lnTo>
                  <a:pt x="902152" y="390987"/>
                </a:lnTo>
                <a:lnTo>
                  <a:pt x="902831" y="387130"/>
                </a:lnTo>
                <a:lnTo>
                  <a:pt x="903509" y="383727"/>
                </a:lnTo>
                <a:lnTo>
                  <a:pt x="904413" y="381004"/>
                </a:lnTo>
                <a:lnTo>
                  <a:pt x="905544" y="378509"/>
                </a:lnTo>
                <a:lnTo>
                  <a:pt x="907127" y="376694"/>
                </a:lnTo>
                <a:lnTo>
                  <a:pt x="908709" y="375332"/>
                </a:lnTo>
                <a:lnTo>
                  <a:pt x="910292" y="374198"/>
                </a:lnTo>
                <a:lnTo>
                  <a:pt x="912101" y="373290"/>
                </a:lnTo>
                <a:lnTo>
                  <a:pt x="913910" y="372383"/>
                </a:lnTo>
                <a:lnTo>
                  <a:pt x="916171" y="371929"/>
                </a:lnTo>
                <a:lnTo>
                  <a:pt x="918205" y="371702"/>
                </a:lnTo>
                <a:lnTo>
                  <a:pt x="920466" y="371702"/>
                </a:lnTo>
                <a:lnTo>
                  <a:pt x="925215" y="371475"/>
                </a:lnTo>
                <a:close/>
                <a:moveTo>
                  <a:pt x="866187" y="0"/>
                </a:moveTo>
                <a:lnTo>
                  <a:pt x="1014412" y="183647"/>
                </a:lnTo>
                <a:lnTo>
                  <a:pt x="885708" y="183647"/>
                </a:lnTo>
                <a:lnTo>
                  <a:pt x="882530" y="200651"/>
                </a:lnTo>
                <a:lnTo>
                  <a:pt x="879126" y="217202"/>
                </a:lnTo>
                <a:lnTo>
                  <a:pt x="875494" y="233980"/>
                </a:lnTo>
                <a:lnTo>
                  <a:pt x="871862" y="250077"/>
                </a:lnTo>
                <a:lnTo>
                  <a:pt x="867776" y="265948"/>
                </a:lnTo>
                <a:lnTo>
                  <a:pt x="863690" y="281365"/>
                </a:lnTo>
                <a:lnTo>
                  <a:pt x="859150" y="296782"/>
                </a:lnTo>
                <a:lnTo>
                  <a:pt x="854384" y="311746"/>
                </a:lnTo>
                <a:lnTo>
                  <a:pt x="849844" y="326483"/>
                </a:lnTo>
                <a:lnTo>
                  <a:pt x="844623" y="340994"/>
                </a:lnTo>
                <a:lnTo>
                  <a:pt x="839402" y="355051"/>
                </a:lnTo>
                <a:lnTo>
                  <a:pt x="834181" y="369107"/>
                </a:lnTo>
                <a:lnTo>
                  <a:pt x="828734" y="382711"/>
                </a:lnTo>
                <a:lnTo>
                  <a:pt x="822832" y="396088"/>
                </a:lnTo>
                <a:lnTo>
                  <a:pt x="816930" y="409238"/>
                </a:lnTo>
                <a:lnTo>
                  <a:pt x="811028" y="422161"/>
                </a:lnTo>
                <a:lnTo>
                  <a:pt x="804900" y="434857"/>
                </a:lnTo>
                <a:lnTo>
                  <a:pt x="798317" y="446874"/>
                </a:lnTo>
                <a:lnTo>
                  <a:pt x="791734" y="459117"/>
                </a:lnTo>
                <a:lnTo>
                  <a:pt x="785151" y="471133"/>
                </a:lnTo>
                <a:lnTo>
                  <a:pt x="778342" y="482470"/>
                </a:lnTo>
                <a:lnTo>
                  <a:pt x="771305" y="494033"/>
                </a:lnTo>
                <a:lnTo>
                  <a:pt x="764041" y="505142"/>
                </a:lnTo>
                <a:lnTo>
                  <a:pt x="756777" y="516025"/>
                </a:lnTo>
                <a:lnTo>
                  <a:pt x="749514" y="526681"/>
                </a:lnTo>
                <a:lnTo>
                  <a:pt x="742023" y="537110"/>
                </a:lnTo>
                <a:lnTo>
                  <a:pt x="734305" y="547313"/>
                </a:lnTo>
                <a:lnTo>
                  <a:pt x="726588" y="557062"/>
                </a:lnTo>
                <a:lnTo>
                  <a:pt x="718643" y="567038"/>
                </a:lnTo>
                <a:lnTo>
                  <a:pt x="710698" y="576334"/>
                </a:lnTo>
                <a:lnTo>
                  <a:pt x="702754" y="585629"/>
                </a:lnTo>
                <a:lnTo>
                  <a:pt x="694582" y="594698"/>
                </a:lnTo>
                <a:lnTo>
                  <a:pt x="686183" y="603767"/>
                </a:lnTo>
                <a:lnTo>
                  <a:pt x="677785" y="612156"/>
                </a:lnTo>
                <a:lnTo>
                  <a:pt x="669159" y="620545"/>
                </a:lnTo>
                <a:lnTo>
                  <a:pt x="660533" y="628934"/>
                </a:lnTo>
                <a:lnTo>
                  <a:pt x="651908" y="636869"/>
                </a:lnTo>
                <a:lnTo>
                  <a:pt x="643282" y="644578"/>
                </a:lnTo>
                <a:lnTo>
                  <a:pt x="634429" y="652286"/>
                </a:lnTo>
                <a:lnTo>
                  <a:pt x="625577" y="659541"/>
                </a:lnTo>
                <a:lnTo>
                  <a:pt x="616497" y="666797"/>
                </a:lnTo>
                <a:lnTo>
                  <a:pt x="607417" y="673825"/>
                </a:lnTo>
                <a:lnTo>
                  <a:pt x="598338" y="680627"/>
                </a:lnTo>
                <a:lnTo>
                  <a:pt x="589258" y="687429"/>
                </a:lnTo>
                <a:lnTo>
                  <a:pt x="579952" y="693777"/>
                </a:lnTo>
                <a:lnTo>
                  <a:pt x="570645" y="700125"/>
                </a:lnTo>
                <a:lnTo>
                  <a:pt x="561565" y="706020"/>
                </a:lnTo>
                <a:lnTo>
                  <a:pt x="552259" y="711915"/>
                </a:lnTo>
                <a:lnTo>
                  <a:pt x="542725" y="717810"/>
                </a:lnTo>
                <a:lnTo>
                  <a:pt x="533191" y="723478"/>
                </a:lnTo>
                <a:lnTo>
                  <a:pt x="523885" y="728919"/>
                </a:lnTo>
                <a:lnTo>
                  <a:pt x="514351" y="733907"/>
                </a:lnTo>
                <a:lnTo>
                  <a:pt x="504818" y="739122"/>
                </a:lnTo>
                <a:lnTo>
                  <a:pt x="495284" y="743883"/>
                </a:lnTo>
                <a:lnTo>
                  <a:pt x="485750" y="748644"/>
                </a:lnTo>
                <a:lnTo>
                  <a:pt x="476217" y="753179"/>
                </a:lnTo>
                <a:lnTo>
                  <a:pt x="466683" y="757486"/>
                </a:lnTo>
                <a:lnTo>
                  <a:pt x="457149" y="761794"/>
                </a:lnTo>
                <a:lnTo>
                  <a:pt x="437855" y="769956"/>
                </a:lnTo>
                <a:lnTo>
                  <a:pt x="419015" y="777438"/>
                </a:lnTo>
                <a:lnTo>
                  <a:pt x="399948" y="784467"/>
                </a:lnTo>
                <a:lnTo>
                  <a:pt x="381107" y="790815"/>
                </a:lnTo>
                <a:lnTo>
                  <a:pt x="362040" y="796936"/>
                </a:lnTo>
                <a:lnTo>
                  <a:pt x="343654" y="802151"/>
                </a:lnTo>
                <a:lnTo>
                  <a:pt x="325041" y="807139"/>
                </a:lnTo>
                <a:lnTo>
                  <a:pt x="306881" y="811673"/>
                </a:lnTo>
                <a:lnTo>
                  <a:pt x="288722" y="815528"/>
                </a:lnTo>
                <a:lnTo>
                  <a:pt x="271244" y="819382"/>
                </a:lnTo>
                <a:lnTo>
                  <a:pt x="253539" y="822556"/>
                </a:lnTo>
                <a:lnTo>
                  <a:pt x="236514" y="825504"/>
                </a:lnTo>
                <a:lnTo>
                  <a:pt x="219944" y="827998"/>
                </a:lnTo>
                <a:lnTo>
                  <a:pt x="203828" y="830038"/>
                </a:lnTo>
                <a:lnTo>
                  <a:pt x="187938" y="831852"/>
                </a:lnTo>
                <a:lnTo>
                  <a:pt x="172503" y="833666"/>
                </a:lnTo>
                <a:lnTo>
                  <a:pt x="157748" y="835026"/>
                </a:lnTo>
                <a:lnTo>
                  <a:pt x="143448" y="835933"/>
                </a:lnTo>
                <a:lnTo>
                  <a:pt x="129602" y="836840"/>
                </a:lnTo>
                <a:lnTo>
                  <a:pt x="116436" y="837293"/>
                </a:lnTo>
                <a:lnTo>
                  <a:pt x="103725" y="837747"/>
                </a:lnTo>
                <a:lnTo>
                  <a:pt x="91921" y="837973"/>
                </a:lnTo>
                <a:lnTo>
                  <a:pt x="80571" y="838200"/>
                </a:lnTo>
                <a:lnTo>
                  <a:pt x="60369" y="837973"/>
                </a:lnTo>
                <a:lnTo>
                  <a:pt x="43345" y="837520"/>
                </a:lnTo>
                <a:lnTo>
                  <a:pt x="29499" y="836840"/>
                </a:lnTo>
                <a:lnTo>
                  <a:pt x="19511" y="836386"/>
                </a:lnTo>
                <a:lnTo>
                  <a:pt x="11112" y="835480"/>
                </a:lnTo>
                <a:lnTo>
                  <a:pt x="26094" y="834119"/>
                </a:lnTo>
                <a:lnTo>
                  <a:pt x="40848" y="832079"/>
                </a:lnTo>
                <a:lnTo>
                  <a:pt x="55375" y="830265"/>
                </a:lnTo>
                <a:lnTo>
                  <a:pt x="69676" y="828224"/>
                </a:lnTo>
                <a:lnTo>
                  <a:pt x="83976" y="826184"/>
                </a:lnTo>
                <a:lnTo>
                  <a:pt x="97823" y="823690"/>
                </a:lnTo>
                <a:lnTo>
                  <a:pt x="111669" y="821423"/>
                </a:lnTo>
                <a:lnTo>
                  <a:pt x="125516" y="818929"/>
                </a:lnTo>
                <a:lnTo>
                  <a:pt x="138908" y="815981"/>
                </a:lnTo>
                <a:lnTo>
                  <a:pt x="152301" y="813261"/>
                </a:lnTo>
                <a:lnTo>
                  <a:pt x="165693" y="810540"/>
                </a:lnTo>
                <a:lnTo>
                  <a:pt x="178405" y="807366"/>
                </a:lnTo>
                <a:lnTo>
                  <a:pt x="191343" y="804418"/>
                </a:lnTo>
                <a:lnTo>
                  <a:pt x="204055" y="801017"/>
                </a:lnTo>
                <a:lnTo>
                  <a:pt x="216312" y="797617"/>
                </a:lnTo>
                <a:lnTo>
                  <a:pt x="228797" y="793989"/>
                </a:lnTo>
                <a:lnTo>
                  <a:pt x="241054" y="790588"/>
                </a:lnTo>
                <a:lnTo>
                  <a:pt x="252858" y="786734"/>
                </a:lnTo>
                <a:lnTo>
                  <a:pt x="264888" y="783106"/>
                </a:lnTo>
                <a:lnTo>
                  <a:pt x="276692" y="779025"/>
                </a:lnTo>
                <a:lnTo>
                  <a:pt x="288041" y="775171"/>
                </a:lnTo>
                <a:lnTo>
                  <a:pt x="299618" y="770863"/>
                </a:lnTo>
                <a:lnTo>
                  <a:pt x="310513" y="766782"/>
                </a:lnTo>
                <a:lnTo>
                  <a:pt x="321863" y="762474"/>
                </a:lnTo>
                <a:lnTo>
                  <a:pt x="332531" y="757940"/>
                </a:lnTo>
                <a:lnTo>
                  <a:pt x="343427" y="753632"/>
                </a:lnTo>
                <a:lnTo>
                  <a:pt x="353869" y="748871"/>
                </a:lnTo>
                <a:lnTo>
                  <a:pt x="364310" y="744336"/>
                </a:lnTo>
                <a:lnTo>
                  <a:pt x="384739" y="734587"/>
                </a:lnTo>
                <a:lnTo>
                  <a:pt x="404715" y="724838"/>
                </a:lnTo>
                <a:lnTo>
                  <a:pt x="423782" y="714635"/>
                </a:lnTo>
                <a:lnTo>
                  <a:pt x="442622" y="703979"/>
                </a:lnTo>
                <a:lnTo>
                  <a:pt x="460554" y="693323"/>
                </a:lnTo>
                <a:lnTo>
                  <a:pt x="478260" y="682214"/>
                </a:lnTo>
                <a:lnTo>
                  <a:pt x="495057" y="671104"/>
                </a:lnTo>
                <a:lnTo>
                  <a:pt x="511400" y="659541"/>
                </a:lnTo>
                <a:lnTo>
                  <a:pt x="527290" y="647752"/>
                </a:lnTo>
                <a:lnTo>
                  <a:pt x="542725" y="635962"/>
                </a:lnTo>
                <a:lnTo>
                  <a:pt x="557479" y="623719"/>
                </a:lnTo>
                <a:lnTo>
                  <a:pt x="571780" y="611476"/>
                </a:lnTo>
                <a:lnTo>
                  <a:pt x="585853" y="599006"/>
                </a:lnTo>
                <a:lnTo>
                  <a:pt x="599246" y="586536"/>
                </a:lnTo>
                <a:lnTo>
                  <a:pt x="612184" y="574066"/>
                </a:lnTo>
                <a:lnTo>
                  <a:pt x="624215" y="561143"/>
                </a:lnTo>
                <a:lnTo>
                  <a:pt x="636245" y="548446"/>
                </a:lnTo>
                <a:lnTo>
                  <a:pt x="647822" y="535296"/>
                </a:lnTo>
                <a:lnTo>
                  <a:pt x="658717" y="522600"/>
                </a:lnTo>
                <a:lnTo>
                  <a:pt x="669613" y="509677"/>
                </a:lnTo>
                <a:lnTo>
                  <a:pt x="679601" y="496527"/>
                </a:lnTo>
                <a:lnTo>
                  <a:pt x="689361" y="483376"/>
                </a:lnTo>
                <a:lnTo>
                  <a:pt x="698441" y="470680"/>
                </a:lnTo>
                <a:lnTo>
                  <a:pt x="707520" y="457757"/>
                </a:lnTo>
                <a:lnTo>
                  <a:pt x="716146" y="444607"/>
                </a:lnTo>
                <a:lnTo>
                  <a:pt x="724091" y="431683"/>
                </a:lnTo>
                <a:lnTo>
                  <a:pt x="732035" y="419214"/>
                </a:lnTo>
                <a:lnTo>
                  <a:pt x="739299" y="406517"/>
                </a:lnTo>
                <a:lnTo>
                  <a:pt x="746336" y="393820"/>
                </a:lnTo>
                <a:lnTo>
                  <a:pt x="753146" y="381577"/>
                </a:lnTo>
                <a:lnTo>
                  <a:pt x="759501" y="369107"/>
                </a:lnTo>
                <a:lnTo>
                  <a:pt x="765176" y="356864"/>
                </a:lnTo>
                <a:lnTo>
                  <a:pt x="770851" y="345075"/>
                </a:lnTo>
                <a:lnTo>
                  <a:pt x="776299" y="333285"/>
                </a:lnTo>
                <a:lnTo>
                  <a:pt x="781520" y="321722"/>
                </a:lnTo>
                <a:lnTo>
                  <a:pt x="786059" y="310386"/>
                </a:lnTo>
                <a:lnTo>
                  <a:pt x="790599" y="299050"/>
                </a:lnTo>
                <a:lnTo>
                  <a:pt x="794685" y="288394"/>
                </a:lnTo>
                <a:lnTo>
                  <a:pt x="798544" y="277737"/>
                </a:lnTo>
                <a:lnTo>
                  <a:pt x="802176" y="267308"/>
                </a:lnTo>
                <a:lnTo>
                  <a:pt x="808531" y="247810"/>
                </a:lnTo>
                <a:lnTo>
                  <a:pt x="814206" y="229445"/>
                </a:lnTo>
                <a:lnTo>
                  <a:pt x="818973" y="212441"/>
                </a:lnTo>
                <a:lnTo>
                  <a:pt x="822605" y="197250"/>
                </a:lnTo>
                <a:lnTo>
                  <a:pt x="825783" y="183647"/>
                </a:lnTo>
                <a:lnTo>
                  <a:pt x="695944" y="183647"/>
                </a:lnTo>
                <a:lnTo>
                  <a:pt x="86618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0BD4ACBD-105F-D882-7AD3-E4CB73EB0D7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11901" y="2961201"/>
            <a:ext cx="415353" cy="38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57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:push dir="u"/>
      </p:transition>
    </mc:Choice>
    <mc:Fallback xmlns="">
      <p:transition spd="slow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5" grpId="0" animBg="1"/>
      <p:bldP spid="12" grpId="0" animBg="1"/>
      <p:bldP spid="34" grpId="0" animBg="1"/>
      <p:bldP spid="6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6A6E1-9306-EB7F-5D35-E4790E097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6716BDE-1B30-A637-3C87-04747195A46D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1016000" y="508000"/>
            <a:ext cx="32647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DDD9E51A-0B0E-40E1-A721-A36BAAA83427}"/>
              </a:ext>
            </a:extLst>
          </p:cNvPr>
          <p:cNvCxnSpPr>
            <a:cxnSpLocks/>
            <a:stCxn id="58" idx="3"/>
          </p:cNvCxnSpPr>
          <p:nvPr/>
        </p:nvCxnSpPr>
        <p:spPr>
          <a:xfrm>
            <a:off x="7869971" y="508000"/>
            <a:ext cx="33101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549792D1-6EE6-721F-E869-543F563A31F9}"/>
              </a:ext>
            </a:extLst>
          </p:cNvPr>
          <p:cNvSpPr txBox="1"/>
          <p:nvPr/>
        </p:nvSpPr>
        <p:spPr>
          <a:xfrm>
            <a:off x="4280789" y="215612"/>
            <a:ext cx="3589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Quản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lý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người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dùng</a:t>
            </a:r>
            <a:endParaRPr lang="zh-CN" altLang="en-US" sz="32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08FB6C-CC41-C581-0CA3-259CE6076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398" y="1143290"/>
            <a:ext cx="2691757" cy="54990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F78689-7B17-013D-561A-6F32960BD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684" y="1143290"/>
            <a:ext cx="2691757" cy="54263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3E23B6-0610-A8D4-0ED2-91F85F119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589" y="1143290"/>
            <a:ext cx="2691757" cy="549909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BE8A91-BA25-9581-5AA3-9D61BFF7EA8B}"/>
              </a:ext>
            </a:extLst>
          </p:cNvPr>
          <p:cNvCxnSpPr>
            <a:cxnSpLocks/>
          </p:cNvCxnSpPr>
          <p:nvPr/>
        </p:nvCxnSpPr>
        <p:spPr>
          <a:xfrm>
            <a:off x="7344697" y="4119716"/>
            <a:ext cx="1143701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580B4F9-30C4-454D-09E7-49E9E42A82D3}"/>
              </a:ext>
            </a:extLst>
          </p:cNvPr>
          <p:cNvCxnSpPr>
            <a:cxnSpLocks/>
          </p:cNvCxnSpPr>
          <p:nvPr/>
        </p:nvCxnSpPr>
        <p:spPr>
          <a:xfrm flipH="1">
            <a:off x="4024441" y="4916129"/>
            <a:ext cx="1442294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352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:push dir="u"/>
      </p:transition>
    </mc:Choice>
    <mc:Fallback>
      <p:transition spd="slow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18C41-427E-5C00-23AE-FF8448148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B3931EC8-A849-90AC-EFBC-7816DE1A3B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0453" y="1427305"/>
            <a:ext cx="2706476" cy="1508253"/>
          </a:xfrm>
          <a:prstGeom prst="rect">
            <a:avLst/>
          </a:prstGeom>
        </p:spPr>
      </p:pic>
      <p:sp>
        <p:nvSpPr>
          <p:cNvPr id="55" name="PA_形状 2550">
            <a:extLst>
              <a:ext uri="{FF2B5EF4-FFF2-40B4-BE49-F238E27FC236}">
                <a16:creationId xmlns:a16="http://schemas.microsoft.com/office/drawing/2014/main" id="{4DC866B8-5EB3-4F9C-08BF-678B3CD446E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900639" y="1310200"/>
            <a:ext cx="217781" cy="2177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30" name="PA_椭圆 29">
            <a:extLst>
              <a:ext uri="{FF2B5EF4-FFF2-40B4-BE49-F238E27FC236}">
                <a16:creationId xmlns:a16="http://schemas.microsoft.com/office/drawing/2014/main" id="{210824CB-D6C0-DE07-9545-80252848FB0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109367" y="2801514"/>
            <a:ext cx="3421626" cy="569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Thêm</a:t>
            </a:r>
            <a:r>
              <a:rPr lang="en-US" altLang="zh-CN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 </a:t>
            </a:r>
            <a:r>
              <a:rPr lang="en-US" altLang="zh-CN" dirty="0" err="1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giao</a:t>
            </a:r>
            <a:r>
              <a:rPr lang="en-US" altLang="zh-CN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 </a:t>
            </a:r>
            <a:r>
              <a:rPr lang="en-US" altLang="zh-CN" dirty="0" err="1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dịch</a:t>
            </a:r>
            <a:r>
              <a:rPr lang="en-US" altLang="zh-CN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 </a:t>
            </a:r>
            <a:r>
              <a:rPr lang="en-US" altLang="zh-CN" dirty="0" err="1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mới</a:t>
            </a:r>
            <a:endParaRPr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AC9F74-E378-F276-522B-D2D46DE340AB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0BC80375-0BCE-D701-62F8-CC9758D94A6A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21BDCE66-04FF-9112-3DEE-E3E3BE22E99D}"/>
              </a:ext>
            </a:extLst>
          </p:cNvPr>
          <p:cNvSpPr txBox="1"/>
          <p:nvPr/>
        </p:nvSpPr>
        <p:spPr>
          <a:xfrm>
            <a:off x="4528991" y="196404"/>
            <a:ext cx="31340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Trang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chủ</a:t>
            </a:r>
            <a:endParaRPr lang="zh-CN" altLang="en-US" sz="32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7C1C12-4605-3BDA-35FA-6108FA0510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4852" y="958160"/>
            <a:ext cx="2662296" cy="543891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0955A8-3790-B6B0-E734-8EA6D4169572}"/>
              </a:ext>
            </a:extLst>
          </p:cNvPr>
          <p:cNvCxnSpPr>
            <a:cxnSpLocks/>
            <a:endCxn id="30" idx="3"/>
          </p:cNvCxnSpPr>
          <p:nvPr/>
        </p:nvCxnSpPr>
        <p:spPr>
          <a:xfrm flipV="1">
            <a:off x="7157884" y="3287218"/>
            <a:ext cx="1452569" cy="206153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156500-D864-25C2-6091-1152C7F413E2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7168877" y="1145912"/>
            <a:ext cx="1102034" cy="41543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A_椭圆 29">
            <a:extLst>
              <a:ext uri="{FF2B5EF4-FFF2-40B4-BE49-F238E27FC236}">
                <a16:creationId xmlns:a16="http://schemas.microsoft.com/office/drawing/2014/main" id="{3D5790F5-3A65-4C5D-A05E-23A7E970A39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270911" y="861393"/>
            <a:ext cx="3163354" cy="569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Thông </a:t>
            </a:r>
            <a:r>
              <a:rPr lang="en-US" altLang="zh-CN" dirty="0" err="1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báo</a:t>
            </a:r>
            <a:endParaRPr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17" name="PA_椭圆 29">
            <a:extLst>
              <a:ext uri="{FF2B5EF4-FFF2-40B4-BE49-F238E27FC236}">
                <a16:creationId xmlns:a16="http://schemas.microsoft.com/office/drawing/2014/main" id="{AC0EFEB8-7CC8-6ACA-CED3-ED9B7535459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52852" y="624581"/>
            <a:ext cx="3421626" cy="5690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Quản </a:t>
            </a:r>
            <a:r>
              <a:rPr lang="en-US" altLang="zh-CN" dirty="0" err="1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lý</a:t>
            </a:r>
            <a:r>
              <a:rPr lang="en-US" altLang="zh-CN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 </a:t>
            </a:r>
            <a:r>
              <a:rPr lang="en-US" altLang="zh-CN" dirty="0" err="1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người</a:t>
            </a:r>
            <a:r>
              <a:rPr lang="en-US" altLang="zh-CN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 </a:t>
            </a:r>
            <a:r>
              <a:rPr lang="en-US" altLang="zh-CN" dirty="0" err="1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dùng</a:t>
            </a:r>
            <a:endParaRPr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FE3093-0EE2-1294-FEC0-502FF7AD233A}"/>
              </a:ext>
            </a:extLst>
          </p:cNvPr>
          <p:cNvCxnSpPr>
            <a:cxnSpLocks/>
          </p:cNvCxnSpPr>
          <p:nvPr/>
        </p:nvCxnSpPr>
        <p:spPr>
          <a:xfrm flipH="1" flipV="1">
            <a:off x="3800639" y="1134571"/>
            <a:ext cx="1222485" cy="42677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07346ACF-10AF-5F6D-8D6E-95EA9E7FB8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2177" y="3429000"/>
            <a:ext cx="2174278" cy="294331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BEE3F81-0EA3-2732-3320-EE4594F34F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5545" y="1232687"/>
            <a:ext cx="2361837" cy="5117313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0601685C-5FE8-8A87-3464-9700BC788AB7}"/>
              </a:ext>
            </a:extLst>
          </p:cNvPr>
          <p:cNvGrpSpPr/>
          <p:nvPr/>
        </p:nvGrpSpPr>
        <p:grpSpPr>
          <a:xfrm>
            <a:off x="-803670" y="5731402"/>
            <a:ext cx="1959215" cy="1534638"/>
            <a:chOff x="5300281" y="5407493"/>
            <a:chExt cx="1879700" cy="1701800"/>
          </a:xfrm>
          <a:effectLst>
            <a:outerShdw blurRad="1270000" dist="266700" dir="5400000" sx="90000" sy="90000" algn="t" rotWithShape="0">
              <a:prstClr val="black">
                <a:alpha val="40000"/>
              </a:prstClr>
            </a:outerShdw>
          </a:effectLst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5AFB854-5D40-47DD-B195-E28D7683497B}"/>
                </a:ext>
              </a:extLst>
            </p:cNvPr>
            <p:cNvSpPr/>
            <p:nvPr/>
          </p:nvSpPr>
          <p:spPr>
            <a:xfrm rot="2100000">
              <a:off x="5300281" y="5725344"/>
              <a:ext cx="1879700" cy="106609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751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EBD7DAF-80A3-016D-F808-147FF28B8FEA}"/>
                </a:ext>
              </a:extLst>
            </p:cNvPr>
            <p:cNvSpPr/>
            <p:nvPr/>
          </p:nvSpPr>
          <p:spPr>
            <a:xfrm rot="5400000" flipH="1">
              <a:off x="5389231" y="5775793"/>
              <a:ext cx="1701800" cy="9652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751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BE38E4E-C034-2EF9-DBF6-2F0D2A5F987B}"/>
                </a:ext>
              </a:extLst>
            </p:cNvPr>
            <p:cNvSpPr/>
            <p:nvPr/>
          </p:nvSpPr>
          <p:spPr>
            <a:xfrm rot="19500000" flipH="1">
              <a:off x="5300281" y="5725344"/>
              <a:ext cx="1879700" cy="106609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751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954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:push dir="u"/>
      </p:transition>
    </mc:Choice>
    <mc:Fallback>
      <p:transition spd="slow" advTm="0"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87E91-DDCA-DEFC-1B04-2E20066F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val 23">
            <a:extLst>
              <a:ext uri="{FF2B5EF4-FFF2-40B4-BE49-F238E27FC236}">
                <a16:creationId xmlns:a16="http://schemas.microsoft.com/office/drawing/2014/main" id="{8B70C363-3431-2C33-6BBB-E7DBEFABD3A2}"/>
              </a:ext>
            </a:extLst>
          </p:cNvPr>
          <p:cNvSpPr/>
          <p:nvPr/>
        </p:nvSpPr>
        <p:spPr>
          <a:xfrm>
            <a:off x="5958049" y="2288630"/>
            <a:ext cx="558161" cy="27232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0D379A9-70E6-C597-7BED-2BD95A6A99FA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1016000" y="508000"/>
            <a:ext cx="35129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DC86169-4EE1-0FBF-EF93-1C8AD9000C48}"/>
              </a:ext>
            </a:extLst>
          </p:cNvPr>
          <p:cNvCxnSpPr>
            <a:cxnSpLocks/>
            <a:stCxn id="58" idx="3"/>
          </p:cNvCxnSpPr>
          <p:nvPr/>
        </p:nvCxnSpPr>
        <p:spPr>
          <a:xfrm>
            <a:off x="7663009" y="508000"/>
            <a:ext cx="35171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7E9C7C71-B948-C661-26EC-DFBA432E1BCB}"/>
              </a:ext>
            </a:extLst>
          </p:cNvPr>
          <p:cNvSpPr txBox="1"/>
          <p:nvPr/>
        </p:nvSpPr>
        <p:spPr>
          <a:xfrm>
            <a:off x="4528991" y="-30609"/>
            <a:ext cx="31340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Quản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lý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lịch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sử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giao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dịch</a:t>
            </a:r>
            <a:endParaRPr lang="zh-CN" altLang="en-US" sz="32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C78CD1-59F9-B42B-9C62-88D6169D7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622" y="1455172"/>
            <a:ext cx="2492720" cy="50924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11C847-6718-F81A-4E76-7DC1AC958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5281" y="819597"/>
            <a:ext cx="2360507" cy="51144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0B60BF-6166-1A13-2296-B353A86624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6212" y="819597"/>
            <a:ext cx="2458234" cy="5326173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F0C0929-2F97-9C6B-0D56-8284CE63F054}"/>
              </a:ext>
            </a:extLst>
          </p:cNvPr>
          <p:cNvCxnSpPr>
            <a:cxnSpLocks/>
          </p:cNvCxnSpPr>
          <p:nvPr/>
        </p:nvCxnSpPr>
        <p:spPr>
          <a:xfrm flipH="1" flipV="1">
            <a:off x="4528991" y="2074606"/>
            <a:ext cx="1399861" cy="16714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BAF8EA1-8877-D31D-0F2A-0FC271BE09AB}"/>
              </a:ext>
            </a:extLst>
          </p:cNvPr>
          <p:cNvCxnSpPr>
            <a:cxnSpLocks/>
          </p:cNvCxnSpPr>
          <p:nvPr/>
        </p:nvCxnSpPr>
        <p:spPr>
          <a:xfrm>
            <a:off x="7128387" y="2379406"/>
            <a:ext cx="943131" cy="18155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033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:push dir="u"/>
      </p:transition>
    </mc:Choice>
    <mc:Fallback>
      <p:transition spd="slow" advTm="0"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67F07-249D-3549-F6DD-A2DB42DC4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FDD4687-50AC-7EA5-999A-5FD060034C52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3E65FC3-A213-6E39-1707-DA44A49A11FC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9B0B3258-90A2-7010-B5F6-38A7B5964009}"/>
              </a:ext>
            </a:extLst>
          </p:cNvPr>
          <p:cNvSpPr txBox="1"/>
          <p:nvPr/>
        </p:nvSpPr>
        <p:spPr>
          <a:xfrm>
            <a:off x="4452801" y="48553"/>
            <a:ext cx="31340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0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Quản </a:t>
            </a:r>
            <a:r>
              <a:rPr lang="en-US" altLang="zh-CN" sz="30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lý</a:t>
            </a:r>
            <a:r>
              <a:rPr lang="en-US" altLang="zh-CN" sz="30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/</a:t>
            </a:r>
            <a:r>
              <a:rPr lang="en-US" altLang="zh-CN" sz="30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theo</a:t>
            </a:r>
            <a:r>
              <a:rPr lang="en-US" altLang="zh-CN" sz="30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0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dõi</a:t>
            </a:r>
            <a:r>
              <a:rPr lang="en-US" altLang="zh-CN" sz="30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0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ngân</a:t>
            </a:r>
            <a:r>
              <a:rPr lang="en-US" altLang="zh-CN" sz="30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0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sách</a:t>
            </a:r>
            <a:endParaRPr lang="zh-CN" altLang="en-US" sz="30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AECEF4-E852-289F-89D3-8CF14B41F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951" y="1585218"/>
            <a:ext cx="2350014" cy="48009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3F65F5-6EB2-C9F0-B723-5FFEF4132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3009" y="833480"/>
            <a:ext cx="2360785" cy="511503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669407-F465-AF71-9817-FF51AEAE3A52}"/>
              </a:ext>
            </a:extLst>
          </p:cNvPr>
          <p:cNvCxnSpPr>
            <a:cxnSpLocks/>
          </p:cNvCxnSpPr>
          <p:nvPr/>
        </p:nvCxnSpPr>
        <p:spPr>
          <a:xfrm flipV="1">
            <a:off x="6208122" y="2636094"/>
            <a:ext cx="1382850" cy="65876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8D89DCF-67B7-70F2-189B-24FA22F64E6C}"/>
              </a:ext>
            </a:extLst>
          </p:cNvPr>
          <p:cNvSpPr txBox="1"/>
          <p:nvPr/>
        </p:nvSpPr>
        <p:spPr>
          <a:xfrm>
            <a:off x="1016000" y="2035929"/>
            <a:ext cx="28388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vượt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4521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:push dir="u"/>
      </p:transition>
    </mc:Choice>
    <mc:Fallback>
      <p:transition spd="slow" advTm="0">
        <p:push dir="u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9541A-8E7B-FAA2-810B-D7F74512C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6BDE55A-4218-5E24-6A47-8779CA409AC2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39B9633A-30CA-A298-7763-A93431EF8014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69F2EBCD-D0DD-67E3-2D1D-954D8133A48A}"/>
              </a:ext>
            </a:extLst>
          </p:cNvPr>
          <p:cNvSpPr txBox="1"/>
          <p:nvPr/>
        </p:nvSpPr>
        <p:spPr>
          <a:xfrm>
            <a:off x="4528991" y="196404"/>
            <a:ext cx="31340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Thống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kê</a:t>
            </a:r>
            <a:endParaRPr lang="zh-CN" altLang="en-US" sz="32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345B5A-455C-3464-AD92-E1382F95F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911" y="1243461"/>
            <a:ext cx="2469726" cy="50455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9243B1-175E-3BFE-89FF-32C03DE33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1179" y="1005194"/>
            <a:ext cx="2075242" cy="44963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435D05-CC2A-B632-7612-59E06BC699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96" y="4196738"/>
            <a:ext cx="1848934" cy="21532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B67C43-A1D8-6E71-67CC-CD215A847E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5128" y="819597"/>
            <a:ext cx="2108274" cy="45679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2620D1B-700E-62A6-8C1C-4857C5D1E4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0821" y="3787843"/>
            <a:ext cx="2108274" cy="250111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AD2B0CF-50C9-0BD1-2D6F-4F9075728846}"/>
              </a:ext>
            </a:extLst>
          </p:cNvPr>
          <p:cNvCxnSpPr>
            <a:cxnSpLocks/>
          </p:cNvCxnSpPr>
          <p:nvPr/>
        </p:nvCxnSpPr>
        <p:spPr>
          <a:xfrm flipH="1" flipV="1">
            <a:off x="4419070" y="3883742"/>
            <a:ext cx="1372130" cy="20647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DFB19B0-F869-4B46-13A7-09312A1AA066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6703104" y="3103560"/>
            <a:ext cx="972024" cy="98665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2515237-12EC-DCCA-8C7C-0918F53F8A63}"/>
              </a:ext>
            </a:extLst>
          </p:cNvPr>
          <p:cNvSpPr txBox="1"/>
          <p:nvPr/>
        </p:nvSpPr>
        <p:spPr>
          <a:xfrm>
            <a:off x="222706" y="840414"/>
            <a:ext cx="18087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góc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, </a:t>
            </a:r>
            <a:r>
              <a:rPr lang="en-US" dirty="0" err="1"/>
              <a:t>tháng</a:t>
            </a:r>
            <a:r>
              <a:rPr lang="en-US" dirty="0"/>
              <a:t>,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tùy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.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342265B-051A-CC87-7C25-93DD5822908D}"/>
              </a:ext>
            </a:extLst>
          </p:cNvPr>
          <p:cNvCxnSpPr>
            <a:cxnSpLocks/>
          </p:cNvCxnSpPr>
          <p:nvPr/>
        </p:nvCxnSpPr>
        <p:spPr>
          <a:xfrm flipH="1" flipV="1">
            <a:off x="1811688" y="1927770"/>
            <a:ext cx="998903" cy="18222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759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:push dir="u"/>
      </p:transition>
    </mc:Choice>
    <mc:Fallback>
      <p:transition spd="slow" advTm="0">
        <p:push dir="u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8EBA7-CB6C-6708-1A09-E3B29C5F4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CA39811-2E9F-1F28-D17C-EF1CC3B19CFF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27EFEA1-8EE6-4E53-70CC-B2E31CA852F7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2B70A185-65AB-EF0F-72DE-139BA4F14658}"/>
              </a:ext>
            </a:extLst>
          </p:cNvPr>
          <p:cNvSpPr txBox="1"/>
          <p:nvPr/>
        </p:nvSpPr>
        <p:spPr>
          <a:xfrm>
            <a:off x="4528991" y="196404"/>
            <a:ext cx="31340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Danh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mục</a:t>
            </a:r>
            <a:endParaRPr lang="zh-CN" altLang="en-US" sz="32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83A49D-5F2F-40C7-5A80-CF21AE8BC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002" y="992674"/>
            <a:ext cx="2622361" cy="53573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987E01-194A-2CA8-1E6F-A38934FB0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6852" y="992674"/>
            <a:ext cx="2622361" cy="535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721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:push dir="u"/>
      </p:transition>
    </mc:Choice>
    <mc:Fallback>
      <p:transition spd="slow" advTm="0">
        <p:push dir="u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93827-66C8-B71C-98F0-FAB841F32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773D09DE-EB98-E11A-5CB0-C6A714A8D78C}"/>
              </a:ext>
            </a:extLst>
          </p:cNvPr>
          <p:cNvGrpSpPr/>
          <p:nvPr/>
        </p:nvGrpSpPr>
        <p:grpSpPr>
          <a:xfrm>
            <a:off x="7590972" y="6087595"/>
            <a:ext cx="4605183" cy="770405"/>
            <a:chOff x="1022062" y="3516630"/>
            <a:chExt cx="9115113" cy="204484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4A4F1DA-07F3-68A7-2026-B7CA3B4F9301}"/>
                </a:ext>
              </a:extLst>
            </p:cNvPr>
            <p:cNvGrpSpPr/>
            <p:nvPr/>
          </p:nvGrpSpPr>
          <p:grpSpPr>
            <a:xfrm>
              <a:off x="1260856" y="3516630"/>
              <a:ext cx="8639774" cy="2044847"/>
              <a:chOff x="1125802" y="3516630"/>
              <a:chExt cx="8639774" cy="2044847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22FE29D-BD38-740F-B244-D718C14711B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125802" y="3814355"/>
                <a:ext cx="5566998" cy="1747122"/>
              </a:xfrm>
              <a:custGeom>
                <a:avLst/>
                <a:gdLst>
                  <a:gd name="connsiteX0" fmla="*/ 1279524 w 2559048"/>
                  <a:gd name="connsiteY0" fmla="*/ 0 h 712707"/>
                  <a:gd name="connsiteX1" fmla="*/ 0 w 2559048"/>
                  <a:gd name="connsiteY1" fmla="*/ 712707 h 712707"/>
                  <a:gd name="connsiteX2" fmla="*/ 1279524 w 2559048"/>
                  <a:gd name="connsiteY2" fmla="*/ 712707 h 712707"/>
                  <a:gd name="connsiteX3" fmla="*/ 2559048 w 2559048"/>
                  <a:gd name="connsiteY3" fmla="*/ 712707 h 712707"/>
                  <a:gd name="connsiteX4" fmla="*/ 1279524 w 2559048"/>
                  <a:gd name="connsiteY4" fmla="*/ 0 h 7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59048" h="712707">
                    <a:moveTo>
                      <a:pt x="1279524" y="0"/>
                    </a:moveTo>
                    <a:cubicBezTo>
                      <a:pt x="776159" y="-642"/>
                      <a:pt x="988177" y="477229"/>
                      <a:pt x="0" y="712707"/>
                    </a:cubicBezTo>
                    <a:lnTo>
                      <a:pt x="1279524" y="712707"/>
                    </a:lnTo>
                    <a:lnTo>
                      <a:pt x="2559048" y="712707"/>
                    </a:lnTo>
                    <a:cubicBezTo>
                      <a:pt x="1570872" y="477229"/>
                      <a:pt x="1782889" y="-642"/>
                      <a:pt x="127952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>
                      <a:alpha val="85000"/>
                    </a:schemeClr>
                  </a:gs>
                  <a:gs pos="100000">
                    <a:schemeClr val="accent4">
                      <a:lumMod val="75000"/>
                      <a:alpha val="8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57151" tIns="28575" rIns="57151" bIns="28575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528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B99BE27-8AF9-91A6-BCF2-F06C332C263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50061" y="3516630"/>
                <a:ext cx="5566998" cy="2044847"/>
              </a:xfrm>
              <a:custGeom>
                <a:avLst/>
                <a:gdLst>
                  <a:gd name="connsiteX0" fmla="*/ 1279524 w 2559048"/>
                  <a:gd name="connsiteY0" fmla="*/ 0 h 712707"/>
                  <a:gd name="connsiteX1" fmla="*/ 0 w 2559048"/>
                  <a:gd name="connsiteY1" fmla="*/ 712707 h 712707"/>
                  <a:gd name="connsiteX2" fmla="*/ 1279524 w 2559048"/>
                  <a:gd name="connsiteY2" fmla="*/ 712707 h 712707"/>
                  <a:gd name="connsiteX3" fmla="*/ 2559048 w 2559048"/>
                  <a:gd name="connsiteY3" fmla="*/ 712707 h 712707"/>
                  <a:gd name="connsiteX4" fmla="*/ 1279524 w 2559048"/>
                  <a:gd name="connsiteY4" fmla="*/ 0 h 7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59048" h="712707">
                    <a:moveTo>
                      <a:pt x="1279524" y="0"/>
                    </a:moveTo>
                    <a:cubicBezTo>
                      <a:pt x="776159" y="-642"/>
                      <a:pt x="988177" y="477229"/>
                      <a:pt x="0" y="712707"/>
                    </a:cubicBezTo>
                    <a:lnTo>
                      <a:pt x="1279524" y="712707"/>
                    </a:lnTo>
                    <a:lnTo>
                      <a:pt x="2559048" y="712707"/>
                    </a:lnTo>
                    <a:cubicBezTo>
                      <a:pt x="1570872" y="477229"/>
                      <a:pt x="1782889" y="-642"/>
                      <a:pt x="127952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>
                      <a:alpha val="85000"/>
                    </a:schemeClr>
                  </a:gs>
                  <a:gs pos="100000">
                    <a:schemeClr val="accent3">
                      <a:lumMod val="75000"/>
                      <a:alpha val="85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254000" dist="266700" dir="11400000" sx="95000" sy="95000" algn="b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57151" tIns="28575" rIns="57151" bIns="28575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528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A892A1B-4B8C-C8D1-45D3-FC9AA91A78D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174319" y="3657600"/>
                <a:ext cx="5566998" cy="1903877"/>
              </a:xfrm>
              <a:custGeom>
                <a:avLst/>
                <a:gdLst>
                  <a:gd name="connsiteX0" fmla="*/ 1279524 w 2559048"/>
                  <a:gd name="connsiteY0" fmla="*/ 0 h 712707"/>
                  <a:gd name="connsiteX1" fmla="*/ 0 w 2559048"/>
                  <a:gd name="connsiteY1" fmla="*/ 712707 h 712707"/>
                  <a:gd name="connsiteX2" fmla="*/ 1279524 w 2559048"/>
                  <a:gd name="connsiteY2" fmla="*/ 712707 h 712707"/>
                  <a:gd name="connsiteX3" fmla="*/ 2559048 w 2559048"/>
                  <a:gd name="connsiteY3" fmla="*/ 712707 h 712707"/>
                  <a:gd name="connsiteX4" fmla="*/ 1279524 w 2559048"/>
                  <a:gd name="connsiteY4" fmla="*/ 0 h 7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59048" h="712707">
                    <a:moveTo>
                      <a:pt x="1279524" y="0"/>
                    </a:moveTo>
                    <a:cubicBezTo>
                      <a:pt x="776159" y="-642"/>
                      <a:pt x="988177" y="477229"/>
                      <a:pt x="0" y="712707"/>
                    </a:cubicBezTo>
                    <a:lnTo>
                      <a:pt x="1279524" y="712707"/>
                    </a:lnTo>
                    <a:lnTo>
                      <a:pt x="2559048" y="712707"/>
                    </a:lnTo>
                    <a:cubicBezTo>
                      <a:pt x="1570872" y="477229"/>
                      <a:pt x="1782889" y="-642"/>
                      <a:pt x="127952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alpha val="85000"/>
                    </a:schemeClr>
                  </a:gs>
                  <a:gs pos="100000">
                    <a:schemeClr val="accent2">
                      <a:lumMod val="75000"/>
                      <a:alpha val="85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381000" dist="419100" dir="11400000" sx="93000" sy="93000" algn="b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57151" tIns="28575" rIns="57151" bIns="28575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528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680AF15-EE3C-0D4E-7CD2-5A23FCCA083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4198578" y="3814355"/>
                <a:ext cx="5566998" cy="1747122"/>
              </a:xfrm>
              <a:custGeom>
                <a:avLst/>
                <a:gdLst>
                  <a:gd name="connsiteX0" fmla="*/ 1279524 w 2559048"/>
                  <a:gd name="connsiteY0" fmla="*/ 0 h 712707"/>
                  <a:gd name="connsiteX1" fmla="*/ 0 w 2559048"/>
                  <a:gd name="connsiteY1" fmla="*/ 712707 h 712707"/>
                  <a:gd name="connsiteX2" fmla="*/ 1279524 w 2559048"/>
                  <a:gd name="connsiteY2" fmla="*/ 712707 h 712707"/>
                  <a:gd name="connsiteX3" fmla="*/ 2559048 w 2559048"/>
                  <a:gd name="connsiteY3" fmla="*/ 712707 h 712707"/>
                  <a:gd name="connsiteX4" fmla="*/ 1279524 w 2559048"/>
                  <a:gd name="connsiteY4" fmla="*/ 0 h 7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59048" h="712707">
                    <a:moveTo>
                      <a:pt x="1279524" y="0"/>
                    </a:moveTo>
                    <a:cubicBezTo>
                      <a:pt x="776159" y="-642"/>
                      <a:pt x="988177" y="477229"/>
                      <a:pt x="0" y="712707"/>
                    </a:cubicBezTo>
                    <a:lnTo>
                      <a:pt x="1279524" y="712707"/>
                    </a:lnTo>
                    <a:lnTo>
                      <a:pt x="2559048" y="712707"/>
                    </a:lnTo>
                    <a:cubicBezTo>
                      <a:pt x="1570872" y="477229"/>
                      <a:pt x="1782889" y="-642"/>
                      <a:pt x="127952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85000"/>
                    </a:schemeClr>
                  </a:gs>
                  <a:gs pos="100000">
                    <a:schemeClr val="accent1">
                      <a:lumMod val="75000"/>
                      <a:alpha val="85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20700" dist="647700" dir="11400000" sx="90000" sy="90000" algn="b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57151" tIns="28575" rIns="57151" bIns="28575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528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endParaRPr>
              </a:p>
            </p:txBody>
          </p: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91781F8-BE9C-815E-F0BB-9D1049A74315}"/>
                </a:ext>
              </a:extLst>
            </p:cNvPr>
            <p:cNvCxnSpPr>
              <a:cxnSpLocks/>
            </p:cNvCxnSpPr>
            <p:nvPr/>
          </p:nvCxnSpPr>
          <p:spPr>
            <a:xfrm>
              <a:off x="1022062" y="5561477"/>
              <a:ext cx="9115113" cy="0"/>
            </a:xfrm>
            <a:prstGeom prst="line">
              <a:avLst/>
            </a:prstGeom>
            <a:ln w="22225">
              <a:solidFill>
                <a:schemeClr val="bg1">
                  <a:lumMod val="8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CD9F9F5-5FD6-D339-5A51-1C582DC3A56E}"/>
              </a:ext>
            </a:extLst>
          </p:cNvPr>
          <p:cNvGrpSpPr/>
          <p:nvPr/>
        </p:nvGrpSpPr>
        <p:grpSpPr>
          <a:xfrm>
            <a:off x="2092485" y="1268231"/>
            <a:ext cx="695919" cy="630055"/>
            <a:chOff x="12028883" y="1643682"/>
            <a:chExt cx="1113470" cy="1008088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A1E4D65-1446-30BF-6497-11CF110207B9}"/>
                </a:ext>
              </a:extLst>
            </p:cNvPr>
            <p:cNvGrpSpPr/>
            <p:nvPr/>
          </p:nvGrpSpPr>
          <p:grpSpPr>
            <a:xfrm>
              <a:off x="12028883" y="1643682"/>
              <a:ext cx="1113470" cy="1008088"/>
              <a:chOff x="5300281" y="5407493"/>
              <a:chExt cx="1879700" cy="1701800"/>
            </a:xfrm>
            <a:effectLst>
              <a:outerShdw blurRad="1270000" dist="266700" dir="5400000" sx="70000" sy="7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890842C8-CA25-6C8C-D416-A75BAF68C161}"/>
                  </a:ext>
                </a:extLst>
              </p:cNvPr>
              <p:cNvSpPr/>
              <p:nvPr/>
            </p:nvSpPr>
            <p:spPr>
              <a:xfrm rot="2100000">
                <a:off x="5300281" y="5725344"/>
                <a:ext cx="1879700" cy="106609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74AA585C-4756-F27A-70B0-E6BB277F838D}"/>
                  </a:ext>
                </a:extLst>
              </p:cNvPr>
              <p:cNvSpPr/>
              <p:nvPr/>
            </p:nvSpPr>
            <p:spPr>
              <a:xfrm rot="5400000" flipH="1">
                <a:off x="5389231" y="5775793"/>
                <a:ext cx="1701800" cy="9652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BEAC880C-40B7-1A29-B8B7-0D786D700332}"/>
                  </a:ext>
                </a:extLst>
              </p:cNvPr>
              <p:cNvSpPr/>
              <p:nvPr/>
            </p:nvSpPr>
            <p:spPr>
              <a:xfrm rot="19500000" flipH="1">
                <a:off x="5300281" y="5725344"/>
                <a:ext cx="1879700" cy="106609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AA671501-4A88-805F-D276-0D11A6D1A3BA}"/>
                </a:ext>
              </a:extLst>
            </p:cNvPr>
            <p:cNvGrpSpPr/>
            <p:nvPr/>
          </p:nvGrpSpPr>
          <p:grpSpPr>
            <a:xfrm>
              <a:off x="12527318" y="2019382"/>
              <a:ext cx="115925" cy="257328"/>
              <a:chOff x="8375650" y="2649538"/>
              <a:chExt cx="144463" cy="320675"/>
            </a:xfrm>
            <a:solidFill>
              <a:schemeClr val="bg1"/>
            </a:solidFill>
          </p:grpSpPr>
          <p:sp>
            <p:nvSpPr>
              <p:cNvPr id="75" name="AutoShape 54">
                <a:extLst>
                  <a:ext uri="{FF2B5EF4-FFF2-40B4-BE49-F238E27FC236}">
                    <a16:creationId xmlns:a16="http://schemas.microsoft.com/office/drawing/2014/main" id="{FFACB546-0BB8-34C6-4A70-69111BAA04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5650" y="2896394"/>
                <a:ext cx="70644" cy="73819"/>
              </a:xfrm>
              <a:custGeom>
                <a:avLst/>
                <a:gdLst>
                  <a:gd name="T0" fmla="+- 0 10791 197"/>
                  <a:gd name="T1" fmla="*/ T0 w 21188"/>
                  <a:gd name="T2" fmla="+- 0 10794 193"/>
                  <a:gd name="T3" fmla="*/ 10794 h 21203"/>
                  <a:gd name="T4" fmla="+- 0 10791 197"/>
                  <a:gd name="T5" fmla="*/ T4 w 21188"/>
                  <a:gd name="T6" fmla="+- 0 10794 193"/>
                  <a:gd name="T7" fmla="*/ 10794 h 21203"/>
                  <a:gd name="T8" fmla="+- 0 10791 197"/>
                  <a:gd name="T9" fmla="*/ T8 w 21188"/>
                  <a:gd name="T10" fmla="+- 0 10794 193"/>
                  <a:gd name="T11" fmla="*/ 10794 h 21203"/>
                  <a:gd name="T12" fmla="+- 0 10791 197"/>
                  <a:gd name="T13" fmla="*/ T12 w 21188"/>
                  <a:gd name="T14" fmla="+- 0 10794 193"/>
                  <a:gd name="T15" fmla="*/ 10794 h 21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88" h="21203">
                    <a:moveTo>
                      <a:pt x="17615" y="468"/>
                    </a:moveTo>
                    <a:lnTo>
                      <a:pt x="17606" y="468"/>
                    </a:lnTo>
                    <a:cubicBezTo>
                      <a:pt x="14870" y="2476"/>
                      <a:pt x="12200" y="4590"/>
                      <a:pt x="9727" y="6958"/>
                    </a:cubicBezTo>
                    <a:cubicBezTo>
                      <a:pt x="7348" y="9227"/>
                      <a:pt x="5200" y="11619"/>
                      <a:pt x="3329" y="14060"/>
                    </a:cubicBezTo>
                    <a:lnTo>
                      <a:pt x="341" y="17962"/>
                    </a:lnTo>
                    <a:lnTo>
                      <a:pt x="350" y="17970"/>
                    </a:lnTo>
                    <a:cubicBezTo>
                      <a:pt x="-197" y="18786"/>
                      <a:pt x="-106" y="19880"/>
                      <a:pt x="638" y="20590"/>
                    </a:cubicBezTo>
                    <a:cubicBezTo>
                      <a:pt x="1491" y="21407"/>
                      <a:pt x="2889" y="21407"/>
                      <a:pt x="3746" y="20590"/>
                    </a:cubicBezTo>
                    <a:cubicBezTo>
                      <a:pt x="3877" y="20460"/>
                      <a:pt x="3984" y="20321"/>
                      <a:pt x="4069" y="20174"/>
                    </a:cubicBezTo>
                    <a:lnTo>
                      <a:pt x="6867" y="16517"/>
                    </a:lnTo>
                    <a:cubicBezTo>
                      <a:pt x="8601" y="14255"/>
                      <a:pt x="10606" y="12027"/>
                      <a:pt x="12824" y="9913"/>
                    </a:cubicBezTo>
                    <a:cubicBezTo>
                      <a:pt x="15281" y="7570"/>
                      <a:pt x="17557" y="5758"/>
                      <a:pt x="20329" y="3749"/>
                    </a:cubicBezTo>
                    <a:lnTo>
                      <a:pt x="20321" y="3741"/>
                    </a:lnTo>
                    <a:cubicBezTo>
                      <a:pt x="20400" y="3684"/>
                      <a:pt x="20473" y="3635"/>
                      <a:pt x="20543" y="3570"/>
                    </a:cubicBezTo>
                    <a:cubicBezTo>
                      <a:pt x="21402" y="2753"/>
                      <a:pt x="21402" y="1427"/>
                      <a:pt x="20543" y="606"/>
                    </a:cubicBezTo>
                    <a:cubicBezTo>
                      <a:pt x="19742" y="-161"/>
                      <a:pt x="18472" y="-193"/>
                      <a:pt x="17615" y="468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1907" tIns="11907" rIns="11907" bIns="11907" anchor="ctr"/>
              <a:lstStyle/>
              <a:p>
                <a:pPr algn="ctr" defTabSz="1429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76" name="AutoShape 55">
                <a:extLst>
                  <a:ext uri="{FF2B5EF4-FFF2-40B4-BE49-F238E27FC236}">
                    <a16:creationId xmlns:a16="http://schemas.microsoft.com/office/drawing/2014/main" id="{B3CAA2B2-7C24-C235-6DD5-23188931F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8675" y="2649538"/>
                <a:ext cx="71438" cy="74613"/>
              </a:xfrm>
              <a:custGeom>
                <a:avLst/>
                <a:gdLst>
                  <a:gd name="T0" fmla="+- 0 10803 213"/>
                  <a:gd name="T1" fmla="*/ T0 w 21180"/>
                  <a:gd name="T2" fmla="+- 0 10801 203"/>
                  <a:gd name="T3" fmla="*/ 10801 h 21196"/>
                  <a:gd name="T4" fmla="+- 0 10803 213"/>
                  <a:gd name="T5" fmla="*/ T4 w 21180"/>
                  <a:gd name="T6" fmla="+- 0 10801 203"/>
                  <a:gd name="T7" fmla="*/ 10801 h 21196"/>
                  <a:gd name="T8" fmla="+- 0 10803 213"/>
                  <a:gd name="T9" fmla="*/ T8 w 21180"/>
                  <a:gd name="T10" fmla="+- 0 10801 203"/>
                  <a:gd name="T11" fmla="*/ 10801 h 21196"/>
                  <a:gd name="T12" fmla="+- 0 10803 213"/>
                  <a:gd name="T13" fmla="*/ T12 w 21180"/>
                  <a:gd name="T14" fmla="+- 0 10801 203"/>
                  <a:gd name="T15" fmla="*/ 10801 h 2119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80" h="21196">
                    <a:moveTo>
                      <a:pt x="8372" y="11356"/>
                    </a:moveTo>
                    <a:cubicBezTo>
                      <a:pt x="6122" y="13508"/>
                      <a:pt x="3675" y="15444"/>
                      <a:pt x="1144" y="17292"/>
                    </a:cubicBezTo>
                    <a:cubicBezTo>
                      <a:pt x="963" y="17388"/>
                      <a:pt x="786" y="17493"/>
                      <a:pt x="637" y="17645"/>
                    </a:cubicBezTo>
                    <a:cubicBezTo>
                      <a:pt x="-213" y="18457"/>
                      <a:pt x="-213" y="19774"/>
                      <a:pt x="637" y="20585"/>
                    </a:cubicBezTo>
                    <a:cubicBezTo>
                      <a:pt x="1464" y="21380"/>
                      <a:pt x="2796" y="21397"/>
                      <a:pt x="3652" y="20641"/>
                    </a:cubicBezTo>
                    <a:lnTo>
                      <a:pt x="3665" y="20649"/>
                    </a:lnTo>
                    <a:cubicBezTo>
                      <a:pt x="6364" y="18673"/>
                      <a:pt x="8988" y="16581"/>
                      <a:pt x="11419" y="14263"/>
                    </a:cubicBezTo>
                    <a:cubicBezTo>
                      <a:pt x="13759" y="12030"/>
                      <a:pt x="15873" y="9685"/>
                      <a:pt x="17715" y="7283"/>
                    </a:cubicBezTo>
                    <a:lnTo>
                      <a:pt x="20663" y="3427"/>
                    </a:lnTo>
                    <a:lnTo>
                      <a:pt x="20654" y="3419"/>
                    </a:lnTo>
                    <a:cubicBezTo>
                      <a:pt x="21386" y="2600"/>
                      <a:pt x="21357" y="1379"/>
                      <a:pt x="20541" y="608"/>
                    </a:cubicBezTo>
                    <a:cubicBezTo>
                      <a:pt x="19697" y="-203"/>
                      <a:pt x="18323" y="-203"/>
                      <a:pt x="17468" y="608"/>
                    </a:cubicBezTo>
                    <a:cubicBezTo>
                      <a:pt x="17313" y="760"/>
                      <a:pt x="17197" y="937"/>
                      <a:pt x="17094" y="1114"/>
                    </a:cubicBezTo>
                    <a:lnTo>
                      <a:pt x="14228" y="4857"/>
                    </a:lnTo>
                    <a:cubicBezTo>
                      <a:pt x="12526" y="7090"/>
                      <a:pt x="10552" y="9275"/>
                      <a:pt x="8372" y="11356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1907" tIns="11907" rIns="11907" bIns="11907" anchor="ctr"/>
              <a:lstStyle/>
              <a:p>
                <a:pPr algn="ctr" defTabSz="1429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E885503-5CE4-05DF-8E8D-5376C434065F}"/>
              </a:ext>
            </a:extLst>
          </p:cNvPr>
          <p:cNvGrpSpPr/>
          <p:nvPr/>
        </p:nvGrpSpPr>
        <p:grpSpPr>
          <a:xfrm>
            <a:off x="2092485" y="2457391"/>
            <a:ext cx="695919" cy="630055"/>
            <a:chOff x="5300281" y="5407493"/>
            <a:chExt cx="1879700" cy="1701800"/>
          </a:xfrm>
          <a:solidFill>
            <a:schemeClr val="accent2">
              <a:alpha val="50000"/>
            </a:schemeClr>
          </a:solidFill>
          <a:effectLst>
            <a:outerShdw blurRad="1270000" dist="266700" dir="5400000" sx="70000" sy="70000" algn="t" rotWithShape="0">
              <a:prstClr val="black">
                <a:alpha val="40000"/>
              </a:prstClr>
            </a:outerShdw>
          </a:effectLst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C632F3B-FC22-28B3-5013-C235E4292B76}"/>
                </a:ext>
              </a:extLst>
            </p:cNvPr>
            <p:cNvSpPr/>
            <p:nvPr/>
          </p:nvSpPr>
          <p:spPr>
            <a:xfrm rot="2100000">
              <a:off x="5300281" y="5725344"/>
              <a:ext cx="1879700" cy="106609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0ED3987-FB82-0E5E-CF04-355B8B12409B}"/>
                </a:ext>
              </a:extLst>
            </p:cNvPr>
            <p:cNvSpPr/>
            <p:nvPr/>
          </p:nvSpPr>
          <p:spPr>
            <a:xfrm rot="5400000" flipH="1">
              <a:off x="5389231" y="5775793"/>
              <a:ext cx="1701800" cy="9652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0044CF0-D3A1-EA1D-57F8-213DE5623EEF}"/>
                </a:ext>
              </a:extLst>
            </p:cNvPr>
            <p:cNvSpPr/>
            <p:nvPr/>
          </p:nvSpPr>
          <p:spPr>
            <a:xfrm rot="19500000" flipH="1">
              <a:off x="5300281" y="5725344"/>
              <a:ext cx="1879700" cy="106609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F13FCB7-2A33-7729-FB35-F6C004E2C970}"/>
              </a:ext>
            </a:extLst>
          </p:cNvPr>
          <p:cNvGrpSpPr/>
          <p:nvPr/>
        </p:nvGrpSpPr>
        <p:grpSpPr>
          <a:xfrm>
            <a:off x="2092485" y="4835710"/>
            <a:ext cx="695919" cy="630055"/>
            <a:chOff x="12028883" y="8321030"/>
            <a:chExt cx="1113470" cy="1008088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AF895C5-CB5F-A221-4AAD-B5B729EDDCB6}"/>
                </a:ext>
              </a:extLst>
            </p:cNvPr>
            <p:cNvGrpSpPr/>
            <p:nvPr/>
          </p:nvGrpSpPr>
          <p:grpSpPr>
            <a:xfrm>
              <a:off x="12028883" y="8321030"/>
              <a:ext cx="1113470" cy="1008088"/>
              <a:chOff x="5300281" y="5407493"/>
              <a:chExt cx="1879700" cy="1701800"/>
            </a:xfrm>
            <a:solidFill>
              <a:schemeClr val="accent4">
                <a:alpha val="50000"/>
              </a:schemeClr>
            </a:solidFill>
            <a:effectLst>
              <a:outerShdw blurRad="1270000" dist="266700" dir="5400000" sx="70000" sy="7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55B78DD1-0852-BD28-EF72-3269C6AE68F3}"/>
                  </a:ext>
                </a:extLst>
              </p:cNvPr>
              <p:cNvSpPr/>
              <p:nvPr/>
            </p:nvSpPr>
            <p:spPr>
              <a:xfrm rot="2100000">
                <a:off x="5300281" y="5725344"/>
                <a:ext cx="1879700" cy="106609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849D9D1-AD62-28B8-7F4D-86377C71BED0}"/>
                  </a:ext>
                </a:extLst>
              </p:cNvPr>
              <p:cNvSpPr/>
              <p:nvPr/>
            </p:nvSpPr>
            <p:spPr>
              <a:xfrm rot="5400000" flipH="1">
                <a:off x="5389231" y="5775793"/>
                <a:ext cx="1701800" cy="9652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8202786D-F7CB-CF72-7988-0FF0F67D5D54}"/>
                  </a:ext>
                </a:extLst>
              </p:cNvPr>
              <p:cNvSpPr/>
              <p:nvPr/>
            </p:nvSpPr>
            <p:spPr>
              <a:xfrm rot="19500000" flipH="1">
                <a:off x="5300281" y="5725344"/>
                <a:ext cx="1879700" cy="106609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</p:grpSp>
        <p:sp>
          <p:nvSpPr>
            <p:cNvPr id="80" name="AutoShape 114">
              <a:extLst>
                <a:ext uri="{FF2B5EF4-FFF2-40B4-BE49-F238E27FC236}">
                  <a16:creationId xmlns:a16="http://schemas.microsoft.com/office/drawing/2014/main" id="{E8B83C36-4489-439B-63D8-9992271F6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15553" y="8697048"/>
              <a:ext cx="75797" cy="7579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1907" tIns="11907" rIns="11907" bIns="11907" anchor="ctr"/>
            <a:lstStyle/>
            <a:p>
              <a:pPr algn="ctr" defTabSz="1429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2464889-6823-18FF-CD27-0890F4B0758C}"/>
              </a:ext>
            </a:extLst>
          </p:cNvPr>
          <p:cNvGrpSpPr/>
          <p:nvPr/>
        </p:nvGrpSpPr>
        <p:grpSpPr>
          <a:xfrm>
            <a:off x="2092485" y="3646550"/>
            <a:ext cx="695919" cy="630055"/>
            <a:chOff x="12028883" y="6095248"/>
            <a:chExt cx="1113470" cy="1008088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4BB1395-56FF-9849-6838-CF2792ACB910}"/>
                </a:ext>
              </a:extLst>
            </p:cNvPr>
            <p:cNvGrpSpPr/>
            <p:nvPr/>
          </p:nvGrpSpPr>
          <p:grpSpPr>
            <a:xfrm>
              <a:off x="12028883" y="6095248"/>
              <a:ext cx="1113470" cy="1008088"/>
              <a:chOff x="5300281" y="5407493"/>
              <a:chExt cx="1879700" cy="1701800"/>
            </a:xfrm>
            <a:solidFill>
              <a:schemeClr val="accent3">
                <a:alpha val="50000"/>
              </a:schemeClr>
            </a:solidFill>
            <a:effectLst>
              <a:outerShdw blurRad="1270000" dist="266700" dir="5400000" sx="70000" sy="7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E3DD6AB-497A-863A-EBBD-9CD70F9523F9}"/>
                  </a:ext>
                </a:extLst>
              </p:cNvPr>
              <p:cNvSpPr/>
              <p:nvPr/>
            </p:nvSpPr>
            <p:spPr>
              <a:xfrm rot="2100000">
                <a:off x="5300281" y="5725344"/>
                <a:ext cx="1879700" cy="106609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D3BCF30C-1144-7D1C-BACF-34415D70F379}"/>
                  </a:ext>
                </a:extLst>
              </p:cNvPr>
              <p:cNvSpPr/>
              <p:nvPr/>
            </p:nvSpPr>
            <p:spPr>
              <a:xfrm rot="5400000" flipH="1">
                <a:off x="5389231" y="5775793"/>
                <a:ext cx="1701800" cy="9652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107B57B-247E-1D57-911E-DFFC0557BD6A}"/>
                  </a:ext>
                </a:extLst>
              </p:cNvPr>
              <p:cNvSpPr/>
              <p:nvPr/>
            </p:nvSpPr>
            <p:spPr>
              <a:xfrm rot="19500000" flipH="1">
                <a:off x="5300281" y="5725344"/>
                <a:ext cx="1879700" cy="106609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</p:grpSp>
        <p:sp>
          <p:nvSpPr>
            <p:cNvPr id="83" name="AutoShape 121">
              <a:extLst>
                <a:ext uri="{FF2B5EF4-FFF2-40B4-BE49-F238E27FC236}">
                  <a16:creationId xmlns:a16="http://schemas.microsoft.com/office/drawing/2014/main" id="{5BC67E51-F0E1-7F6A-DEFD-2086F30EB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9121" y="6570310"/>
              <a:ext cx="52230" cy="5223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200" y="0"/>
                  </a:moveTo>
                  <a:cubicBezTo>
                    <a:pt x="8596" y="0"/>
                    <a:pt x="0" y="8596"/>
                    <a:pt x="0" y="19195"/>
                  </a:cubicBezTo>
                  <a:lnTo>
                    <a:pt x="0" y="19199"/>
                  </a:lnTo>
                  <a:cubicBezTo>
                    <a:pt x="0" y="20524"/>
                    <a:pt x="1068" y="21599"/>
                    <a:pt x="2400" y="21599"/>
                  </a:cubicBezTo>
                  <a:cubicBezTo>
                    <a:pt x="3721" y="21599"/>
                    <a:pt x="4800" y="20524"/>
                    <a:pt x="4800" y="19199"/>
                  </a:cubicBezTo>
                  <a:lnTo>
                    <a:pt x="4800" y="19195"/>
                  </a:lnTo>
                  <a:cubicBezTo>
                    <a:pt x="4800" y="11247"/>
                    <a:pt x="11240" y="4799"/>
                    <a:pt x="19200" y="4799"/>
                  </a:cubicBezTo>
                  <a:cubicBezTo>
                    <a:pt x="20521" y="4799"/>
                    <a:pt x="21600" y="3724"/>
                    <a:pt x="21600" y="2399"/>
                  </a:cubicBezTo>
                  <a:cubicBezTo>
                    <a:pt x="21600" y="1075"/>
                    <a:pt x="20521" y="0"/>
                    <a:pt x="1920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1907" tIns="11907" rIns="11907" bIns="11907" anchor="ctr"/>
            <a:lstStyle/>
            <a:p>
              <a:pPr algn="ctr" defTabSz="1429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F61176FF-D0E0-C392-FD9C-0770380B2AAE}"/>
              </a:ext>
            </a:extLst>
          </p:cNvPr>
          <p:cNvSpPr/>
          <p:nvPr/>
        </p:nvSpPr>
        <p:spPr>
          <a:xfrm>
            <a:off x="3079381" y="1233659"/>
            <a:ext cx="58020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endParaRPr lang="id-ID" altLang="zh-CN" sz="2400" spc="188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A43D5A8-D5EB-234E-75FF-6F6E223CC271}"/>
              </a:ext>
            </a:extLst>
          </p:cNvPr>
          <p:cNvSpPr/>
          <p:nvPr/>
        </p:nvSpPr>
        <p:spPr>
          <a:xfrm>
            <a:off x="3111323" y="2599238"/>
            <a:ext cx="51432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altLang="zh-CN" sz="2400" spc="188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371A467-C11D-A962-4C42-AF77C0EBF539}"/>
              </a:ext>
            </a:extLst>
          </p:cNvPr>
          <p:cNvSpPr/>
          <p:nvPr/>
        </p:nvSpPr>
        <p:spPr>
          <a:xfrm>
            <a:off x="3058227" y="3595485"/>
            <a:ext cx="55267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altLang="zh-CN" sz="2400" spc="188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EB53DE3-7939-C313-2420-DA7B3C6A87DC}"/>
              </a:ext>
            </a:extLst>
          </p:cNvPr>
          <p:cNvSpPr/>
          <p:nvPr/>
        </p:nvSpPr>
        <p:spPr>
          <a:xfrm>
            <a:off x="3079381" y="4773329"/>
            <a:ext cx="56054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altLang="zh-CN" sz="2400" spc="188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E5349379-4DBB-2AD6-9786-35FC0273D5A9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A20A7C32-712F-9A80-F0B6-A71A1DC38E4C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8881527D-6870-0167-B15A-B2EA21F44DEB}"/>
              </a:ext>
            </a:extLst>
          </p:cNvPr>
          <p:cNvSpPr txBox="1"/>
          <p:nvPr/>
        </p:nvSpPr>
        <p:spPr>
          <a:xfrm>
            <a:off x="4528438" y="101982"/>
            <a:ext cx="313401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5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Hạn</a:t>
            </a:r>
            <a:r>
              <a:rPr lang="en-US" altLang="zh-CN" sz="45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45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chế</a:t>
            </a:r>
            <a:endParaRPr lang="zh-CN" altLang="en-US" sz="45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6614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:push dir="u"/>
      </p:transition>
    </mc:Choice>
    <mc:Fallback>
      <p:transition spd="slow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90" grpId="0"/>
      <p:bldP spid="93" grpId="0"/>
      <p:bldP spid="9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4FC54-414D-A072-4AFF-1C9F646DD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B9F3B734-57E7-7257-191C-ACAB0D116EF2}"/>
              </a:ext>
            </a:extLst>
          </p:cNvPr>
          <p:cNvGrpSpPr/>
          <p:nvPr/>
        </p:nvGrpSpPr>
        <p:grpSpPr>
          <a:xfrm>
            <a:off x="7590972" y="6087595"/>
            <a:ext cx="4605183" cy="770405"/>
            <a:chOff x="1022062" y="3516630"/>
            <a:chExt cx="9115113" cy="204484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ADBAB0-42A1-DF56-965C-7AFBE96D67A7}"/>
                </a:ext>
              </a:extLst>
            </p:cNvPr>
            <p:cNvGrpSpPr/>
            <p:nvPr/>
          </p:nvGrpSpPr>
          <p:grpSpPr>
            <a:xfrm>
              <a:off x="1260856" y="3516630"/>
              <a:ext cx="8639774" cy="2044847"/>
              <a:chOff x="1125802" y="3516630"/>
              <a:chExt cx="8639774" cy="2044847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C92230A-A398-D4F8-E2C8-F96E3857039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125802" y="3814355"/>
                <a:ext cx="5566998" cy="1747122"/>
              </a:xfrm>
              <a:custGeom>
                <a:avLst/>
                <a:gdLst>
                  <a:gd name="connsiteX0" fmla="*/ 1279524 w 2559048"/>
                  <a:gd name="connsiteY0" fmla="*/ 0 h 712707"/>
                  <a:gd name="connsiteX1" fmla="*/ 0 w 2559048"/>
                  <a:gd name="connsiteY1" fmla="*/ 712707 h 712707"/>
                  <a:gd name="connsiteX2" fmla="*/ 1279524 w 2559048"/>
                  <a:gd name="connsiteY2" fmla="*/ 712707 h 712707"/>
                  <a:gd name="connsiteX3" fmla="*/ 2559048 w 2559048"/>
                  <a:gd name="connsiteY3" fmla="*/ 712707 h 712707"/>
                  <a:gd name="connsiteX4" fmla="*/ 1279524 w 2559048"/>
                  <a:gd name="connsiteY4" fmla="*/ 0 h 7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59048" h="712707">
                    <a:moveTo>
                      <a:pt x="1279524" y="0"/>
                    </a:moveTo>
                    <a:cubicBezTo>
                      <a:pt x="776159" y="-642"/>
                      <a:pt x="988177" y="477229"/>
                      <a:pt x="0" y="712707"/>
                    </a:cubicBezTo>
                    <a:lnTo>
                      <a:pt x="1279524" y="712707"/>
                    </a:lnTo>
                    <a:lnTo>
                      <a:pt x="2559048" y="712707"/>
                    </a:lnTo>
                    <a:cubicBezTo>
                      <a:pt x="1570872" y="477229"/>
                      <a:pt x="1782889" y="-642"/>
                      <a:pt x="127952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>
                      <a:alpha val="85000"/>
                    </a:schemeClr>
                  </a:gs>
                  <a:gs pos="100000">
                    <a:schemeClr val="accent4">
                      <a:lumMod val="75000"/>
                      <a:alpha val="8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57151" tIns="28575" rIns="57151" bIns="28575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528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54BBCD9-4458-48EE-A709-4A68A5D57DD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50061" y="3516630"/>
                <a:ext cx="5566998" cy="2044847"/>
              </a:xfrm>
              <a:custGeom>
                <a:avLst/>
                <a:gdLst>
                  <a:gd name="connsiteX0" fmla="*/ 1279524 w 2559048"/>
                  <a:gd name="connsiteY0" fmla="*/ 0 h 712707"/>
                  <a:gd name="connsiteX1" fmla="*/ 0 w 2559048"/>
                  <a:gd name="connsiteY1" fmla="*/ 712707 h 712707"/>
                  <a:gd name="connsiteX2" fmla="*/ 1279524 w 2559048"/>
                  <a:gd name="connsiteY2" fmla="*/ 712707 h 712707"/>
                  <a:gd name="connsiteX3" fmla="*/ 2559048 w 2559048"/>
                  <a:gd name="connsiteY3" fmla="*/ 712707 h 712707"/>
                  <a:gd name="connsiteX4" fmla="*/ 1279524 w 2559048"/>
                  <a:gd name="connsiteY4" fmla="*/ 0 h 7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59048" h="712707">
                    <a:moveTo>
                      <a:pt x="1279524" y="0"/>
                    </a:moveTo>
                    <a:cubicBezTo>
                      <a:pt x="776159" y="-642"/>
                      <a:pt x="988177" y="477229"/>
                      <a:pt x="0" y="712707"/>
                    </a:cubicBezTo>
                    <a:lnTo>
                      <a:pt x="1279524" y="712707"/>
                    </a:lnTo>
                    <a:lnTo>
                      <a:pt x="2559048" y="712707"/>
                    </a:lnTo>
                    <a:cubicBezTo>
                      <a:pt x="1570872" y="477229"/>
                      <a:pt x="1782889" y="-642"/>
                      <a:pt x="127952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>
                      <a:alpha val="85000"/>
                    </a:schemeClr>
                  </a:gs>
                  <a:gs pos="100000">
                    <a:schemeClr val="accent3">
                      <a:lumMod val="75000"/>
                      <a:alpha val="85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254000" dist="266700" dir="11400000" sx="95000" sy="95000" algn="b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57151" tIns="28575" rIns="57151" bIns="28575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528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54A55A0-9F0F-829C-B0D1-DE248EE709F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174319" y="3657600"/>
                <a:ext cx="5566998" cy="1903877"/>
              </a:xfrm>
              <a:custGeom>
                <a:avLst/>
                <a:gdLst>
                  <a:gd name="connsiteX0" fmla="*/ 1279524 w 2559048"/>
                  <a:gd name="connsiteY0" fmla="*/ 0 h 712707"/>
                  <a:gd name="connsiteX1" fmla="*/ 0 w 2559048"/>
                  <a:gd name="connsiteY1" fmla="*/ 712707 h 712707"/>
                  <a:gd name="connsiteX2" fmla="*/ 1279524 w 2559048"/>
                  <a:gd name="connsiteY2" fmla="*/ 712707 h 712707"/>
                  <a:gd name="connsiteX3" fmla="*/ 2559048 w 2559048"/>
                  <a:gd name="connsiteY3" fmla="*/ 712707 h 712707"/>
                  <a:gd name="connsiteX4" fmla="*/ 1279524 w 2559048"/>
                  <a:gd name="connsiteY4" fmla="*/ 0 h 7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59048" h="712707">
                    <a:moveTo>
                      <a:pt x="1279524" y="0"/>
                    </a:moveTo>
                    <a:cubicBezTo>
                      <a:pt x="776159" y="-642"/>
                      <a:pt x="988177" y="477229"/>
                      <a:pt x="0" y="712707"/>
                    </a:cubicBezTo>
                    <a:lnTo>
                      <a:pt x="1279524" y="712707"/>
                    </a:lnTo>
                    <a:lnTo>
                      <a:pt x="2559048" y="712707"/>
                    </a:lnTo>
                    <a:cubicBezTo>
                      <a:pt x="1570872" y="477229"/>
                      <a:pt x="1782889" y="-642"/>
                      <a:pt x="127952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alpha val="85000"/>
                    </a:schemeClr>
                  </a:gs>
                  <a:gs pos="100000">
                    <a:schemeClr val="accent2">
                      <a:lumMod val="75000"/>
                      <a:alpha val="85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381000" dist="419100" dir="11400000" sx="93000" sy="93000" algn="b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57151" tIns="28575" rIns="57151" bIns="28575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528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C628E24-8D94-70F1-DBAF-7038551D0BF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4198578" y="3814355"/>
                <a:ext cx="5566998" cy="1747122"/>
              </a:xfrm>
              <a:custGeom>
                <a:avLst/>
                <a:gdLst>
                  <a:gd name="connsiteX0" fmla="*/ 1279524 w 2559048"/>
                  <a:gd name="connsiteY0" fmla="*/ 0 h 712707"/>
                  <a:gd name="connsiteX1" fmla="*/ 0 w 2559048"/>
                  <a:gd name="connsiteY1" fmla="*/ 712707 h 712707"/>
                  <a:gd name="connsiteX2" fmla="*/ 1279524 w 2559048"/>
                  <a:gd name="connsiteY2" fmla="*/ 712707 h 712707"/>
                  <a:gd name="connsiteX3" fmla="*/ 2559048 w 2559048"/>
                  <a:gd name="connsiteY3" fmla="*/ 712707 h 712707"/>
                  <a:gd name="connsiteX4" fmla="*/ 1279524 w 2559048"/>
                  <a:gd name="connsiteY4" fmla="*/ 0 h 7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59048" h="712707">
                    <a:moveTo>
                      <a:pt x="1279524" y="0"/>
                    </a:moveTo>
                    <a:cubicBezTo>
                      <a:pt x="776159" y="-642"/>
                      <a:pt x="988177" y="477229"/>
                      <a:pt x="0" y="712707"/>
                    </a:cubicBezTo>
                    <a:lnTo>
                      <a:pt x="1279524" y="712707"/>
                    </a:lnTo>
                    <a:lnTo>
                      <a:pt x="2559048" y="712707"/>
                    </a:lnTo>
                    <a:cubicBezTo>
                      <a:pt x="1570872" y="477229"/>
                      <a:pt x="1782889" y="-642"/>
                      <a:pt x="127952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85000"/>
                    </a:schemeClr>
                  </a:gs>
                  <a:gs pos="100000">
                    <a:schemeClr val="accent1">
                      <a:lumMod val="75000"/>
                      <a:alpha val="85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20700" dist="647700" dir="11400000" sx="90000" sy="90000" algn="b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57151" tIns="28575" rIns="57151" bIns="28575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528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endParaRPr>
              </a:p>
            </p:txBody>
          </p: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931F945-E6A5-D057-5C37-2E6A112B7339}"/>
                </a:ext>
              </a:extLst>
            </p:cNvPr>
            <p:cNvCxnSpPr>
              <a:cxnSpLocks/>
            </p:cNvCxnSpPr>
            <p:nvPr/>
          </p:nvCxnSpPr>
          <p:spPr>
            <a:xfrm>
              <a:off x="1022062" y="5561477"/>
              <a:ext cx="9115113" cy="0"/>
            </a:xfrm>
            <a:prstGeom prst="line">
              <a:avLst/>
            </a:prstGeom>
            <a:ln w="22225">
              <a:solidFill>
                <a:schemeClr val="bg1">
                  <a:lumMod val="8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3B3E50C-2DAC-499A-4B3B-C0816243E501}"/>
              </a:ext>
            </a:extLst>
          </p:cNvPr>
          <p:cNvGrpSpPr/>
          <p:nvPr/>
        </p:nvGrpSpPr>
        <p:grpSpPr>
          <a:xfrm>
            <a:off x="2092485" y="1268231"/>
            <a:ext cx="695919" cy="630055"/>
            <a:chOff x="12028883" y="1643682"/>
            <a:chExt cx="1113470" cy="1008088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066D757F-BE39-112D-C564-C6E92CA09D88}"/>
                </a:ext>
              </a:extLst>
            </p:cNvPr>
            <p:cNvGrpSpPr/>
            <p:nvPr/>
          </p:nvGrpSpPr>
          <p:grpSpPr>
            <a:xfrm>
              <a:off x="12028883" y="1643682"/>
              <a:ext cx="1113470" cy="1008088"/>
              <a:chOff x="5300281" y="5407493"/>
              <a:chExt cx="1879700" cy="1701800"/>
            </a:xfrm>
            <a:effectLst>
              <a:outerShdw blurRad="1270000" dist="266700" dir="5400000" sx="70000" sy="7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BBE815B-2C2C-17E0-FAFF-2D2FABCB1E53}"/>
                  </a:ext>
                </a:extLst>
              </p:cNvPr>
              <p:cNvSpPr/>
              <p:nvPr/>
            </p:nvSpPr>
            <p:spPr>
              <a:xfrm rot="2100000">
                <a:off x="5300281" y="5725344"/>
                <a:ext cx="1879700" cy="106609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CB8C7243-B3F5-C64A-F080-AD2A89DF5A61}"/>
                  </a:ext>
                </a:extLst>
              </p:cNvPr>
              <p:cNvSpPr/>
              <p:nvPr/>
            </p:nvSpPr>
            <p:spPr>
              <a:xfrm rot="5400000" flipH="1">
                <a:off x="5389231" y="5775793"/>
                <a:ext cx="1701800" cy="9652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91946365-DFBC-373C-8D27-88F53466DD57}"/>
                  </a:ext>
                </a:extLst>
              </p:cNvPr>
              <p:cNvSpPr/>
              <p:nvPr/>
            </p:nvSpPr>
            <p:spPr>
              <a:xfrm rot="19500000" flipH="1">
                <a:off x="5300281" y="5725344"/>
                <a:ext cx="1879700" cy="106609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</p:grpSp>
        <p:sp>
          <p:nvSpPr>
            <p:cNvPr id="76" name="AutoShape 55">
              <a:extLst>
                <a:ext uri="{FF2B5EF4-FFF2-40B4-BE49-F238E27FC236}">
                  <a16:creationId xmlns:a16="http://schemas.microsoft.com/office/drawing/2014/main" id="{F055751A-2D5A-DCC2-3DF8-4BC836949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85916" y="2019383"/>
              <a:ext cx="57326" cy="59874"/>
            </a:xfrm>
            <a:custGeom>
              <a:avLst/>
              <a:gdLst>
                <a:gd name="T0" fmla="+- 0 10803 213"/>
                <a:gd name="T1" fmla="*/ T0 w 21180"/>
                <a:gd name="T2" fmla="+- 0 10801 203"/>
                <a:gd name="T3" fmla="*/ 10801 h 21196"/>
                <a:gd name="T4" fmla="+- 0 10803 213"/>
                <a:gd name="T5" fmla="*/ T4 w 21180"/>
                <a:gd name="T6" fmla="+- 0 10801 203"/>
                <a:gd name="T7" fmla="*/ 10801 h 21196"/>
                <a:gd name="T8" fmla="+- 0 10803 213"/>
                <a:gd name="T9" fmla="*/ T8 w 21180"/>
                <a:gd name="T10" fmla="+- 0 10801 203"/>
                <a:gd name="T11" fmla="*/ 10801 h 21196"/>
                <a:gd name="T12" fmla="+- 0 10803 213"/>
                <a:gd name="T13" fmla="*/ T12 w 21180"/>
                <a:gd name="T14" fmla="+- 0 10801 203"/>
                <a:gd name="T15" fmla="*/ 10801 h 21196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80" h="21196">
                  <a:moveTo>
                    <a:pt x="8372" y="11356"/>
                  </a:moveTo>
                  <a:cubicBezTo>
                    <a:pt x="6122" y="13508"/>
                    <a:pt x="3675" y="15444"/>
                    <a:pt x="1144" y="17292"/>
                  </a:cubicBezTo>
                  <a:cubicBezTo>
                    <a:pt x="963" y="17388"/>
                    <a:pt x="786" y="17493"/>
                    <a:pt x="637" y="17645"/>
                  </a:cubicBezTo>
                  <a:cubicBezTo>
                    <a:pt x="-213" y="18457"/>
                    <a:pt x="-213" y="19774"/>
                    <a:pt x="637" y="20585"/>
                  </a:cubicBezTo>
                  <a:cubicBezTo>
                    <a:pt x="1464" y="21380"/>
                    <a:pt x="2796" y="21397"/>
                    <a:pt x="3652" y="20641"/>
                  </a:cubicBezTo>
                  <a:lnTo>
                    <a:pt x="3665" y="20649"/>
                  </a:lnTo>
                  <a:cubicBezTo>
                    <a:pt x="6364" y="18673"/>
                    <a:pt x="8988" y="16581"/>
                    <a:pt x="11419" y="14263"/>
                  </a:cubicBezTo>
                  <a:cubicBezTo>
                    <a:pt x="13759" y="12030"/>
                    <a:pt x="15873" y="9685"/>
                    <a:pt x="17715" y="7283"/>
                  </a:cubicBezTo>
                  <a:lnTo>
                    <a:pt x="20663" y="3427"/>
                  </a:lnTo>
                  <a:lnTo>
                    <a:pt x="20654" y="3419"/>
                  </a:lnTo>
                  <a:cubicBezTo>
                    <a:pt x="21386" y="2600"/>
                    <a:pt x="21357" y="1379"/>
                    <a:pt x="20541" y="608"/>
                  </a:cubicBezTo>
                  <a:cubicBezTo>
                    <a:pt x="19697" y="-203"/>
                    <a:pt x="18323" y="-203"/>
                    <a:pt x="17468" y="608"/>
                  </a:cubicBezTo>
                  <a:cubicBezTo>
                    <a:pt x="17313" y="760"/>
                    <a:pt x="17197" y="937"/>
                    <a:pt x="17094" y="1114"/>
                  </a:cubicBezTo>
                  <a:lnTo>
                    <a:pt x="14228" y="4857"/>
                  </a:lnTo>
                  <a:cubicBezTo>
                    <a:pt x="12526" y="7090"/>
                    <a:pt x="10552" y="9275"/>
                    <a:pt x="8372" y="11356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1907" tIns="11907" rIns="11907" bIns="11907" anchor="ctr"/>
            <a:lstStyle/>
            <a:p>
              <a:pPr algn="ctr" defTabSz="1429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3FC6608-FFFD-B93C-4BC7-C353B5A82A7C}"/>
              </a:ext>
            </a:extLst>
          </p:cNvPr>
          <p:cNvGrpSpPr/>
          <p:nvPr/>
        </p:nvGrpSpPr>
        <p:grpSpPr>
          <a:xfrm>
            <a:off x="2092485" y="2457391"/>
            <a:ext cx="695919" cy="630055"/>
            <a:chOff x="5300281" y="5407493"/>
            <a:chExt cx="1879700" cy="1701800"/>
          </a:xfrm>
          <a:solidFill>
            <a:schemeClr val="accent2">
              <a:alpha val="50000"/>
            </a:schemeClr>
          </a:solidFill>
          <a:effectLst>
            <a:outerShdw blurRad="1270000" dist="266700" dir="5400000" sx="70000" sy="70000" algn="t" rotWithShape="0">
              <a:prstClr val="black">
                <a:alpha val="40000"/>
              </a:prstClr>
            </a:outerShdw>
          </a:effectLst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D4DF1BE-D248-FC1E-2F75-0CA0AC9F5BA9}"/>
                </a:ext>
              </a:extLst>
            </p:cNvPr>
            <p:cNvSpPr/>
            <p:nvPr/>
          </p:nvSpPr>
          <p:spPr>
            <a:xfrm rot="2100000">
              <a:off x="5300281" y="5725344"/>
              <a:ext cx="1879700" cy="106609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A696252-2620-64F8-B2C4-A2A90FCE25C2}"/>
                </a:ext>
              </a:extLst>
            </p:cNvPr>
            <p:cNvSpPr/>
            <p:nvPr/>
          </p:nvSpPr>
          <p:spPr>
            <a:xfrm rot="5400000" flipH="1">
              <a:off x="5389231" y="5775793"/>
              <a:ext cx="1701800" cy="9652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201C522-AE6A-7A6B-45E0-C7BE8B519EB0}"/>
                </a:ext>
              </a:extLst>
            </p:cNvPr>
            <p:cNvSpPr/>
            <p:nvPr/>
          </p:nvSpPr>
          <p:spPr>
            <a:xfrm rot="19500000" flipH="1">
              <a:off x="5300281" y="5725344"/>
              <a:ext cx="1879700" cy="106609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13C37F3-A69F-BE86-7515-C03914BA9BC7}"/>
              </a:ext>
            </a:extLst>
          </p:cNvPr>
          <p:cNvGrpSpPr/>
          <p:nvPr/>
        </p:nvGrpSpPr>
        <p:grpSpPr>
          <a:xfrm>
            <a:off x="2092485" y="4835710"/>
            <a:ext cx="695919" cy="630055"/>
            <a:chOff x="12028883" y="8321030"/>
            <a:chExt cx="1113470" cy="1008088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2464B58E-DBB1-605C-829F-ED5AD314E5C2}"/>
                </a:ext>
              </a:extLst>
            </p:cNvPr>
            <p:cNvGrpSpPr/>
            <p:nvPr/>
          </p:nvGrpSpPr>
          <p:grpSpPr>
            <a:xfrm>
              <a:off x="12028883" y="8321030"/>
              <a:ext cx="1113470" cy="1008088"/>
              <a:chOff x="5300281" y="5407493"/>
              <a:chExt cx="1879700" cy="1701800"/>
            </a:xfrm>
            <a:solidFill>
              <a:schemeClr val="accent4">
                <a:alpha val="50000"/>
              </a:schemeClr>
            </a:solidFill>
            <a:effectLst>
              <a:outerShdw blurRad="1270000" dist="266700" dir="5400000" sx="70000" sy="7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0B61648-2564-E13F-1058-A5F581404B79}"/>
                  </a:ext>
                </a:extLst>
              </p:cNvPr>
              <p:cNvSpPr/>
              <p:nvPr/>
            </p:nvSpPr>
            <p:spPr>
              <a:xfrm rot="2100000">
                <a:off x="5300281" y="5725344"/>
                <a:ext cx="1879700" cy="106609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89405A8-7E64-C250-63AB-2B4114D048E2}"/>
                  </a:ext>
                </a:extLst>
              </p:cNvPr>
              <p:cNvSpPr/>
              <p:nvPr/>
            </p:nvSpPr>
            <p:spPr>
              <a:xfrm rot="5400000" flipH="1">
                <a:off x="5389231" y="5775793"/>
                <a:ext cx="1701800" cy="9652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4DD0BEA-BC04-96A5-32EF-9AFEE12088BF}"/>
                  </a:ext>
                </a:extLst>
              </p:cNvPr>
              <p:cNvSpPr/>
              <p:nvPr/>
            </p:nvSpPr>
            <p:spPr>
              <a:xfrm rot="19500000" flipH="1">
                <a:off x="5300281" y="5725344"/>
                <a:ext cx="1879700" cy="106609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</p:grpSp>
        <p:sp>
          <p:nvSpPr>
            <p:cNvPr id="80" name="AutoShape 114">
              <a:extLst>
                <a:ext uri="{FF2B5EF4-FFF2-40B4-BE49-F238E27FC236}">
                  <a16:creationId xmlns:a16="http://schemas.microsoft.com/office/drawing/2014/main" id="{A3CF6E2E-9769-7D98-E401-6C53FF15B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15553" y="8697048"/>
              <a:ext cx="75797" cy="7579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1907" tIns="11907" rIns="11907" bIns="11907" anchor="ctr"/>
            <a:lstStyle/>
            <a:p>
              <a:pPr algn="ctr" defTabSz="1429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60EDA2E-A114-7457-702C-23C5CD507CAA}"/>
              </a:ext>
            </a:extLst>
          </p:cNvPr>
          <p:cNvGrpSpPr/>
          <p:nvPr/>
        </p:nvGrpSpPr>
        <p:grpSpPr>
          <a:xfrm>
            <a:off x="2092485" y="3646550"/>
            <a:ext cx="695919" cy="630055"/>
            <a:chOff x="5300281" y="5407493"/>
            <a:chExt cx="1879700" cy="1701800"/>
          </a:xfrm>
          <a:solidFill>
            <a:schemeClr val="accent3">
              <a:alpha val="50000"/>
            </a:schemeClr>
          </a:solidFill>
          <a:effectLst>
            <a:outerShdw blurRad="1270000" dist="266700" dir="5400000" sx="70000" sy="70000" algn="t" rotWithShape="0">
              <a:prstClr val="black">
                <a:alpha val="40000"/>
              </a:prstClr>
            </a:outerShdw>
          </a:effectLst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26E320E-2D40-954E-5450-CE1DDCDB9BBB}"/>
                </a:ext>
              </a:extLst>
            </p:cNvPr>
            <p:cNvSpPr/>
            <p:nvPr/>
          </p:nvSpPr>
          <p:spPr>
            <a:xfrm rot="2100000">
              <a:off x="5300281" y="5725344"/>
              <a:ext cx="1879700" cy="106609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0B7181F-B5E6-C1D1-53D8-D15338052D85}"/>
                </a:ext>
              </a:extLst>
            </p:cNvPr>
            <p:cNvSpPr/>
            <p:nvPr/>
          </p:nvSpPr>
          <p:spPr>
            <a:xfrm rot="5400000" flipH="1">
              <a:off x="5389231" y="5775793"/>
              <a:ext cx="1701800" cy="9652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4534AAA-8213-02A2-D947-B1F24DC23127}"/>
                </a:ext>
              </a:extLst>
            </p:cNvPr>
            <p:cNvSpPr/>
            <p:nvPr/>
          </p:nvSpPr>
          <p:spPr>
            <a:xfrm rot="19500000" flipH="1">
              <a:off x="5300281" y="5725344"/>
              <a:ext cx="1879700" cy="106609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5EA4308B-EC2D-900F-1163-79C426196E67}"/>
              </a:ext>
            </a:extLst>
          </p:cNvPr>
          <p:cNvSpPr/>
          <p:nvPr/>
        </p:nvSpPr>
        <p:spPr>
          <a:xfrm>
            <a:off x="3079381" y="1233659"/>
            <a:ext cx="58020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kiệm</a:t>
            </a:r>
            <a:endParaRPr lang="id-ID" altLang="zh-CN" sz="2400" spc="188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B3147E6-13EF-1301-C305-1BD467409875}"/>
              </a:ext>
            </a:extLst>
          </p:cNvPr>
          <p:cNvSpPr/>
          <p:nvPr/>
        </p:nvSpPr>
        <p:spPr>
          <a:xfrm>
            <a:off x="3111322" y="2599238"/>
            <a:ext cx="66422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id-ID" altLang="zh-CN" sz="2400" spc="188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CB93F85-D76B-7C58-B4B4-5D65BFD55E24}"/>
              </a:ext>
            </a:extLst>
          </p:cNvPr>
          <p:cNvSpPr/>
          <p:nvPr/>
        </p:nvSpPr>
        <p:spPr>
          <a:xfrm>
            <a:off x="3058227" y="3595485"/>
            <a:ext cx="55267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Báo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  <a:endParaRPr lang="id-ID" altLang="zh-CN" sz="2400" spc="188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99508B1-FC68-0611-BFEE-659F5860E030}"/>
              </a:ext>
            </a:extLst>
          </p:cNvPr>
          <p:cNvSpPr/>
          <p:nvPr/>
        </p:nvSpPr>
        <p:spPr>
          <a:xfrm>
            <a:off x="3079381" y="4773329"/>
            <a:ext cx="56054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nhở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thói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id-ID" altLang="zh-CN" sz="2400" spc="188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836DFEDE-6299-4130-371A-55C647A4D394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E82011A4-CD39-D0EB-172A-5985D47F93F5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2164878B-B0D5-7DDC-7C38-E49C6FA9C8F7}"/>
              </a:ext>
            </a:extLst>
          </p:cNvPr>
          <p:cNvSpPr txBox="1"/>
          <p:nvPr/>
        </p:nvSpPr>
        <p:spPr>
          <a:xfrm>
            <a:off x="4528991" y="165615"/>
            <a:ext cx="31340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Hướng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phát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triển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endParaRPr lang="zh-CN" altLang="en-US" sz="32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7133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:push dir="u"/>
      </p:transition>
    </mc:Choice>
    <mc:Fallback>
      <p:transition spd="slow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90" grpId="0"/>
      <p:bldP spid="93" grpId="0"/>
      <p:bldP spid="9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EF959C-084C-B8D1-3A5D-1DD334A0B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25" y="1918486"/>
            <a:ext cx="5093198" cy="4840773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C7FE545F-F7E4-4705-8219-F5280CE13CAC}"/>
              </a:ext>
            </a:extLst>
          </p:cNvPr>
          <p:cNvGrpSpPr/>
          <p:nvPr/>
        </p:nvGrpSpPr>
        <p:grpSpPr>
          <a:xfrm flipH="1">
            <a:off x="-90803" y="-883958"/>
            <a:ext cx="12073252" cy="7741958"/>
            <a:chOff x="0" y="-883958"/>
            <a:chExt cx="12192000" cy="7741958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AFB9257-1033-4EA4-BB02-F84E8746C925}"/>
                </a:ext>
              </a:extLst>
            </p:cNvPr>
            <p:cNvSpPr/>
            <p:nvPr/>
          </p:nvSpPr>
          <p:spPr>
            <a:xfrm>
              <a:off x="0" y="6415088"/>
              <a:ext cx="12192000" cy="4429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C5E1446-B950-42A3-9403-F840A3749AF9}"/>
                </a:ext>
              </a:extLst>
            </p:cNvPr>
            <p:cNvSpPr/>
            <p:nvPr/>
          </p:nvSpPr>
          <p:spPr>
            <a:xfrm rot="19036547">
              <a:off x="274718" y="-883958"/>
              <a:ext cx="1547614" cy="199643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4DC00CE-F195-4746-BE96-B9471A0CCFB3}"/>
                </a:ext>
              </a:extLst>
            </p:cNvPr>
            <p:cNvSpPr/>
            <p:nvPr/>
          </p:nvSpPr>
          <p:spPr>
            <a:xfrm>
              <a:off x="9958388" y="0"/>
              <a:ext cx="2233612" cy="4429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14" name="组合 31">
            <a:extLst>
              <a:ext uri="{FF2B5EF4-FFF2-40B4-BE49-F238E27FC236}">
                <a16:creationId xmlns:a16="http://schemas.microsoft.com/office/drawing/2014/main" id="{D8392338-0A5C-4A1B-A521-6910C7186959}"/>
              </a:ext>
            </a:extLst>
          </p:cNvPr>
          <p:cNvGrpSpPr/>
          <p:nvPr/>
        </p:nvGrpSpPr>
        <p:grpSpPr>
          <a:xfrm flipH="1">
            <a:off x="302108" y="920091"/>
            <a:ext cx="12073252" cy="3814524"/>
            <a:chOff x="0" y="787003"/>
            <a:chExt cx="12192000" cy="3814524"/>
          </a:xfrm>
        </p:grpSpPr>
        <p:sp>
          <p:nvSpPr>
            <p:cNvPr id="20" name="矩形 30">
              <a:extLst>
                <a:ext uri="{FF2B5EF4-FFF2-40B4-BE49-F238E27FC236}">
                  <a16:creationId xmlns:a16="http://schemas.microsoft.com/office/drawing/2014/main" id="{EF492E37-9B78-4537-A66B-E1AB948FD7F3}"/>
                </a:ext>
              </a:extLst>
            </p:cNvPr>
            <p:cNvSpPr/>
            <p:nvPr/>
          </p:nvSpPr>
          <p:spPr>
            <a:xfrm>
              <a:off x="0" y="2084876"/>
              <a:ext cx="12192000" cy="2516651"/>
            </a:xfrm>
            <a:prstGeom prst="rect">
              <a:avLst/>
            </a:prstGeom>
            <a:solidFill>
              <a:srgbClr val="FFFFFF">
                <a:alpha val="5607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27" name="矩形 19">
              <a:extLst>
                <a:ext uri="{FF2B5EF4-FFF2-40B4-BE49-F238E27FC236}">
                  <a16:creationId xmlns:a16="http://schemas.microsoft.com/office/drawing/2014/main" id="{EFA0E712-A4EE-48D7-841A-188A4CBDAA22}"/>
                </a:ext>
              </a:extLst>
            </p:cNvPr>
            <p:cNvSpPr/>
            <p:nvPr/>
          </p:nvSpPr>
          <p:spPr>
            <a:xfrm>
              <a:off x="599579" y="2436316"/>
              <a:ext cx="1175262" cy="199643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28" name="文本框 21">
              <a:extLst>
                <a:ext uri="{FF2B5EF4-FFF2-40B4-BE49-F238E27FC236}">
                  <a16:creationId xmlns:a16="http://schemas.microsoft.com/office/drawing/2014/main" id="{8D22E44A-07CD-4584-A152-9002910261D9}"/>
                </a:ext>
              </a:extLst>
            </p:cNvPr>
            <p:cNvSpPr txBox="1"/>
            <p:nvPr/>
          </p:nvSpPr>
          <p:spPr>
            <a:xfrm>
              <a:off x="1985110" y="787003"/>
              <a:ext cx="808843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>
              <a:defPPr>
                <a:defRPr lang="zh-CN"/>
              </a:defPPr>
              <a:lvl1pPr algn="dist">
                <a:defRPr sz="9600"/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u="none" strike="noStrike" kern="1200" cap="none" spc="0" normalizeH="0" baseline="0" noProof="0" dirty="0" err="1">
                  <a:ln>
                    <a:noFill/>
                  </a:ln>
                  <a:solidFill>
                    <a:srgbClr val="487731"/>
                  </a:solidFill>
                  <a:effectLst>
                    <a:outerShdw blurRad="63500" sx="102000" sy="102000" algn="ctr" rotWithShape="0">
                      <a:schemeClr val="bg1">
                        <a:alpha val="20000"/>
                      </a:scheme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sym typeface="字魂36号-正文宋楷" panose="02000000000000000000" pitchFamily="2" charset="-122"/>
                </a:rPr>
                <a:t>Cảm</a:t>
              </a:r>
              <a:r>
                <a:rPr kumimoji="0" lang="en-US" altLang="zh-CN" sz="6000" u="none" strike="noStrike" kern="1200" cap="none" spc="0" normalizeH="0" baseline="0" noProof="0" dirty="0">
                  <a:ln>
                    <a:noFill/>
                  </a:ln>
                  <a:solidFill>
                    <a:srgbClr val="487731"/>
                  </a:solidFill>
                  <a:effectLst>
                    <a:outerShdw blurRad="63500" sx="102000" sy="102000" algn="ctr" rotWithShape="0">
                      <a:schemeClr val="bg1">
                        <a:alpha val="20000"/>
                      </a:scheme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sym typeface="字魂36号-正文宋楷" panose="02000000000000000000" pitchFamily="2" charset="-122"/>
                </a:rPr>
                <a:t> </a:t>
              </a:r>
              <a:r>
                <a:rPr kumimoji="0" lang="en-US" altLang="zh-CN" sz="6000" u="none" strike="noStrike" kern="1200" cap="none" spc="0" normalizeH="0" baseline="0" noProof="0" dirty="0" err="1">
                  <a:ln>
                    <a:noFill/>
                  </a:ln>
                  <a:solidFill>
                    <a:srgbClr val="487731"/>
                  </a:solidFill>
                  <a:effectLst>
                    <a:outerShdw blurRad="63500" sx="102000" sy="102000" algn="ctr" rotWithShape="0">
                      <a:schemeClr val="bg1">
                        <a:alpha val="20000"/>
                      </a:scheme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sym typeface="字魂36号-正文宋楷" panose="02000000000000000000" pitchFamily="2" charset="-122"/>
                </a:rPr>
                <a:t>ơn</a:t>
              </a:r>
              <a:r>
                <a:rPr kumimoji="0" lang="en-US" altLang="zh-CN" sz="6000" u="none" strike="noStrike" kern="1200" cap="none" spc="0" normalizeH="0" baseline="0" noProof="0" dirty="0">
                  <a:ln>
                    <a:noFill/>
                  </a:ln>
                  <a:solidFill>
                    <a:srgbClr val="487731"/>
                  </a:solidFill>
                  <a:effectLst>
                    <a:outerShdw blurRad="63500" sx="102000" sy="102000" algn="ctr" rotWithShape="0">
                      <a:schemeClr val="bg1">
                        <a:alpha val="20000"/>
                      </a:scheme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sym typeface="字魂36号-正文宋楷" panose="02000000000000000000" pitchFamily="2" charset="-122"/>
                </a:rPr>
                <a:t> </a:t>
              </a:r>
              <a:r>
                <a:rPr kumimoji="0" lang="en-US" altLang="zh-CN" sz="6000" u="none" strike="noStrike" kern="1200" cap="none" spc="0" normalizeH="0" baseline="0" noProof="0" dirty="0" err="1">
                  <a:ln>
                    <a:noFill/>
                  </a:ln>
                  <a:solidFill>
                    <a:srgbClr val="487731"/>
                  </a:solidFill>
                  <a:effectLst>
                    <a:outerShdw blurRad="63500" sx="102000" sy="102000" algn="ctr" rotWithShape="0">
                      <a:schemeClr val="bg1">
                        <a:alpha val="20000"/>
                      </a:scheme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sym typeface="字魂36号-正文宋楷" panose="02000000000000000000" pitchFamily="2" charset="-122"/>
                </a:rPr>
                <a:t>mọi</a:t>
              </a:r>
              <a:r>
                <a:rPr kumimoji="0" lang="en-US" altLang="zh-CN" sz="6000" u="none" strike="noStrike" kern="1200" cap="none" spc="0" normalizeH="0" baseline="0" noProof="0" dirty="0">
                  <a:ln>
                    <a:noFill/>
                  </a:ln>
                  <a:solidFill>
                    <a:srgbClr val="487731"/>
                  </a:solidFill>
                  <a:effectLst>
                    <a:outerShdw blurRad="63500" sx="102000" sy="102000" algn="ctr" rotWithShape="0">
                      <a:schemeClr val="bg1">
                        <a:alpha val="20000"/>
                      </a:scheme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sym typeface="字魂36号-正文宋楷" panose="02000000000000000000" pitchFamily="2" charset="-122"/>
                </a:rPr>
                <a:t> </a:t>
              </a:r>
              <a:r>
                <a:rPr kumimoji="0" lang="en-US" altLang="zh-CN" sz="6000" u="none" strike="noStrike" kern="1200" cap="none" spc="0" normalizeH="0" baseline="0" noProof="0" dirty="0" err="1">
                  <a:ln>
                    <a:noFill/>
                  </a:ln>
                  <a:solidFill>
                    <a:srgbClr val="487731"/>
                  </a:solidFill>
                  <a:effectLst>
                    <a:outerShdw blurRad="63500" sx="102000" sy="102000" algn="ctr" rotWithShape="0">
                      <a:schemeClr val="bg1">
                        <a:alpha val="20000"/>
                      </a:scheme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sym typeface="字魂36号-正文宋楷" panose="02000000000000000000" pitchFamily="2" charset="-122"/>
                </a:rPr>
                <a:t>người</a:t>
              </a:r>
              <a:r>
                <a:rPr kumimoji="0" lang="en-US" altLang="zh-CN" sz="6000" u="none" strike="noStrike" kern="1200" cap="none" spc="0" normalizeH="0" baseline="0" noProof="0" dirty="0">
                  <a:ln>
                    <a:noFill/>
                  </a:ln>
                  <a:solidFill>
                    <a:srgbClr val="487731"/>
                  </a:solidFill>
                  <a:effectLst>
                    <a:outerShdw blurRad="63500" sx="102000" sy="102000" algn="ctr" rotWithShape="0">
                      <a:schemeClr val="bg1">
                        <a:alpha val="20000"/>
                      </a:scheme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sym typeface="字魂36号-正文宋楷" panose="02000000000000000000" pitchFamily="2" charset="-122"/>
                </a:rPr>
                <a:t> </a:t>
              </a:r>
              <a:r>
                <a:rPr kumimoji="0" lang="en-US" altLang="zh-CN" sz="6000" u="none" strike="noStrike" kern="1200" cap="none" spc="0" normalizeH="0" baseline="0" noProof="0" dirty="0" err="1">
                  <a:ln>
                    <a:noFill/>
                  </a:ln>
                  <a:solidFill>
                    <a:srgbClr val="487731"/>
                  </a:solidFill>
                  <a:effectLst>
                    <a:outerShdw blurRad="63500" sx="102000" sy="102000" algn="ctr" rotWithShape="0">
                      <a:schemeClr val="bg1">
                        <a:alpha val="20000"/>
                      </a:scheme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sym typeface="字魂36号-正文宋楷" panose="02000000000000000000" pitchFamily="2" charset="-122"/>
                </a:rPr>
                <a:t>đã</a:t>
              </a:r>
              <a:r>
                <a:rPr kumimoji="0" lang="en-US" altLang="zh-CN" sz="6000" u="none" strike="noStrike" kern="1200" cap="none" spc="0" normalizeH="0" baseline="0" noProof="0" dirty="0">
                  <a:ln>
                    <a:noFill/>
                  </a:ln>
                  <a:solidFill>
                    <a:srgbClr val="487731"/>
                  </a:solidFill>
                  <a:effectLst>
                    <a:outerShdw blurRad="63500" sx="102000" sy="102000" algn="ctr" rotWithShape="0">
                      <a:schemeClr val="bg1">
                        <a:alpha val="20000"/>
                      </a:scheme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sym typeface="字魂36号-正文宋楷" panose="02000000000000000000" pitchFamily="2" charset="-122"/>
                </a:rPr>
                <a:t> </a:t>
              </a:r>
              <a:r>
                <a:rPr kumimoji="0" lang="en-US" altLang="zh-CN" sz="6000" u="none" strike="noStrike" kern="1200" cap="none" spc="0" normalizeH="0" baseline="0" noProof="0" dirty="0" err="1">
                  <a:ln>
                    <a:noFill/>
                  </a:ln>
                  <a:solidFill>
                    <a:srgbClr val="487731"/>
                  </a:solidFill>
                  <a:effectLst>
                    <a:outerShdw blurRad="63500" sx="102000" sy="102000" algn="ctr" rotWithShape="0">
                      <a:schemeClr val="bg1">
                        <a:alpha val="20000"/>
                      </a:scheme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sym typeface="字魂36号-正文宋楷" panose="02000000000000000000" pitchFamily="2" charset="-122"/>
                </a:rPr>
                <a:t>lắng</a:t>
              </a:r>
              <a:r>
                <a:rPr kumimoji="0" lang="en-US" altLang="zh-CN" sz="6000" u="none" strike="noStrike" kern="1200" cap="none" spc="0" normalizeH="0" baseline="0" noProof="0" dirty="0">
                  <a:ln>
                    <a:noFill/>
                  </a:ln>
                  <a:solidFill>
                    <a:srgbClr val="487731"/>
                  </a:solidFill>
                  <a:effectLst>
                    <a:outerShdw blurRad="63500" sx="102000" sy="102000" algn="ctr" rotWithShape="0">
                      <a:schemeClr val="bg1">
                        <a:alpha val="20000"/>
                      </a:scheme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sym typeface="字魂36号-正文宋楷" panose="02000000000000000000" pitchFamily="2" charset="-122"/>
                </a:rPr>
                <a:t> </a:t>
              </a:r>
              <a:r>
                <a:rPr kumimoji="0" lang="en-US" altLang="zh-CN" sz="6000" u="none" strike="noStrike" kern="1200" cap="none" spc="0" normalizeH="0" baseline="0" noProof="0" dirty="0" err="1">
                  <a:ln>
                    <a:noFill/>
                  </a:ln>
                  <a:solidFill>
                    <a:srgbClr val="487731"/>
                  </a:solidFill>
                  <a:effectLst>
                    <a:outerShdw blurRad="63500" sx="102000" sy="102000" algn="ctr" rotWithShape="0">
                      <a:schemeClr val="bg1">
                        <a:alpha val="20000"/>
                      </a:scheme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sym typeface="字魂36号-正文宋楷" panose="02000000000000000000" pitchFamily="2" charset="-122"/>
                </a:rPr>
                <a:t>nghe</a:t>
              </a:r>
              <a:r>
                <a:rPr kumimoji="0" lang="en-US" altLang="zh-CN" sz="6000" u="none" strike="noStrike" kern="1200" cap="none" spc="0" normalizeH="0" baseline="0" noProof="0" dirty="0">
                  <a:ln>
                    <a:noFill/>
                  </a:ln>
                  <a:solidFill>
                    <a:srgbClr val="487731"/>
                  </a:solidFill>
                  <a:effectLst>
                    <a:outerShdw blurRad="63500" sx="102000" sy="102000" algn="ctr" rotWithShape="0">
                      <a:schemeClr val="bg1">
                        <a:alpha val="20000"/>
                      </a:scheme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sym typeface="字魂36号-正文宋楷" panose="02000000000000000000" pitchFamily="2" charset="-122"/>
                </a:rPr>
                <a:t>!</a:t>
              </a:r>
              <a:endParaRPr kumimoji="0" lang="zh-CN" altLang="en-US" sz="6000" u="none" strike="noStrike" kern="1200" cap="none" spc="0" normalizeH="0" baseline="0" noProof="0" dirty="0">
                <a:ln>
                  <a:noFill/>
                </a:ln>
                <a:solidFill>
                  <a:srgbClr val="487731"/>
                </a:solidFill>
                <a:effectLst>
                  <a:outerShdw blurRad="63500" sx="102000" sy="102000" algn="ctr" rotWithShape="0">
                    <a:schemeClr val="bg1">
                      <a:alpha val="20000"/>
                    </a:scheme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29" name="文本框 22">
              <a:extLst>
                <a:ext uri="{FF2B5EF4-FFF2-40B4-BE49-F238E27FC236}">
                  <a16:creationId xmlns:a16="http://schemas.microsoft.com/office/drawing/2014/main" id="{5334FF1D-A613-4DCD-9677-C91804115C25}"/>
                </a:ext>
              </a:extLst>
            </p:cNvPr>
            <p:cNvSpPr txBox="1"/>
            <p:nvPr/>
          </p:nvSpPr>
          <p:spPr>
            <a:xfrm>
              <a:off x="1985110" y="2914859"/>
              <a:ext cx="6744642" cy="58477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480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pPr algn="r"/>
              <a:r>
                <a:rPr lang="en-US" altLang="zh-CN" sz="3200" spc="600" dirty="0">
                  <a:solidFill>
                    <a:srgbClr val="487731"/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Q&amp;A</a:t>
              </a:r>
            </a:p>
          </p:txBody>
        </p:sp>
        <p:sp>
          <p:nvSpPr>
            <p:cNvPr id="30" name="Shape 586">
              <a:extLst>
                <a:ext uri="{FF2B5EF4-FFF2-40B4-BE49-F238E27FC236}">
                  <a16:creationId xmlns:a16="http://schemas.microsoft.com/office/drawing/2014/main" id="{5C65C40A-206F-4412-A8F1-01E69A45722F}"/>
                </a:ext>
              </a:extLst>
            </p:cNvPr>
            <p:cNvSpPr/>
            <p:nvPr/>
          </p:nvSpPr>
          <p:spPr>
            <a:xfrm>
              <a:off x="886632" y="3058031"/>
              <a:ext cx="601150" cy="601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0" h="21600" extrusionOk="0">
                  <a:moveTo>
                    <a:pt x="21221" y="19912"/>
                  </a:moveTo>
                  <a:cubicBezTo>
                    <a:pt x="20377" y="21262"/>
                    <a:pt x="14977" y="21600"/>
                    <a:pt x="10758" y="21600"/>
                  </a:cubicBezTo>
                  <a:cubicBezTo>
                    <a:pt x="6539" y="21600"/>
                    <a:pt x="1139" y="21262"/>
                    <a:pt x="127" y="19912"/>
                  </a:cubicBezTo>
                  <a:cubicBezTo>
                    <a:pt x="-42" y="19575"/>
                    <a:pt x="-42" y="19069"/>
                    <a:pt x="127" y="18731"/>
                  </a:cubicBezTo>
                  <a:cubicBezTo>
                    <a:pt x="970" y="16200"/>
                    <a:pt x="2658" y="15525"/>
                    <a:pt x="4008" y="15356"/>
                  </a:cubicBezTo>
                  <a:cubicBezTo>
                    <a:pt x="5189" y="15188"/>
                    <a:pt x="6202" y="14850"/>
                    <a:pt x="6708" y="14512"/>
                  </a:cubicBezTo>
                  <a:cubicBezTo>
                    <a:pt x="6708" y="14344"/>
                    <a:pt x="6708" y="13331"/>
                    <a:pt x="6708" y="12656"/>
                  </a:cubicBezTo>
                  <a:cubicBezTo>
                    <a:pt x="5527" y="11306"/>
                    <a:pt x="4683" y="9281"/>
                    <a:pt x="4683" y="7425"/>
                  </a:cubicBezTo>
                  <a:cubicBezTo>
                    <a:pt x="4683" y="3375"/>
                    <a:pt x="6708" y="0"/>
                    <a:pt x="10758" y="0"/>
                  </a:cubicBezTo>
                  <a:cubicBezTo>
                    <a:pt x="14808" y="0"/>
                    <a:pt x="16833" y="3375"/>
                    <a:pt x="16833" y="7425"/>
                  </a:cubicBezTo>
                  <a:cubicBezTo>
                    <a:pt x="16833" y="9281"/>
                    <a:pt x="15989" y="11306"/>
                    <a:pt x="14808" y="12656"/>
                  </a:cubicBezTo>
                  <a:cubicBezTo>
                    <a:pt x="14808" y="12994"/>
                    <a:pt x="14808" y="13331"/>
                    <a:pt x="14808" y="14512"/>
                  </a:cubicBezTo>
                  <a:cubicBezTo>
                    <a:pt x="15314" y="14850"/>
                    <a:pt x="16327" y="15188"/>
                    <a:pt x="17508" y="15356"/>
                  </a:cubicBezTo>
                  <a:cubicBezTo>
                    <a:pt x="18858" y="15525"/>
                    <a:pt x="20546" y="16200"/>
                    <a:pt x="21389" y="18731"/>
                  </a:cubicBezTo>
                  <a:cubicBezTo>
                    <a:pt x="21558" y="19069"/>
                    <a:pt x="21558" y="19575"/>
                    <a:pt x="21221" y="19912"/>
                  </a:cubicBezTo>
                  <a:close/>
                  <a:moveTo>
                    <a:pt x="15483" y="7425"/>
                  </a:moveTo>
                  <a:cubicBezTo>
                    <a:pt x="15483" y="4050"/>
                    <a:pt x="13964" y="1350"/>
                    <a:pt x="10758" y="1350"/>
                  </a:cubicBezTo>
                  <a:cubicBezTo>
                    <a:pt x="7552" y="1350"/>
                    <a:pt x="6033" y="4050"/>
                    <a:pt x="6033" y="7425"/>
                  </a:cubicBezTo>
                  <a:cubicBezTo>
                    <a:pt x="6033" y="10125"/>
                    <a:pt x="8227" y="13500"/>
                    <a:pt x="10758" y="13500"/>
                  </a:cubicBezTo>
                  <a:cubicBezTo>
                    <a:pt x="13289" y="13500"/>
                    <a:pt x="15483" y="10125"/>
                    <a:pt x="15483" y="7425"/>
                  </a:cubicBezTo>
                  <a:close/>
                  <a:moveTo>
                    <a:pt x="17171" y="16706"/>
                  </a:moveTo>
                  <a:cubicBezTo>
                    <a:pt x="15989" y="16537"/>
                    <a:pt x="14808" y="16031"/>
                    <a:pt x="14133" y="15694"/>
                  </a:cubicBezTo>
                  <a:cubicBezTo>
                    <a:pt x="13458" y="15356"/>
                    <a:pt x="13458" y="15356"/>
                    <a:pt x="13458" y="15356"/>
                  </a:cubicBezTo>
                  <a:cubicBezTo>
                    <a:pt x="13458" y="15356"/>
                    <a:pt x="13458" y="14512"/>
                    <a:pt x="13458" y="14006"/>
                  </a:cubicBezTo>
                  <a:cubicBezTo>
                    <a:pt x="12614" y="14512"/>
                    <a:pt x="11771" y="14850"/>
                    <a:pt x="10758" y="14850"/>
                  </a:cubicBezTo>
                  <a:cubicBezTo>
                    <a:pt x="9746" y="14850"/>
                    <a:pt x="8902" y="14512"/>
                    <a:pt x="8058" y="14006"/>
                  </a:cubicBezTo>
                  <a:cubicBezTo>
                    <a:pt x="8058" y="14512"/>
                    <a:pt x="8058" y="15356"/>
                    <a:pt x="8058" y="15356"/>
                  </a:cubicBezTo>
                  <a:cubicBezTo>
                    <a:pt x="7383" y="15694"/>
                    <a:pt x="7383" y="15694"/>
                    <a:pt x="7383" y="15694"/>
                  </a:cubicBezTo>
                  <a:cubicBezTo>
                    <a:pt x="6708" y="16031"/>
                    <a:pt x="5527" y="16537"/>
                    <a:pt x="4177" y="16706"/>
                  </a:cubicBezTo>
                  <a:cubicBezTo>
                    <a:pt x="3164" y="16875"/>
                    <a:pt x="2152" y="17212"/>
                    <a:pt x="1308" y="19069"/>
                  </a:cubicBezTo>
                  <a:cubicBezTo>
                    <a:pt x="1308" y="19237"/>
                    <a:pt x="2489" y="20250"/>
                    <a:pt x="10758" y="20250"/>
                  </a:cubicBezTo>
                  <a:cubicBezTo>
                    <a:pt x="19027" y="20250"/>
                    <a:pt x="20039" y="19237"/>
                    <a:pt x="20208" y="19069"/>
                  </a:cubicBezTo>
                  <a:cubicBezTo>
                    <a:pt x="19364" y="17212"/>
                    <a:pt x="18183" y="16875"/>
                    <a:pt x="17171" y="1670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dirty="0">
                <a:solidFill>
                  <a:schemeClr val="l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31" name="Rectangle 2">
              <a:extLst>
                <a:ext uri="{FF2B5EF4-FFF2-40B4-BE49-F238E27FC236}">
                  <a16:creationId xmlns:a16="http://schemas.microsoft.com/office/drawing/2014/main" id="{93ABAF86-1262-40B8-BA28-11AF5663AFC8}"/>
                </a:ext>
              </a:extLst>
            </p:cNvPr>
            <p:cNvSpPr/>
            <p:nvPr/>
          </p:nvSpPr>
          <p:spPr>
            <a:xfrm>
              <a:off x="2305092" y="1664974"/>
              <a:ext cx="4495461" cy="1044116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r"/>
              <a:endParaRPr lang="zh-CN" altLang="en-US" sz="8000" spc="400" dirty="0">
                <a:solidFill>
                  <a:srgbClr val="48773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0387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wipe/>
      </p:transition>
    </mc:Choice>
    <mc:Fallback xmlns="">
      <p:transition spd="slow" advClick="0" advTm="0">
        <p:wip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C87698A-5D53-4382-A9FE-2CDC06FD9751}"/>
              </a:ext>
            </a:extLst>
          </p:cNvPr>
          <p:cNvGrpSpPr/>
          <p:nvPr/>
        </p:nvGrpSpPr>
        <p:grpSpPr>
          <a:xfrm>
            <a:off x="7590972" y="6087595"/>
            <a:ext cx="4605183" cy="770405"/>
            <a:chOff x="1022062" y="3516630"/>
            <a:chExt cx="9115113" cy="204484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19CBC04-470C-4517-9878-E95669FBF850}"/>
                </a:ext>
              </a:extLst>
            </p:cNvPr>
            <p:cNvGrpSpPr/>
            <p:nvPr/>
          </p:nvGrpSpPr>
          <p:grpSpPr>
            <a:xfrm>
              <a:off x="1260856" y="3516630"/>
              <a:ext cx="8639774" cy="2044847"/>
              <a:chOff x="1125802" y="3516630"/>
              <a:chExt cx="8639774" cy="2044847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8EE458F-2F58-459B-A419-58E5AA685D9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125802" y="3814355"/>
                <a:ext cx="5566998" cy="1747122"/>
              </a:xfrm>
              <a:custGeom>
                <a:avLst/>
                <a:gdLst>
                  <a:gd name="connsiteX0" fmla="*/ 1279524 w 2559048"/>
                  <a:gd name="connsiteY0" fmla="*/ 0 h 712707"/>
                  <a:gd name="connsiteX1" fmla="*/ 0 w 2559048"/>
                  <a:gd name="connsiteY1" fmla="*/ 712707 h 712707"/>
                  <a:gd name="connsiteX2" fmla="*/ 1279524 w 2559048"/>
                  <a:gd name="connsiteY2" fmla="*/ 712707 h 712707"/>
                  <a:gd name="connsiteX3" fmla="*/ 2559048 w 2559048"/>
                  <a:gd name="connsiteY3" fmla="*/ 712707 h 712707"/>
                  <a:gd name="connsiteX4" fmla="*/ 1279524 w 2559048"/>
                  <a:gd name="connsiteY4" fmla="*/ 0 h 7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59048" h="712707">
                    <a:moveTo>
                      <a:pt x="1279524" y="0"/>
                    </a:moveTo>
                    <a:cubicBezTo>
                      <a:pt x="776159" y="-642"/>
                      <a:pt x="988177" y="477229"/>
                      <a:pt x="0" y="712707"/>
                    </a:cubicBezTo>
                    <a:lnTo>
                      <a:pt x="1279524" y="712707"/>
                    </a:lnTo>
                    <a:lnTo>
                      <a:pt x="2559048" y="712707"/>
                    </a:lnTo>
                    <a:cubicBezTo>
                      <a:pt x="1570872" y="477229"/>
                      <a:pt x="1782889" y="-642"/>
                      <a:pt x="127952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>
                      <a:alpha val="85000"/>
                    </a:schemeClr>
                  </a:gs>
                  <a:gs pos="100000">
                    <a:schemeClr val="accent4">
                      <a:lumMod val="75000"/>
                      <a:alpha val="85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57151" tIns="28575" rIns="57151" bIns="28575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528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A111F4E-B76B-4CB0-89E1-47CBBD35EC8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50061" y="3516630"/>
                <a:ext cx="5566998" cy="2044847"/>
              </a:xfrm>
              <a:custGeom>
                <a:avLst/>
                <a:gdLst>
                  <a:gd name="connsiteX0" fmla="*/ 1279524 w 2559048"/>
                  <a:gd name="connsiteY0" fmla="*/ 0 h 712707"/>
                  <a:gd name="connsiteX1" fmla="*/ 0 w 2559048"/>
                  <a:gd name="connsiteY1" fmla="*/ 712707 h 712707"/>
                  <a:gd name="connsiteX2" fmla="*/ 1279524 w 2559048"/>
                  <a:gd name="connsiteY2" fmla="*/ 712707 h 712707"/>
                  <a:gd name="connsiteX3" fmla="*/ 2559048 w 2559048"/>
                  <a:gd name="connsiteY3" fmla="*/ 712707 h 712707"/>
                  <a:gd name="connsiteX4" fmla="*/ 1279524 w 2559048"/>
                  <a:gd name="connsiteY4" fmla="*/ 0 h 7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59048" h="712707">
                    <a:moveTo>
                      <a:pt x="1279524" y="0"/>
                    </a:moveTo>
                    <a:cubicBezTo>
                      <a:pt x="776159" y="-642"/>
                      <a:pt x="988177" y="477229"/>
                      <a:pt x="0" y="712707"/>
                    </a:cubicBezTo>
                    <a:lnTo>
                      <a:pt x="1279524" y="712707"/>
                    </a:lnTo>
                    <a:lnTo>
                      <a:pt x="2559048" y="712707"/>
                    </a:lnTo>
                    <a:cubicBezTo>
                      <a:pt x="1570872" y="477229"/>
                      <a:pt x="1782889" y="-642"/>
                      <a:pt x="127952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>
                      <a:alpha val="85000"/>
                    </a:schemeClr>
                  </a:gs>
                  <a:gs pos="100000">
                    <a:schemeClr val="accent3">
                      <a:lumMod val="75000"/>
                      <a:alpha val="85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254000" dist="266700" dir="11400000" sx="95000" sy="95000" algn="b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57151" tIns="28575" rIns="57151" bIns="28575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528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9F1F6B5F-2D17-4444-9E37-A6A586F344F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174319" y="3657600"/>
                <a:ext cx="5566998" cy="1903877"/>
              </a:xfrm>
              <a:custGeom>
                <a:avLst/>
                <a:gdLst>
                  <a:gd name="connsiteX0" fmla="*/ 1279524 w 2559048"/>
                  <a:gd name="connsiteY0" fmla="*/ 0 h 712707"/>
                  <a:gd name="connsiteX1" fmla="*/ 0 w 2559048"/>
                  <a:gd name="connsiteY1" fmla="*/ 712707 h 712707"/>
                  <a:gd name="connsiteX2" fmla="*/ 1279524 w 2559048"/>
                  <a:gd name="connsiteY2" fmla="*/ 712707 h 712707"/>
                  <a:gd name="connsiteX3" fmla="*/ 2559048 w 2559048"/>
                  <a:gd name="connsiteY3" fmla="*/ 712707 h 712707"/>
                  <a:gd name="connsiteX4" fmla="*/ 1279524 w 2559048"/>
                  <a:gd name="connsiteY4" fmla="*/ 0 h 7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59048" h="712707">
                    <a:moveTo>
                      <a:pt x="1279524" y="0"/>
                    </a:moveTo>
                    <a:cubicBezTo>
                      <a:pt x="776159" y="-642"/>
                      <a:pt x="988177" y="477229"/>
                      <a:pt x="0" y="712707"/>
                    </a:cubicBezTo>
                    <a:lnTo>
                      <a:pt x="1279524" y="712707"/>
                    </a:lnTo>
                    <a:lnTo>
                      <a:pt x="2559048" y="712707"/>
                    </a:lnTo>
                    <a:cubicBezTo>
                      <a:pt x="1570872" y="477229"/>
                      <a:pt x="1782889" y="-642"/>
                      <a:pt x="127952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alpha val="85000"/>
                    </a:schemeClr>
                  </a:gs>
                  <a:gs pos="100000">
                    <a:schemeClr val="accent2">
                      <a:lumMod val="75000"/>
                      <a:alpha val="85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381000" dist="419100" dir="11400000" sx="93000" sy="93000" algn="b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57151" tIns="28575" rIns="57151" bIns="28575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528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79951DF6-7D6B-465D-8A79-E251CA99ACD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4198578" y="3814355"/>
                <a:ext cx="5566998" cy="1747122"/>
              </a:xfrm>
              <a:custGeom>
                <a:avLst/>
                <a:gdLst>
                  <a:gd name="connsiteX0" fmla="*/ 1279524 w 2559048"/>
                  <a:gd name="connsiteY0" fmla="*/ 0 h 712707"/>
                  <a:gd name="connsiteX1" fmla="*/ 0 w 2559048"/>
                  <a:gd name="connsiteY1" fmla="*/ 712707 h 712707"/>
                  <a:gd name="connsiteX2" fmla="*/ 1279524 w 2559048"/>
                  <a:gd name="connsiteY2" fmla="*/ 712707 h 712707"/>
                  <a:gd name="connsiteX3" fmla="*/ 2559048 w 2559048"/>
                  <a:gd name="connsiteY3" fmla="*/ 712707 h 712707"/>
                  <a:gd name="connsiteX4" fmla="*/ 1279524 w 2559048"/>
                  <a:gd name="connsiteY4" fmla="*/ 0 h 7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59048" h="712707">
                    <a:moveTo>
                      <a:pt x="1279524" y="0"/>
                    </a:moveTo>
                    <a:cubicBezTo>
                      <a:pt x="776159" y="-642"/>
                      <a:pt x="988177" y="477229"/>
                      <a:pt x="0" y="712707"/>
                    </a:cubicBezTo>
                    <a:lnTo>
                      <a:pt x="1279524" y="712707"/>
                    </a:lnTo>
                    <a:lnTo>
                      <a:pt x="2559048" y="712707"/>
                    </a:lnTo>
                    <a:cubicBezTo>
                      <a:pt x="1570872" y="477229"/>
                      <a:pt x="1782889" y="-642"/>
                      <a:pt x="127952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85000"/>
                    </a:schemeClr>
                  </a:gs>
                  <a:gs pos="100000">
                    <a:schemeClr val="accent1">
                      <a:lumMod val="75000"/>
                      <a:alpha val="85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20700" dist="647700" dir="11400000" sx="90000" sy="90000" algn="b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57151" tIns="28575" rIns="57151" bIns="28575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id-ID" sz="528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endParaRPr>
              </a:p>
            </p:txBody>
          </p: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9D4370B-07E7-4C61-9F6C-C1982458D8B2}"/>
                </a:ext>
              </a:extLst>
            </p:cNvPr>
            <p:cNvCxnSpPr>
              <a:cxnSpLocks/>
            </p:cNvCxnSpPr>
            <p:nvPr/>
          </p:nvCxnSpPr>
          <p:spPr>
            <a:xfrm>
              <a:off x="1022062" y="5561477"/>
              <a:ext cx="9115113" cy="0"/>
            </a:xfrm>
            <a:prstGeom prst="line">
              <a:avLst/>
            </a:prstGeom>
            <a:ln w="22225">
              <a:solidFill>
                <a:schemeClr val="bg1">
                  <a:lumMod val="8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2C6B077-5B55-4196-B919-09851D3F1570}"/>
              </a:ext>
            </a:extLst>
          </p:cNvPr>
          <p:cNvGrpSpPr/>
          <p:nvPr/>
        </p:nvGrpSpPr>
        <p:grpSpPr>
          <a:xfrm>
            <a:off x="2092485" y="1268231"/>
            <a:ext cx="695919" cy="630055"/>
            <a:chOff x="12028883" y="1643682"/>
            <a:chExt cx="1113470" cy="1008088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8265872-5542-4672-B0C1-5ACF2F84390C}"/>
                </a:ext>
              </a:extLst>
            </p:cNvPr>
            <p:cNvGrpSpPr/>
            <p:nvPr/>
          </p:nvGrpSpPr>
          <p:grpSpPr>
            <a:xfrm>
              <a:off x="12028883" y="1643682"/>
              <a:ext cx="1113470" cy="1008088"/>
              <a:chOff x="5300281" y="5407493"/>
              <a:chExt cx="1879700" cy="1701800"/>
            </a:xfrm>
            <a:effectLst>
              <a:outerShdw blurRad="1270000" dist="266700" dir="5400000" sx="70000" sy="7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41C711D0-60F2-4600-AACE-9082BD8B4B0D}"/>
                  </a:ext>
                </a:extLst>
              </p:cNvPr>
              <p:cNvSpPr/>
              <p:nvPr/>
            </p:nvSpPr>
            <p:spPr>
              <a:xfrm rot="2100000">
                <a:off x="5300281" y="5725344"/>
                <a:ext cx="1879700" cy="106609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7D8217E-ECEA-4680-902A-D20E5F48F71B}"/>
                  </a:ext>
                </a:extLst>
              </p:cNvPr>
              <p:cNvSpPr/>
              <p:nvPr/>
            </p:nvSpPr>
            <p:spPr>
              <a:xfrm rot="5400000" flipH="1">
                <a:off x="5389231" y="5775793"/>
                <a:ext cx="1701800" cy="9652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84AA5B9-D6B6-4A57-A21B-3AF103FD8A18}"/>
                  </a:ext>
                </a:extLst>
              </p:cNvPr>
              <p:cNvSpPr/>
              <p:nvPr/>
            </p:nvSpPr>
            <p:spPr>
              <a:xfrm rot="19500000" flipH="1">
                <a:off x="5300281" y="5725344"/>
                <a:ext cx="1879700" cy="1066098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DBB7B2D9-BD41-4BCC-A4B9-63699D66152A}"/>
                </a:ext>
              </a:extLst>
            </p:cNvPr>
            <p:cNvGrpSpPr/>
            <p:nvPr/>
          </p:nvGrpSpPr>
          <p:grpSpPr>
            <a:xfrm>
              <a:off x="12399310" y="1961418"/>
              <a:ext cx="372616" cy="372616"/>
              <a:chOff x="8216107" y="2577307"/>
              <a:chExt cx="464344" cy="464344"/>
            </a:xfrm>
            <a:solidFill>
              <a:schemeClr val="bg1"/>
            </a:solidFill>
          </p:grpSpPr>
          <p:sp>
            <p:nvSpPr>
              <p:cNvPr id="73" name="AutoShape 52">
                <a:extLst>
                  <a:ext uri="{FF2B5EF4-FFF2-40B4-BE49-F238E27FC236}">
                    <a16:creationId xmlns:a16="http://schemas.microsoft.com/office/drawing/2014/main" id="{B591C627-26B4-44BF-9313-37A20950BD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16107" y="2577307"/>
                <a:ext cx="464344" cy="464344"/>
              </a:xfrm>
              <a:custGeom>
                <a:avLst/>
                <a:gdLst>
                  <a:gd name="T0" fmla="+- 0 10800 87"/>
                  <a:gd name="T1" fmla="*/ T0 w 21426"/>
                  <a:gd name="T2" fmla="+- 0 10799 73"/>
                  <a:gd name="T3" fmla="*/ 10799 h 21453"/>
                  <a:gd name="T4" fmla="+- 0 10800 87"/>
                  <a:gd name="T5" fmla="*/ T4 w 21426"/>
                  <a:gd name="T6" fmla="+- 0 10799 73"/>
                  <a:gd name="T7" fmla="*/ 10799 h 21453"/>
                  <a:gd name="T8" fmla="+- 0 10800 87"/>
                  <a:gd name="T9" fmla="*/ T8 w 21426"/>
                  <a:gd name="T10" fmla="+- 0 10799 73"/>
                  <a:gd name="T11" fmla="*/ 10799 h 21453"/>
                  <a:gd name="T12" fmla="+- 0 10800 87"/>
                  <a:gd name="T13" fmla="*/ T12 w 21426"/>
                  <a:gd name="T14" fmla="+- 0 10799 73"/>
                  <a:gd name="T15" fmla="*/ 10799 h 2145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426" h="21453">
                    <a:moveTo>
                      <a:pt x="8034" y="20112"/>
                    </a:moveTo>
                    <a:cubicBezTo>
                      <a:pt x="5816" y="17892"/>
                      <a:pt x="3556" y="15628"/>
                      <a:pt x="1338" y="13408"/>
                    </a:cubicBezTo>
                    <a:cubicBezTo>
                      <a:pt x="3241" y="7240"/>
                      <a:pt x="11488" y="7509"/>
                      <a:pt x="13391" y="1341"/>
                    </a:cubicBezTo>
                    <a:cubicBezTo>
                      <a:pt x="15609" y="3560"/>
                      <a:pt x="17869" y="5825"/>
                      <a:pt x="20087" y="8045"/>
                    </a:cubicBezTo>
                    <a:cubicBezTo>
                      <a:pt x="18184" y="14212"/>
                      <a:pt x="9937" y="13944"/>
                      <a:pt x="8034" y="20112"/>
                    </a:cubicBezTo>
                    <a:moveTo>
                      <a:pt x="21034" y="7097"/>
                    </a:moveTo>
                    <a:lnTo>
                      <a:pt x="14338" y="393"/>
                    </a:lnTo>
                    <a:cubicBezTo>
                      <a:pt x="14006" y="60"/>
                      <a:pt x="13525" y="-73"/>
                      <a:pt x="13069" y="39"/>
                    </a:cubicBezTo>
                    <a:cubicBezTo>
                      <a:pt x="12828" y="98"/>
                      <a:pt x="12614" y="222"/>
                      <a:pt x="12444" y="393"/>
                    </a:cubicBezTo>
                    <a:cubicBezTo>
                      <a:pt x="12292" y="545"/>
                      <a:pt x="12177" y="733"/>
                      <a:pt x="12112" y="944"/>
                    </a:cubicBezTo>
                    <a:cubicBezTo>
                      <a:pt x="11808" y="1929"/>
                      <a:pt x="11283" y="2785"/>
                      <a:pt x="10507" y="3562"/>
                    </a:cubicBezTo>
                    <a:cubicBezTo>
                      <a:pt x="9471" y="4598"/>
                      <a:pt x="8121" y="5384"/>
                      <a:pt x="6693" y="6214"/>
                    </a:cubicBezTo>
                    <a:cubicBezTo>
                      <a:pt x="5177" y="7094"/>
                      <a:pt x="3611" y="8006"/>
                      <a:pt x="2328" y="9290"/>
                    </a:cubicBezTo>
                    <a:cubicBezTo>
                      <a:pt x="1237" y="10383"/>
                      <a:pt x="493" y="11600"/>
                      <a:pt x="59" y="13011"/>
                    </a:cubicBezTo>
                    <a:cubicBezTo>
                      <a:pt x="-87" y="13488"/>
                      <a:pt x="40" y="14004"/>
                      <a:pt x="391" y="14356"/>
                    </a:cubicBezTo>
                    <a:lnTo>
                      <a:pt x="7087" y="21060"/>
                    </a:lnTo>
                    <a:cubicBezTo>
                      <a:pt x="7419" y="21393"/>
                      <a:pt x="7900" y="21526"/>
                      <a:pt x="8356" y="21414"/>
                    </a:cubicBezTo>
                    <a:cubicBezTo>
                      <a:pt x="8597" y="21354"/>
                      <a:pt x="8811" y="21231"/>
                      <a:pt x="8981" y="21060"/>
                    </a:cubicBezTo>
                    <a:cubicBezTo>
                      <a:pt x="9133" y="20908"/>
                      <a:pt x="9248" y="20720"/>
                      <a:pt x="9314" y="20508"/>
                    </a:cubicBezTo>
                    <a:cubicBezTo>
                      <a:pt x="9617" y="19523"/>
                      <a:pt x="10142" y="18667"/>
                      <a:pt x="10918" y="17890"/>
                    </a:cubicBezTo>
                    <a:cubicBezTo>
                      <a:pt x="11954" y="16853"/>
                      <a:pt x="13304" y="16069"/>
                      <a:pt x="14733" y="15239"/>
                    </a:cubicBezTo>
                    <a:cubicBezTo>
                      <a:pt x="16248" y="14357"/>
                      <a:pt x="17814" y="13446"/>
                      <a:pt x="19097" y="12162"/>
                    </a:cubicBezTo>
                    <a:cubicBezTo>
                      <a:pt x="20188" y="11070"/>
                      <a:pt x="20932" y="9852"/>
                      <a:pt x="21366" y="8440"/>
                    </a:cubicBezTo>
                    <a:cubicBezTo>
                      <a:pt x="21512" y="7965"/>
                      <a:pt x="21385" y="7448"/>
                      <a:pt x="21034" y="709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1907" tIns="11907" rIns="11907" bIns="11907" anchor="ctr"/>
              <a:lstStyle/>
              <a:p>
                <a:pPr algn="ctr" defTabSz="1429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74" name="AutoShape 53">
                <a:extLst>
                  <a:ext uri="{FF2B5EF4-FFF2-40B4-BE49-F238E27FC236}">
                    <a16:creationId xmlns:a16="http://schemas.microsoft.com/office/drawing/2014/main" id="{465C47DF-7190-4F80-8008-7CE87DB5CF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0732" y="2736850"/>
                <a:ext cx="125413" cy="130175"/>
              </a:xfrm>
              <a:custGeom>
                <a:avLst/>
                <a:gdLst>
                  <a:gd name="T0" fmla="+- 0 10801 59"/>
                  <a:gd name="T1" fmla="*/ T0 w 21484"/>
                  <a:gd name="T2" fmla="+- 0 10799 41"/>
                  <a:gd name="T3" fmla="*/ 10799 h 21516"/>
                  <a:gd name="T4" fmla="+- 0 10801 59"/>
                  <a:gd name="T5" fmla="*/ T4 w 21484"/>
                  <a:gd name="T6" fmla="+- 0 10799 41"/>
                  <a:gd name="T7" fmla="*/ 10799 h 21516"/>
                  <a:gd name="T8" fmla="+- 0 10801 59"/>
                  <a:gd name="T9" fmla="*/ T8 w 21484"/>
                  <a:gd name="T10" fmla="+- 0 10799 41"/>
                  <a:gd name="T11" fmla="*/ 10799 h 21516"/>
                  <a:gd name="T12" fmla="+- 0 10801 59"/>
                  <a:gd name="T13" fmla="*/ T12 w 21484"/>
                  <a:gd name="T14" fmla="+- 0 10799 41"/>
                  <a:gd name="T15" fmla="*/ 10799 h 2151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484" h="21516">
                    <a:moveTo>
                      <a:pt x="17511" y="14987"/>
                    </a:moveTo>
                    <a:cubicBezTo>
                      <a:pt x="17287" y="15384"/>
                      <a:pt x="17032" y="15740"/>
                      <a:pt x="16731" y="16049"/>
                    </a:cubicBezTo>
                    <a:cubicBezTo>
                      <a:pt x="15340" y="14692"/>
                      <a:pt x="13947" y="13205"/>
                      <a:pt x="12559" y="11675"/>
                    </a:cubicBezTo>
                    <a:cubicBezTo>
                      <a:pt x="12912" y="11521"/>
                      <a:pt x="13287" y="11362"/>
                      <a:pt x="13689" y="11198"/>
                    </a:cubicBezTo>
                    <a:cubicBezTo>
                      <a:pt x="14092" y="11034"/>
                      <a:pt x="14494" y="10927"/>
                      <a:pt x="14895" y="10861"/>
                    </a:cubicBezTo>
                    <a:cubicBezTo>
                      <a:pt x="15308" y="10801"/>
                      <a:pt x="15715" y="10819"/>
                      <a:pt x="16122" y="10913"/>
                    </a:cubicBezTo>
                    <a:cubicBezTo>
                      <a:pt x="16527" y="11011"/>
                      <a:pt x="16909" y="11222"/>
                      <a:pt x="17262" y="11554"/>
                    </a:cubicBezTo>
                    <a:cubicBezTo>
                      <a:pt x="17612" y="11890"/>
                      <a:pt x="17835" y="12244"/>
                      <a:pt x="17923" y="12620"/>
                    </a:cubicBezTo>
                    <a:cubicBezTo>
                      <a:pt x="18020" y="13004"/>
                      <a:pt x="18025" y="13392"/>
                      <a:pt x="17958" y="13789"/>
                    </a:cubicBezTo>
                    <a:cubicBezTo>
                      <a:pt x="17883" y="14187"/>
                      <a:pt x="17738" y="14585"/>
                      <a:pt x="17511" y="14987"/>
                    </a:cubicBezTo>
                    <a:moveTo>
                      <a:pt x="5799" y="10193"/>
                    </a:moveTo>
                    <a:cubicBezTo>
                      <a:pt x="5096" y="10221"/>
                      <a:pt x="4482" y="9996"/>
                      <a:pt x="3946" y="9496"/>
                    </a:cubicBezTo>
                    <a:cubicBezTo>
                      <a:pt x="3717" y="9285"/>
                      <a:pt x="3558" y="9028"/>
                      <a:pt x="3461" y="8724"/>
                    </a:cubicBezTo>
                    <a:cubicBezTo>
                      <a:pt x="3359" y="8420"/>
                      <a:pt x="3326" y="8088"/>
                      <a:pt x="3366" y="7723"/>
                    </a:cubicBezTo>
                    <a:cubicBezTo>
                      <a:pt x="3397" y="7363"/>
                      <a:pt x="3509" y="6989"/>
                      <a:pt x="3703" y="6610"/>
                    </a:cubicBezTo>
                    <a:cubicBezTo>
                      <a:pt x="3889" y="6231"/>
                      <a:pt x="4160" y="5852"/>
                      <a:pt x="4510" y="5487"/>
                    </a:cubicBezTo>
                    <a:cubicBezTo>
                      <a:pt x="5768" y="6694"/>
                      <a:pt x="7022" y="8018"/>
                      <a:pt x="8282" y="9388"/>
                    </a:cubicBezTo>
                    <a:cubicBezTo>
                      <a:pt x="7330" y="9893"/>
                      <a:pt x="6501" y="10164"/>
                      <a:pt x="5799" y="10193"/>
                    </a:cubicBezTo>
                    <a:moveTo>
                      <a:pt x="19678" y="8570"/>
                    </a:moveTo>
                    <a:cubicBezTo>
                      <a:pt x="18868" y="7915"/>
                      <a:pt x="18055" y="7470"/>
                      <a:pt x="17235" y="7250"/>
                    </a:cubicBezTo>
                    <a:cubicBezTo>
                      <a:pt x="16421" y="7031"/>
                      <a:pt x="15603" y="6942"/>
                      <a:pt x="14779" y="6998"/>
                    </a:cubicBezTo>
                    <a:cubicBezTo>
                      <a:pt x="13964" y="7059"/>
                      <a:pt x="13130" y="7236"/>
                      <a:pt x="12296" y="7545"/>
                    </a:cubicBezTo>
                    <a:cubicBezTo>
                      <a:pt x="11462" y="7859"/>
                      <a:pt x="10625" y="8200"/>
                      <a:pt x="9782" y="8593"/>
                    </a:cubicBezTo>
                    <a:cubicBezTo>
                      <a:pt x="8448" y="7115"/>
                      <a:pt x="7114" y="5658"/>
                      <a:pt x="5778" y="4299"/>
                    </a:cubicBezTo>
                    <a:cubicBezTo>
                      <a:pt x="6382" y="3775"/>
                      <a:pt x="6963" y="3509"/>
                      <a:pt x="7526" y="3490"/>
                    </a:cubicBezTo>
                    <a:cubicBezTo>
                      <a:pt x="8088" y="3467"/>
                      <a:pt x="8631" y="3523"/>
                      <a:pt x="9145" y="3649"/>
                    </a:cubicBezTo>
                    <a:cubicBezTo>
                      <a:pt x="9669" y="3775"/>
                      <a:pt x="10149" y="3883"/>
                      <a:pt x="10590" y="3967"/>
                    </a:cubicBezTo>
                    <a:cubicBezTo>
                      <a:pt x="11038" y="4051"/>
                      <a:pt x="11424" y="3958"/>
                      <a:pt x="11765" y="3682"/>
                    </a:cubicBezTo>
                    <a:cubicBezTo>
                      <a:pt x="12123" y="3382"/>
                      <a:pt x="12321" y="2994"/>
                      <a:pt x="12351" y="2526"/>
                    </a:cubicBezTo>
                    <a:cubicBezTo>
                      <a:pt x="12376" y="2054"/>
                      <a:pt x="12189" y="1596"/>
                      <a:pt x="11782" y="1147"/>
                    </a:cubicBezTo>
                    <a:cubicBezTo>
                      <a:pt x="11258" y="569"/>
                      <a:pt x="10630" y="216"/>
                      <a:pt x="9872" y="85"/>
                    </a:cubicBezTo>
                    <a:cubicBezTo>
                      <a:pt x="9126" y="-41"/>
                      <a:pt x="8358" y="-30"/>
                      <a:pt x="7564" y="136"/>
                    </a:cubicBezTo>
                    <a:cubicBezTo>
                      <a:pt x="6780" y="309"/>
                      <a:pt x="6032" y="595"/>
                      <a:pt x="5324" y="997"/>
                    </a:cubicBezTo>
                    <a:cubicBezTo>
                      <a:pt x="4617" y="1399"/>
                      <a:pt x="4048" y="1811"/>
                      <a:pt x="3626" y="2213"/>
                    </a:cubicBezTo>
                    <a:cubicBezTo>
                      <a:pt x="3464" y="2066"/>
                      <a:pt x="3302" y="1918"/>
                      <a:pt x="3141" y="1773"/>
                    </a:cubicBezTo>
                    <a:cubicBezTo>
                      <a:pt x="2963" y="1614"/>
                      <a:pt x="2739" y="1530"/>
                      <a:pt x="2471" y="1535"/>
                    </a:cubicBezTo>
                    <a:cubicBezTo>
                      <a:pt x="2200" y="1535"/>
                      <a:pt x="1977" y="1647"/>
                      <a:pt x="1793" y="1853"/>
                    </a:cubicBezTo>
                    <a:cubicBezTo>
                      <a:pt x="1615" y="2054"/>
                      <a:pt x="1530" y="2288"/>
                      <a:pt x="1565" y="2536"/>
                    </a:cubicBezTo>
                    <a:cubicBezTo>
                      <a:pt x="1589" y="2793"/>
                      <a:pt x="1696" y="2989"/>
                      <a:pt x="1880" y="3139"/>
                    </a:cubicBezTo>
                    <a:cubicBezTo>
                      <a:pt x="2044" y="3270"/>
                      <a:pt x="2203" y="3401"/>
                      <a:pt x="2364" y="3537"/>
                    </a:cubicBezTo>
                    <a:cubicBezTo>
                      <a:pt x="1731" y="4276"/>
                      <a:pt x="1207" y="5094"/>
                      <a:pt x="795" y="5957"/>
                    </a:cubicBezTo>
                    <a:cubicBezTo>
                      <a:pt x="378" y="6820"/>
                      <a:pt x="130" y="7676"/>
                      <a:pt x="37" y="8509"/>
                    </a:cubicBezTo>
                    <a:cubicBezTo>
                      <a:pt x="-59" y="9346"/>
                      <a:pt x="33" y="10113"/>
                      <a:pt x="298" y="10824"/>
                    </a:cubicBezTo>
                    <a:cubicBezTo>
                      <a:pt x="566" y="11540"/>
                      <a:pt x="1056" y="12148"/>
                      <a:pt x="1774" y="12723"/>
                    </a:cubicBezTo>
                    <a:cubicBezTo>
                      <a:pt x="2942" y="13658"/>
                      <a:pt x="4321" y="14056"/>
                      <a:pt x="5915" y="13967"/>
                    </a:cubicBezTo>
                    <a:cubicBezTo>
                      <a:pt x="7507" y="13874"/>
                      <a:pt x="9223" y="13415"/>
                      <a:pt x="11064" y="12461"/>
                    </a:cubicBezTo>
                    <a:cubicBezTo>
                      <a:pt x="12532" y="14093"/>
                      <a:pt x="14002" y="15716"/>
                      <a:pt x="15470" y="17223"/>
                    </a:cubicBezTo>
                    <a:cubicBezTo>
                      <a:pt x="14849" y="17728"/>
                      <a:pt x="14305" y="18018"/>
                      <a:pt x="13826" y="18111"/>
                    </a:cubicBezTo>
                    <a:cubicBezTo>
                      <a:pt x="13344" y="18210"/>
                      <a:pt x="12917" y="18200"/>
                      <a:pt x="12530" y="18088"/>
                    </a:cubicBezTo>
                    <a:cubicBezTo>
                      <a:pt x="12142" y="17971"/>
                      <a:pt x="11782" y="17803"/>
                      <a:pt x="11455" y="17587"/>
                    </a:cubicBezTo>
                    <a:cubicBezTo>
                      <a:pt x="11125" y="17368"/>
                      <a:pt x="10799" y="17181"/>
                      <a:pt x="10474" y="17026"/>
                    </a:cubicBezTo>
                    <a:cubicBezTo>
                      <a:pt x="10154" y="16872"/>
                      <a:pt x="9823" y="16788"/>
                      <a:pt x="9486" y="16783"/>
                    </a:cubicBezTo>
                    <a:cubicBezTo>
                      <a:pt x="9145" y="16778"/>
                      <a:pt x="8785" y="16937"/>
                      <a:pt x="8388" y="17265"/>
                    </a:cubicBezTo>
                    <a:cubicBezTo>
                      <a:pt x="7981" y="17606"/>
                      <a:pt x="7777" y="18004"/>
                      <a:pt x="7777" y="18453"/>
                    </a:cubicBezTo>
                    <a:cubicBezTo>
                      <a:pt x="7777" y="18897"/>
                      <a:pt x="7991" y="19351"/>
                      <a:pt x="8408" y="19809"/>
                    </a:cubicBezTo>
                    <a:cubicBezTo>
                      <a:pt x="8830" y="20268"/>
                      <a:pt x="9379" y="20651"/>
                      <a:pt x="10042" y="20955"/>
                    </a:cubicBezTo>
                    <a:cubicBezTo>
                      <a:pt x="10708" y="21259"/>
                      <a:pt x="11455" y="21451"/>
                      <a:pt x="12279" y="21502"/>
                    </a:cubicBezTo>
                    <a:cubicBezTo>
                      <a:pt x="13103" y="21559"/>
                      <a:pt x="13970" y="21437"/>
                      <a:pt x="14886" y="21109"/>
                    </a:cubicBezTo>
                    <a:cubicBezTo>
                      <a:pt x="15807" y="20787"/>
                      <a:pt x="16721" y="20202"/>
                      <a:pt x="17617" y="19332"/>
                    </a:cubicBezTo>
                    <a:cubicBezTo>
                      <a:pt x="18051" y="19739"/>
                      <a:pt x="18489" y="20127"/>
                      <a:pt x="18921" y="20501"/>
                    </a:cubicBezTo>
                    <a:cubicBezTo>
                      <a:pt x="19107" y="20656"/>
                      <a:pt x="19328" y="20731"/>
                      <a:pt x="19601" y="20712"/>
                    </a:cubicBezTo>
                    <a:cubicBezTo>
                      <a:pt x="19861" y="20703"/>
                      <a:pt x="20090" y="20586"/>
                      <a:pt x="20269" y="20375"/>
                    </a:cubicBezTo>
                    <a:cubicBezTo>
                      <a:pt x="20455" y="20160"/>
                      <a:pt x="20532" y="19921"/>
                      <a:pt x="20503" y="19674"/>
                    </a:cubicBezTo>
                    <a:cubicBezTo>
                      <a:pt x="20477" y="19421"/>
                      <a:pt x="20371" y="19229"/>
                      <a:pt x="20192" y="19089"/>
                    </a:cubicBezTo>
                    <a:cubicBezTo>
                      <a:pt x="19755" y="18752"/>
                      <a:pt x="19321" y="18397"/>
                      <a:pt x="18884" y="18022"/>
                    </a:cubicBezTo>
                    <a:cubicBezTo>
                      <a:pt x="19626" y="17143"/>
                      <a:pt x="20221" y="16217"/>
                      <a:pt x="20664" y="15300"/>
                    </a:cubicBezTo>
                    <a:cubicBezTo>
                      <a:pt x="21103" y="14379"/>
                      <a:pt x="21367" y="13490"/>
                      <a:pt x="21453" y="12667"/>
                    </a:cubicBezTo>
                    <a:cubicBezTo>
                      <a:pt x="21540" y="11839"/>
                      <a:pt x="21439" y="11091"/>
                      <a:pt x="21159" y="10412"/>
                    </a:cubicBezTo>
                    <a:cubicBezTo>
                      <a:pt x="20880" y="9725"/>
                      <a:pt x="20386" y="9135"/>
                      <a:pt x="19678" y="857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1907" tIns="11907" rIns="11907" bIns="11907" anchor="ctr"/>
              <a:lstStyle/>
              <a:p>
                <a:pPr algn="ctr" defTabSz="1429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75" name="AutoShape 54">
                <a:extLst>
                  <a:ext uri="{FF2B5EF4-FFF2-40B4-BE49-F238E27FC236}">
                    <a16:creationId xmlns:a16="http://schemas.microsoft.com/office/drawing/2014/main" id="{F8C2613C-1DC7-4C6C-AA4A-66D2F26D45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5650" y="2896394"/>
                <a:ext cx="70644" cy="73819"/>
              </a:xfrm>
              <a:custGeom>
                <a:avLst/>
                <a:gdLst>
                  <a:gd name="T0" fmla="+- 0 10791 197"/>
                  <a:gd name="T1" fmla="*/ T0 w 21188"/>
                  <a:gd name="T2" fmla="+- 0 10794 193"/>
                  <a:gd name="T3" fmla="*/ 10794 h 21203"/>
                  <a:gd name="T4" fmla="+- 0 10791 197"/>
                  <a:gd name="T5" fmla="*/ T4 w 21188"/>
                  <a:gd name="T6" fmla="+- 0 10794 193"/>
                  <a:gd name="T7" fmla="*/ 10794 h 21203"/>
                  <a:gd name="T8" fmla="+- 0 10791 197"/>
                  <a:gd name="T9" fmla="*/ T8 w 21188"/>
                  <a:gd name="T10" fmla="+- 0 10794 193"/>
                  <a:gd name="T11" fmla="*/ 10794 h 21203"/>
                  <a:gd name="T12" fmla="+- 0 10791 197"/>
                  <a:gd name="T13" fmla="*/ T12 w 21188"/>
                  <a:gd name="T14" fmla="+- 0 10794 193"/>
                  <a:gd name="T15" fmla="*/ 10794 h 21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88" h="21203">
                    <a:moveTo>
                      <a:pt x="17615" y="468"/>
                    </a:moveTo>
                    <a:lnTo>
                      <a:pt x="17606" y="468"/>
                    </a:lnTo>
                    <a:cubicBezTo>
                      <a:pt x="14870" y="2476"/>
                      <a:pt x="12200" y="4590"/>
                      <a:pt x="9727" y="6958"/>
                    </a:cubicBezTo>
                    <a:cubicBezTo>
                      <a:pt x="7348" y="9227"/>
                      <a:pt x="5200" y="11619"/>
                      <a:pt x="3329" y="14060"/>
                    </a:cubicBezTo>
                    <a:lnTo>
                      <a:pt x="341" y="17962"/>
                    </a:lnTo>
                    <a:lnTo>
                      <a:pt x="350" y="17970"/>
                    </a:lnTo>
                    <a:cubicBezTo>
                      <a:pt x="-197" y="18786"/>
                      <a:pt x="-106" y="19880"/>
                      <a:pt x="638" y="20590"/>
                    </a:cubicBezTo>
                    <a:cubicBezTo>
                      <a:pt x="1491" y="21407"/>
                      <a:pt x="2889" y="21407"/>
                      <a:pt x="3746" y="20590"/>
                    </a:cubicBezTo>
                    <a:cubicBezTo>
                      <a:pt x="3877" y="20460"/>
                      <a:pt x="3984" y="20321"/>
                      <a:pt x="4069" y="20174"/>
                    </a:cubicBezTo>
                    <a:lnTo>
                      <a:pt x="6867" y="16517"/>
                    </a:lnTo>
                    <a:cubicBezTo>
                      <a:pt x="8601" y="14255"/>
                      <a:pt x="10606" y="12027"/>
                      <a:pt x="12824" y="9913"/>
                    </a:cubicBezTo>
                    <a:cubicBezTo>
                      <a:pt x="15281" y="7570"/>
                      <a:pt x="17557" y="5758"/>
                      <a:pt x="20329" y="3749"/>
                    </a:cubicBezTo>
                    <a:lnTo>
                      <a:pt x="20321" y="3741"/>
                    </a:lnTo>
                    <a:cubicBezTo>
                      <a:pt x="20400" y="3684"/>
                      <a:pt x="20473" y="3635"/>
                      <a:pt x="20543" y="3570"/>
                    </a:cubicBezTo>
                    <a:cubicBezTo>
                      <a:pt x="21402" y="2753"/>
                      <a:pt x="21402" y="1427"/>
                      <a:pt x="20543" y="606"/>
                    </a:cubicBezTo>
                    <a:cubicBezTo>
                      <a:pt x="19742" y="-161"/>
                      <a:pt x="18472" y="-193"/>
                      <a:pt x="17615" y="468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1907" tIns="11907" rIns="11907" bIns="11907" anchor="ctr"/>
              <a:lstStyle/>
              <a:p>
                <a:pPr algn="ctr" defTabSz="1429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76" name="AutoShape 55">
                <a:extLst>
                  <a:ext uri="{FF2B5EF4-FFF2-40B4-BE49-F238E27FC236}">
                    <a16:creationId xmlns:a16="http://schemas.microsoft.com/office/drawing/2014/main" id="{CC05809B-71D4-495D-BB46-A040D05EC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8675" y="2649538"/>
                <a:ext cx="71438" cy="74613"/>
              </a:xfrm>
              <a:custGeom>
                <a:avLst/>
                <a:gdLst>
                  <a:gd name="T0" fmla="+- 0 10803 213"/>
                  <a:gd name="T1" fmla="*/ T0 w 21180"/>
                  <a:gd name="T2" fmla="+- 0 10801 203"/>
                  <a:gd name="T3" fmla="*/ 10801 h 21196"/>
                  <a:gd name="T4" fmla="+- 0 10803 213"/>
                  <a:gd name="T5" fmla="*/ T4 w 21180"/>
                  <a:gd name="T6" fmla="+- 0 10801 203"/>
                  <a:gd name="T7" fmla="*/ 10801 h 21196"/>
                  <a:gd name="T8" fmla="+- 0 10803 213"/>
                  <a:gd name="T9" fmla="*/ T8 w 21180"/>
                  <a:gd name="T10" fmla="+- 0 10801 203"/>
                  <a:gd name="T11" fmla="*/ 10801 h 21196"/>
                  <a:gd name="T12" fmla="+- 0 10803 213"/>
                  <a:gd name="T13" fmla="*/ T12 w 21180"/>
                  <a:gd name="T14" fmla="+- 0 10801 203"/>
                  <a:gd name="T15" fmla="*/ 10801 h 2119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80" h="21196">
                    <a:moveTo>
                      <a:pt x="8372" y="11356"/>
                    </a:moveTo>
                    <a:cubicBezTo>
                      <a:pt x="6122" y="13508"/>
                      <a:pt x="3675" y="15444"/>
                      <a:pt x="1144" y="17292"/>
                    </a:cubicBezTo>
                    <a:cubicBezTo>
                      <a:pt x="963" y="17388"/>
                      <a:pt x="786" y="17493"/>
                      <a:pt x="637" y="17645"/>
                    </a:cubicBezTo>
                    <a:cubicBezTo>
                      <a:pt x="-213" y="18457"/>
                      <a:pt x="-213" y="19774"/>
                      <a:pt x="637" y="20585"/>
                    </a:cubicBezTo>
                    <a:cubicBezTo>
                      <a:pt x="1464" y="21380"/>
                      <a:pt x="2796" y="21397"/>
                      <a:pt x="3652" y="20641"/>
                    </a:cubicBezTo>
                    <a:lnTo>
                      <a:pt x="3665" y="20649"/>
                    </a:lnTo>
                    <a:cubicBezTo>
                      <a:pt x="6364" y="18673"/>
                      <a:pt x="8988" y="16581"/>
                      <a:pt x="11419" y="14263"/>
                    </a:cubicBezTo>
                    <a:cubicBezTo>
                      <a:pt x="13759" y="12030"/>
                      <a:pt x="15873" y="9685"/>
                      <a:pt x="17715" y="7283"/>
                    </a:cubicBezTo>
                    <a:lnTo>
                      <a:pt x="20663" y="3427"/>
                    </a:lnTo>
                    <a:lnTo>
                      <a:pt x="20654" y="3419"/>
                    </a:lnTo>
                    <a:cubicBezTo>
                      <a:pt x="21386" y="2600"/>
                      <a:pt x="21357" y="1379"/>
                      <a:pt x="20541" y="608"/>
                    </a:cubicBezTo>
                    <a:cubicBezTo>
                      <a:pt x="19697" y="-203"/>
                      <a:pt x="18323" y="-203"/>
                      <a:pt x="17468" y="608"/>
                    </a:cubicBezTo>
                    <a:cubicBezTo>
                      <a:pt x="17313" y="760"/>
                      <a:pt x="17197" y="937"/>
                      <a:pt x="17094" y="1114"/>
                    </a:cubicBezTo>
                    <a:lnTo>
                      <a:pt x="14228" y="4857"/>
                    </a:lnTo>
                    <a:cubicBezTo>
                      <a:pt x="12526" y="7090"/>
                      <a:pt x="10552" y="9275"/>
                      <a:pt x="8372" y="11356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1907" tIns="11907" rIns="11907" bIns="11907" anchor="ctr"/>
              <a:lstStyle/>
              <a:p>
                <a:pPr algn="ctr" defTabSz="1429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C5199D6-772A-45E1-B2B8-9EFC7A9D1C08}"/>
              </a:ext>
            </a:extLst>
          </p:cNvPr>
          <p:cNvGrpSpPr/>
          <p:nvPr/>
        </p:nvGrpSpPr>
        <p:grpSpPr>
          <a:xfrm>
            <a:off x="2092485" y="2457391"/>
            <a:ext cx="695919" cy="630055"/>
            <a:chOff x="12028883" y="3869465"/>
            <a:chExt cx="1113470" cy="1008088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67FF06E5-0C5F-40D6-85B6-C1BB790EE4B6}"/>
                </a:ext>
              </a:extLst>
            </p:cNvPr>
            <p:cNvGrpSpPr/>
            <p:nvPr/>
          </p:nvGrpSpPr>
          <p:grpSpPr>
            <a:xfrm>
              <a:off x="12028883" y="3869465"/>
              <a:ext cx="1113470" cy="1008088"/>
              <a:chOff x="5300281" y="5407493"/>
              <a:chExt cx="1879700" cy="1701800"/>
            </a:xfrm>
            <a:solidFill>
              <a:schemeClr val="accent2">
                <a:alpha val="50000"/>
              </a:schemeClr>
            </a:solidFill>
            <a:effectLst>
              <a:outerShdw blurRad="1270000" dist="266700" dir="5400000" sx="70000" sy="7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40B94462-CEDC-4A4F-907D-874F903BA2FA}"/>
                  </a:ext>
                </a:extLst>
              </p:cNvPr>
              <p:cNvSpPr/>
              <p:nvPr/>
            </p:nvSpPr>
            <p:spPr>
              <a:xfrm rot="2100000">
                <a:off x="5300281" y="5725344"/>
                <a:ext cx="1879700" cy="106609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1916E626-E6CB-4E5B-81AF-126DCAB2F29C}"/>
                  </a:ext>
                </a:extLst>
              </p:cNvPr>
              <p:cNvSpPr/>
              <p:nvPr/>
            </p:nvSpPr>
            <p:spPr>
              <a:xfrm rot="5400000" flipH="1">
                <a:off x="5389231" y="5775793"/>
                <a:ext cx="1701800" cy="9652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F786FEB-17EE-43D9-A214-B6636743E64E}"/>
                  </a:ext>
                </a:extLst>
              </p:cNvPr>
              <p:cNvSpPr/>
              <p:nvPr/>
            </p:nvSpPr>
            <p:spPr>
              <a:xfrm rot="19500000" flipH="1">
                <a:off x="5300281" y="5725344"/>
                <a:ext cx="1879700" cy="106609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</p:grpSp>
        <p:sp>
          <p:nvSpPr>
            <p:cNvPr id="77" name="AutoShape 59">
              <a:extLst>
                <a:ext uri="{FF2B5EF4-FFF2-40B4-BE49-F238E27FC236}">
                  <a16:creationId xmlns:a16="http://schemas.microsoft.com/office/drawing/2014/main" id="{3B6B124B-6E52-4032-9CD0-D44388AFB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8991" y="4187201"/>
              <a:ext cx="373254" cy="372616"/>
            </a:xfrm>
            <a:custGeom>
              <a:avLst/>
              <a:gdLst>
                <a:gd name="T0" fmla="+- 0 10794 23"/>
                <a:gd name="T1" fmla="*/ T0 w 21543"/>
                <a:gd name="T2" fmla="*/ 10800 h 21600"/>
                <a:gd name="T3" fmla="+- 0 10794 23"/>
                <a:gd name="T4" fmla="*/ T3 w 21543"/>
                <a:gd name="T5" fmla="*/ 10800 h 21600"/>
                <a:gd name="T6" fmla="+- 0 10794 23"/>
                <a:gd name="T7" fmla="*/ T6 w 21543"/>
                <a:gd name="T8" fmla="*/ 10800 h 21600"/>
                <a:gd name="T9" fmla="+- 0 10794 23"/>
                <a:gd name="T10" fmla="*/ T9 w 21543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43" h="21600">
                  <a:moveTo>
                    <a:pt x="16976" y="19986"/>
                  </a:moveTo>
                  <a:lnTo>
                    <a:pt x="11226" y="17680"/>
                  </a:lnTo>
                  <a:cubicBezTo>
                    <a:pt x="11088" y="17626"/>
                    <a:pt x="10946" y="17608"/>
                    <a:pt x="10806" y="17600"/>
                  </a:cubicBezTo>
                  <a:lnTo>
                    <a:pt x="19660" y="3837"/>
                  </a:lnTo>
                  <a:cubicBezTo>
                    <a:pt x="19660" y="3837"/>
                    <a:pt x="16976" y="19986"/>
                    <a:pt x="16976" y="19986"/>
                  </a:cubicBezTo>
                  <a:close/>
                  <a:moveTo>
                    <a:pt x="6859" y="16244"/>
                  </a:moveTo>
                  <a:cubicBezTo>
                    <a:pt x="6858" y="16242"/>
                    <a:pt x="6855" y="16240"/>
                    <a:pt x="6854" y="16238"/>
                  </a:cubicBezTo>
                  <a:lnTo>
                    <a:pt x="19606" y="2552"/>
                  </a:lnTo>
                  <a:lnTo>
                    <a:pt x="8735" y="19536"/>
                  </a:lnTo>
                  <a:cubicBezTo>
                    <a:pt x="8735" y="19536"/>
                    <a:pt x="6859" y="16244"/>
                    <a:pt x="6859" y="16244"/>
                  </a:cubicBezTo>
                  <a:close/>
                  <a:moveTo>
                    <a:pt x="2111" y="14024"/>
                  </a:moveTo>
                  <a:lnTo>
                    <a:pt x="17712" y="3595"/>
                  </a:lnTo>
                  <a:lnTo>
                    <a:pt x="6369" y="15770"/>
                  </a:lnTo>
                  <a:cubicBezTo>
                    <a:pt x="6309" y="15734"/>
                    <a:pt x="6256" y="15687"/>
                    <a:pt x="6190" y="15660"/>
                  </a:cubicBezTo>
                  <a:cubicBezTo>
                    <a:pt x="6190" y="15660"/>
                    <a:pt x="2111" y="14024"/>
                    <a:pt x="2111" y="14024"/>
                  </a:cubicBezTo>
                  <a:close/>
                  <a:moveTo>
                    <a:pt x="21234" y="108"/>
                  </a:moveTo>
                  <a:cubicBezTo>
                    <a:pt x="21123" y="35"/>
                    <a:pt x="20996" y="0"/>
                    <a:pt x="20868" y="0"/>
                  </a:cubicBezTo>
                  <a:cubicBezTo>
                    <a:pt x="20738" y="0"/>
                    <a:pt x="20608" y="36"/>
                    <a:pt x="20495" y="113"/>
                  </a:cubicBezTo>
                  <a:lnTo>
                    <a:pt x="299" y="13613"/>
                  </a:lnTo>
                  <a:cubicBezTo>
                    <a:pt x="91" y="13751"/>
                    <a:pt x="-23" y="13995"/>
                    <a:pt x="3" y="14244"/>
                  </a:cubicBezTo>
                  <a:cubicBezTo>
                    <a:pt x="28" y="14494"/>
                    <a:pt x="190" y="14708"/>
                    <a:pt x="422" y="14801"/>
                  </a:cubicBezTo>
                  <a:lnTo>
                    <a:pt x="5689" y="16914"/>
                  </a:lnTo>
                  <a:lnTo>
                    <a:pt x="8166" y="21259"/>
                  </a:lnTo>
                  <a:cubicBezTo>
                    <a:pt x="8284" y="21468"/>
                    <a:pt x="8505" y="21597"/>
                    <a:pt x="8743" y="21599"/>
                  </a:cubicBezTo>
                  <a:lnTo>
                    <a:pt x="8751" y="21599"/>
                  </a:lnTo>
                  <a:cubicBezTo>
                    <a:pt x="8987" y="21599"/>
                    <a:pt x="9206" y="21474"/>
                    <a:pt x="9328" y="21271"/>
                  </a:cubicBezTo>
                  <a:lnTo>
                    <a:pt x="10726" y="18934"/>
                  </a:lnTo>
                  <a:lnTo>
                    <a:pt x="17253" y="21551"/>
                  </a:lnTo>
                  <a:cubicBezTo>
                    <a:pt x="17332" y="21584"/>
                    <a:pt x="17418" y="21599"/>
                    <a:pt x="17502" y="21599"/>
                  </a:cubicBezTo>
                  <a:cubicBezTo>
                    <a:pt x="17617" y="21599"/>
                    <a:pt x="17731" y="21571"/>
                    <a:pt x="17832" y="21512"/>
                  </a:cubicBezTo>
                  <a:cubicBezTo>
                    <a:pt x="18010" y="21412"/>
                    <a:pt x="18133" y="21238"/>
                    <a:pt x="18167" y="21035"/>
                  </a:cubicBezTo>
                  <a:lnTo>
                    <a:pt x="21533" y="785"/>
                  </a:lnTo>
                  <a:cubicBezTo>
                    <a:pt x="21576" y="520"/>
                    <a:pt x="21459" y="254"/>
                    <a:pt x="21234" y="10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1907" tIns="11907" rIns="11907" bIns="11907" anchor="ctr"/>
            <a:lstStyle/>
            <a:p>
              <a:pPr algn="ctr" defTabSz="1429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AD244AB-BB15-4340-98C3-3C9E94AAA84F}"/>
              </a:ext>
            </a:extLst>
          </p:cNvPr>
          <p:cNvGrpSpPr/>
          <p:nvPr/>
        </p:nvGrpSpPr>
        <p:grpSpPr>
          <a:xfrm>
            <a:off x="2092485" y="4835710"/>
            <a:ext cx="695919" cy="630055"/>
            <a:chOff x="12028883" y="8321030"/>
            <a:chExt cx="1113470" cy="1008088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BC837E7-DF42-433E-9E41-7A5D39DA60EB}"/>
                </a:ext>
              </a:extLst>
            </p:cNvPr>
            <p:cNvGrpSpPr/>
            <p:nvPr/>
          </p:nvGrpSpPr>
          <p:grpSpPr>
            <a:xfrm>
              <a:off x="12028883" y="8321030"/>
              <a:ext cx="1113470" cy="1008088"/>
              <a:chOff x="5300281" y="5407493"/>
              <a:chExt cx="1879700" cy="1701800"/>
            </a:xfrm>
            <a:solidFill>
              <a:schemeClr val="accent4">
                <a:alpha val="50000"/>
              </a:schemeClr>
            </a:solidFill>
            <a:effectLst>
              <a:outerShdw blurRad="1270000" dist="266700" dir="5400000" sx="70000" sy="7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5048C3D-C180-43AF-8D40-30750629B92B}"/>
                  </a:ext>
                </a:extLst>
              </p:cNvPr>
              <p:cNvSpPr/>
              <p:nvPr/>
            </p:nvSpPr>
            <p:spPr>
              <a:xfrm rot="2100000">
                <a:off x="5300281" y="5725344"/>
                <a:ext cx="1879700" cy="106609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319FE0E-2FD6-4798-ABC7-F8DE2ABA211E}"/>
                  </a:ext>
                </a:extLst>
              </p:cNvPr>
              <p:cNvSpPr/>
              <p:nvPr/>
            </p:nvSpPr>
            <p:spPr>
              <a:xfrm rot="5400000" flipH="1">
                <a:off x="5389231" y="5775793"/>
                <a:ext cx="1701800" cy="9652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2B8A169B-48AC-4DFF-A975-75A0C9FAF762}"/>
                  </a:ext>
                </a:extLst>
              </p:cNvPr>
              <p:cNvSpPr/>
              <p:nvPr/>
            </p:nvSpPr>
            <p:spPr>
              <a:xfrm rot="19500000" flipH="1">
                <a:off x="5300281" y="5725344"/>
                <a:ext cx="1879700" cy="106609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C7B8EC5B-26BC-479B-84B9-1FBDF91B1743}"/>
                </a:ext>
              </a:extLst>
            </p:cNvPr>
            <p:cNvGrpSpPr/>
            <p:nvPr/>
          </p:nvGrpSpPr>
          <p:grpSpPr>
            <a:xfrm>
              <a:off x="12457591" y="8638448"/>
              <a:ext cx="256054" cy="373252"/>
              <a:chOff x="3582988" y="3510757"/>
              <a:chExt cx="319088" cy="465138"/>
            </a:xfrm>
            <a:solidFill>
              <a:schemeClr val="bg1"/>
            </a:solidFill>
          </p:grpSpPr>
          <p:sp>
            <p:nvSpPr>
              <p:cNvPr id="79" name="AutoShape 113">
                <a:extLst>
                  <a:ext uri="{FF2B5EF4-FFF2-40B4-BE49-F238E27FC236}">
                    <a16:creationId xmlns:a16="http://schemas.microsoft.com/office/drawing/2014/main" id="{FEA09056-B6C9-408E-8D66-C46F8B0290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2988" y="3510757"/>
                <a:ext cx="319088" cy="46513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386" y="14175"/>
                    </a:moveTo>
                    <a:lnTo>
                      <a:pt x="6223" y="14175"/>
                    </a:lnTo>
                    <a:cubicBezTo>
                      <a:pt x="5734" y="13446"/>
                      <a:pt x="5147" y="12716"/>
                      <a:pt x="4568" y="12003"/>
                    </a:cubicBezTo>
                    <a:cubicBezTo>
                      <a:pt x="3287" y="10427"/>
                      <a:pt x="1963" y="8797"/>
                      <a:pt x="1963" y="7425"/>
                    </a:cubicBezTo>
                    <a:cubicBezTo>
                      <a:pt x="1963" y="4075"/>
                      <a:pt x="5927" y="1350"/>
                      <a:pt x="10800" y="1350"/>
                    </a:cubicBezTo>
                    <a:cubicBezTo>
                      <a:pt x="15672" y="1350"/>
                      <a:pt x="19636" y="4075"/>
                      <a:pt x="19636" y="7425"/>
                    </a:cubicBezTo>
                    <a:cubicBezTo>
                      <a:pt x="19636" y="8787"/>
                      <a:pt x="18312" y="10425"/>
                      <a:pt x="17029" y="12011"/>
                    </a:cubicBezTo>
                    <a:cubicBezTo>
                      <a:pt x="16455" y="12723"/>
                      <a:pt x="15873" y="13449"/>
                      <a:pt x="15386" y="14175"/>
                    </a:cubicBezTo>
                    <a:moveTo>
                      <a:pt x="10800" y="20249"/>
                    </a:moveTo>
                    <a:cubicBezTo>
                      <a:pt x="9805" y="20249"/>
                      <a:pt x="9347" y="20171"/>
                      <a:pt x="8839" y="19406"/>
                    </a:cubicBezTo>
                    <a:lnTo>
                      <a:pt x="13000" y="19048"/>
                    </a:lnTo>
                    <a:cubicBezTo>
                      <a:pt x="12398" y="20164"/>
                      <a:pt x="11959" y="20249"/>
                      <a:pt x="10800" y="20249"/>
                    </a:cubicBezTo>
                    <a:moveTo>
                      <a:pt x="7595" y="16813"/>
                    </a:moveTo>
                    <a:cubicBezTo>
                      <a:pt x="7417" y="16407"/>
                      <a:pt x="7215" y="15978"/>
                      <a:pt x="6991" y="15525"/>
                    </a:cubicBezTo>
                    <a:lnTo>
                      <a:pt x="14616" y="15525"/>
                    </a:lnTo>
                    <a:cubicBezTo>
                      <a:pt x="14496" y="15767"/>
                      <a:pt x="14375" y="16010"/>
                      <a:pt x="14270" y="16239"/>
                    </a:cubicBezTo>
                    <a:cubicBezTo>
                      <a:pt x="14270" y="16239"/>
                      <a:pt x="7595" y="16813"/>
                      <a:pt x="7595" y="16813"/>
                    </a:cubicBezTo>
                    <a:close/>
                    <a:moveTo>
                      <a:pt x="13345" y="18343"/>
                    </a:moveTo>
                    <a:lnTo>
                      <a:pt x="8476" y="18762"/>
                    </a:lnTo>
                    <a:cubicBezTo>
                      <a:pt x="8303" y="18416"/>
                      <a:pt x="8116" y="18011"/>
                      <a:pt x="7890" y="17483"/>
                    </a:cubicBezTo>
                    <a:cubicBezTo>
                      <a:pt x="7887" y="17477"/>
                      <a:pt x="7883" y="17469"/>
                      <a:pt x="7881" y="17462"/>
                    </a:cubicBezTo>
                    <a:lnTo>
                      <a:pt x="13957" y="16941"/>
                    </a:lnTo>
                    <a:cubicBezTo>
                      <a:pt x="13871" y="17140"/>
                      <a:pt x="13778" y="17350"/>
                      <a:pt x="13698" y="17537"/>
                    </a:cubicBezTo>
                    <a:cubicBezTo>
                      <a:pt x="13569" y="17841"/>
                      <a:pt x="13453" y="18104"/>
                      <a:pt x="13345" y="18343"/>
                    </a:cubicBezTo>
                    <a:moveTo>
                      <a:pt x="10800" y="0"/>
                    </a:moveTo>
                    <a:cubicBezTo>
                      <a:pt x="4835" y="0"/>
                      <a:pt x="0" y="3324"/>
                      <a:pt x="0" y="7425"/>
                    </a:cubicBezTo>
                    <a:cubicBezTo>
                      <a:pt x="0" y="10146"/>
                      <a:pt x="3621" y="13029"/>
                      <a:pt x="4939" y="15562"/>
                    </a:cubicBezTo>
                    <a:cubicBezTo>
                      <a:pt x="6906" y="19339"/>
                      <a:pt x="6688" y="21599"/>
                      <a:pt x="10800" y="21599"/>
                    </a:cubicBezTo>
                    <a:cubicBezTo>
                      <a:pt x="14972" y="21599"/>
                      <a:pt x="14692" y="19349"/>
                      <a:pt x="16660" y="15577"/>
                    </a:cubicBezTo>
                    <a:cubicBezTo>
                      <a:pt x="17983" y="13039"/>
                      <a:pt x="21600" y="10124"/>
                      <a:pt x="21600" y="7425"/>
                    </a:cubicBezTo>
                    <a:cubicBezTo>
                      <a:pt x="21600" y="3324"/>
                      <a:pt x="16764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1907" tIns="11907" rIns="11907" bIns="11907" anchor="ctr"/>
              <a:lstStyle/>
              <a:p>
                <a:pPr algn="ctr" defTabSz="1429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80" name="AutoShape 114">
                <a:extLst>
                  <a:ext uri="{FF2B5EF4-FFF2-40B4-BE49-F238E27FC236}">
                    <a16:creationId xmlns:a16="http://schemas.microsoft.com/office/drawing/2014/main" id="{31FCD9CE-ADA3-4228-8F3B-2664435267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5219" y="3583782"/>
                <a:ext cx="94456" cy="94456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938" y="0"/>
                    </a:moveTo>
                    <a:cubicBezTo>
                      <a:pt x="8943" y="0"/>
                      <a:pt x="0" y="8942"/>
                      <a:pt x="0" y="19938"/>
                    </a:cubicBezTo>
                    <a:cubicBezTo>
                      <a:pt x="0" y="20855"/>
                      <a:pt x="743" y="21600"/>
                      <a:pt x="1661" y="21600"/>
                    </a:cubicBezTo>
                    <a:cubicBezTo>
                      <a:pt x="2579" y="21600"/>
                      <a:pt x="3323" y="20855"/>
                      <a:pt x="3323" y="19938"/>
                    </a:cubicBezTo>
                    <a:cubicBezTo>
                      <a:pt x="3323" y="10777"/>
                      <a:pt x="10777" y="3323"/>
                      <a:pt x="19938" y="3323"/>
                    </a:cubicBezTo>
                    <a:cubicBezTo>
                      <a:pt x="20856" y="3323"/>
                      <a:pt x="21600" y="2578"/>
                      <a:pt x="21600" y="1661"/>
                    </a:cubicBezTo>
                    <a:cubicBezTo>
                      <a:pt x="21600" y="744"/>
                      <a:pt x="20856" y="0"/>
                      <a:pt x="19938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1907" tIns="11907" rIns="11907" bIns="11907" anchor="ctr"/>
              <a:lstStyle/>
              <a:p>
                <a:pPr algn="ctr" defTabSz="1429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5CFE1B8-BFAC-48F3-85B6-0036F474312E}"/>
              </a:ext>
            </a:extLst>
          </p:cNvPr>
          <p:cNvGrpSpPr/>
          <p:nvPr/>
        </p:nvGrpSpPr>
        <p:grpSpPr>
          <a:xfrm>
            <a:off x="2092485" y="3646550"/>
            <a:ext cx="695919" cy="630055"/>
            <a:chOff x="12028883" y="6095248"/>
            <a:chExt cx="1113470" cy="1008088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D66798D-A5A9-420C-88BA-AF08DB6954DE}"/>
                </a:ext>
              </a:extLst>
            </p:cNvPr>
            <p:cNvGrpSpPr/>
            <p:nvPr/>
          </p:nvGrpSpPr>
          <p:grpSpPr>
            <a:xfrm>
              <a:off x="12028883" y="6095248"/>
              <a:ext cx="1113470" cy="1008088"/>
              <a:chOff x="5300281" y="5407493"/>
              <a:chExt cx="1879700" cy="1701800"/>
            </a:xfrm>
            <a:solidFill>
              <a:schemeClr val="accent3">
                <a:alpha val="50000"/>
              </a:schemeClr>
            </a:solidFill>
            <a:effectLst>
              <a:outerShdw blurRad="1270000" dist="266700" dir="5400000" sx="70000" sy="7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13312D4-32FC-4CA2-BA9E-F6E3E2F484E0}"/>
                  </a:ext>
                </a:extLst>
              </p:cNvPr>
              <p:cNvSpPr/>
              <p:nvPr/>
            </p:nvSpPr>
            <p:spPr>
              <a:xfrm rot="2100000">
                <a:off x="5300281" y="5725344"/>
                <a:ext cx="1879700" cy="106609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D0BF5D32-47DD-47CB-BD7D-B6E7F8485EC4}"/>
                  </a:ext>
                </a:extLst>
              </p:cNvPr>
              <p:cNvSpPr/>
              <p:nvPr/>
            </p:nvSpPr>
            <p:spPr>
              <a:xfrm rot="5400000" flipH="1">
                <a:off x="5389231" y="5775793"/>
                <a:ext cx="1701800" cy="9652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7645D49-1F83-4136-B531-A14FA5330A06}"/>
                  </a:ext>
                </a:extLst>
              </p:cNvPr>
              <p:cNvSpPr/>
              <p:nvPr/>
            </p:nvSpPr>
            <p:spPr>
              <a:xfrm rot="19500000" flipH="1">
                <a:off x="5300281" y="5725344"/>
                <a:ext cx="1879700" cy="106609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2400" dirty="0"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CDA83377-8D88-4CB5-B306-A3DE71308109}"/>
                </a:ext>
              </a:extLst>
            </p:cNvPr>
            <p:cNvGrpSpPr/>
            <p:nvPr/>
          </p:nvGrpSpPr>
          <p:grpSpPr>
            <a:xfrm>
              <a:off x="12398991" y="6442283"/>
              <a:ext cx="373254" cy="314018"/>
              <a:chOff x="5356342" y="3093565"/>
              <a:chExt cx="465138" cy="391319"/>
            </a:xfrm>
            <a:solidFill>
              <a:schemeClr val="bg1"/>
            </a:solidFill>
          </p:grpSpPr>
          <p:sp>
            <p:nvSpPr>
              <p:cNvPr id="82" name="AutoShape 120">
                <a:extLst>
                  <a:ext uri="{FF2B5EF4-FFF2-40B4-BE49-F238E27FC236}">
                    <a16:creationId xmlns:a16="http://schemas.microsoft.com/office/drawing/2014/main" id="{FA3CAA0E-9EA2-47CE-88A5-84F0C13C3D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73023" y="3195165"/>
                <a:ext cx="231775" cy="23177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48" y="16070"/>
                    </a:moveTo>
                    <a:cubicBezTo>
                      <a:pt x="14037" y="19468"/>
                      <a:pt x="8925" y="19859"/>
                      <a:pt x="5529" y="16948"/>
                    </a:cubicBezTo>
                    <a:cubicBezTo>
                      <a:pt x="2130" y="14038"/>
                      <a:pt x="1740" y="8924"/>
                      <a:pt x="4651" y="5527"/>
                    </a:cubicBezTo>
                    <a:cubicBezTo>
                      <a:pt x="7559" y="2131"/>
                      <a:pt x="12674" y="1740"/>
                      <a:pt x="16070" y="4650"/>
                    </a:cubicBezTo>
                    <a:cubicBezTo>
                      <a:pt x="19466" y="7560"/>
                      <a:pt x="19859" y="12673"/>
                      <a:pt x="16948" y="16070"/>
                    </a:cubicBezTo>
                    <a:moveTo>
                      <a:pt x="10800" y="0"/>
                    </a:moveTo>
                    <a:cubicBezTo>
                      <a:pt x="4833" y="0"/>
                      <a:pt x="0" y="4834"/>
                      <a:pt x="0" y="10800"/>
                    </a:cubicBezTo>
                    <a:cubicBezTo>
                      <a:pt x="0" y="16765"/>
                      <a:pt x="4833" y="21599"/>
                      <a:pt x="10800" y="21599"/>
                    </a:cubicBezTo>
                    <a:cubicBezTo>
                      <a:pt x="16764" y="21599"/>
                      <a:pt x="21600" y="16765"/>
                      <a:pt x="21600" y="10800"/>
                    </a:cubicBezTo>
                    <a:cubicBezTo>
                      <a:pt x="21600" y="4834"/>
                      <a:pt x="16764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1907" tIns="11907" rIns="11907" bIns="11907" anchor="ctr"/>
              <a:lstStyle/>
              <a:p>
                <a:pPr algn="ctr" defTabSz="1429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83" name="AutoShape 121">
                <a:extLst>
                  <a:ext uri="{FF2B5EF4-FFF2-40B4-BE49-F238E27FC236}">
                    <a16:creationId xmlns:a16="http://schemas.microsoft.com/office/drawing/2014/main" id="{4DC8B469-ED2A-45CF-8659-AE936B809E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0967" y="3253109"/>
                <a:ext cx="65088" cy="6508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200" y="0"/>
                    </a:moveTo>
                    <a:cubicBezTo>
                      <a:pt x="8596" y="0"/>
                      <a:pt x="0" y="8596"/>
                      <a:pt x="0" y="19195"/>
                    </a:cubicBezTo>
                    <a:lnTo>
                      <a:pt x="0" y="19199"/>
                    </a:lnTo>
                    <a:cubicBezTo>
                      <a:pt x="0" y="20524"/>
                      <a:pt x="1068" y="21599"/>
                      <a:pt x="2400" y="21599"/>
                    </a:cubicBezTo>
                    <a:cubicBezTo>
                      <a:pt x="3721" y="21599"/>
                      <a:pt x="4800" y="20524"/>
                      <a:pt x="4800" y="19199"/>
                    </a:cubicBezTo>
                    <a:lnTo>
                      <a:pt x="4800" y="19195"/>
                    </a:lnTo>
                    <a:cubicBezTo>
                      <a:pt x="4800" y="11247"/>
                      <a:pt x="11240" y="4799"/>
                      <a:pt x="19200" y="4799"/>
                    </a:cubicBezTo>
                    <a:cubicBezTo>
                      <a:pt x="20521" y="4799"/>
                      <a:pt x="21600" y="3724"/>
                      <a:pt x="21600" y="2399"/>
                    </a:cubicBezTo>
                    <a:cubicBezTo>
                      <a:pt x="21600" y="1075"/>
                      <a:pt x="20521" y="0"/>
                      <a:pt x="192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1907" tIns="11907" rIns="11907" bIns="11907" anchor="ctr"/>
              <a:lstStyle/>
              <a:p>
                <a:pPr algn="ctr" defTabSz="1429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84" name="AutoShape 122">
                <a:extLst>
                  <a:ext uri="{FF2B5EF4-FFF2-40B4-BE49-F238E27FC236}">
                    <a16:creationId xmlns:a16="http://schemas.microsoft.com/office/drawing/2014/main" id="{775FC3DF-2DB7-4D9D-8DD7-80BEDA377F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6342" y="3093565"/>
                <a:ext cx="465138" cy="391319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0249" y="19199"/>
                    </a:moveTo>
                    <a:cubicBezTo>
                      <a:pt x="20249" y="19642"/>
                      <a:pt x="19948" y="19999"/>
                      <a:pt x="19575" y="19999"/>
                    </a:cubicBezTo>
                    <a:lnTo>
                      <a:pt x="2024" y="19999"/>
                    </a:lnTo>
                    <a:cubicBezTo>
                      <a:pt x="1651" y="19999"/>
                      <a:pt x="1349" y="19642"/>
                      <a:pt x="1349" y="19199"/>
                    </a:cubicBezTo>
                    <a:lnTo>
                      <a:pt x="1349" y="7200"/>
                    </a:lnTo>
                    <a:cubicBezTo>
                      <a:pt x="1349" y="6809"/>
                      <a:pt x="1588" y="6475"/>
                      <a:pt x="1914" y="6411"/>
                    </a:cubicBezTo>
                    <a:lnTo>
                      <a:pt x="5588" y="5684"/>
                    </a:lnTo>
                    <a:lnTo>
                      <a:pt x="6797" y="2103"/>
                    </a:lnTo>
                    <a:cubicBezTo>
                      <a:pt x="6900" y="1799"/>
                      <a:pt x="7148" y="1600"/>
                      <a:pt x="7424" y="1600"/>
                    </a:cubicBezTo>
                    <a:lnTo>
                      <a:pt x="14174" y="1600"/>
                    </a:lnTo>
                    <a:cubicBezTo>
                      <a:pt x="14450" y="1600"/>
                      <a:pt x="14698" y="1799"/>
                      <a:pt x="14801" y="2103"/>
                    </a:cubicBezTo>
                    <a:lnTo>
                      <a:pt x="16010" y="5684"/>
                    </a:lnTo>
                    <a:lnTo>
                      <a:pt x="19685" y="6411"/>
                    </a:lnTo>
                    <a:cubicBezTo>
                      <a:pt x="20011" y="6475"/>
                      <a:pt x="20249" y="6809"/>
                      <a:pt x="20249" y="7200"/>
                    </a:cubicBezTo>
                    <a:cubicBezTo>
                      <a:pt x="20249" y="7200"/>
                      <a:pt x="20249" y="19199"/>
                      <a:pt x="20249" y="19199"/>
                    </a:cubicBezTo>
                    <a:close/>
                    <a:moveTo>
                      <a:pt x="19907" y="4832"/>
                    </a:moveTo>
                    <a:lnTo>
                      <a:pt x="16981" y="4254"/>
                    </a:lnTo>
                    <a:lnTo>
                      <a:pt x="16054" y="1507"/>
                    </a:lnTo>
                    <a:cubicBezTo>
                      <a:pt x="15745" y="591"/>
                      <a:pt x="15006" y="0"/>
                      <a:pt x="14174" y="0"/>
                    </a:cubicBezTo>
                    <a:lnTo>
                      <a:pt x="7424" y="0"/>
                    </a:lnTo>
                    <a:cubicBezTo>
                      <a:pt x="6593" y="0"/>
                      <a:pt x="5854" y="591"/>
                      <a:pt x="5543" y="1509"/>
                    </a:cubicBezTo>
                    <a:lnTo>
                      <a:pt x="4618" y="4254"/>
                    </a:lnTo>
                    <a:lnTo>
                      <a:pt x="1692" y="4832"/>
                    </a:lnTo>
                    <a:cubicBezTo>
                      <a:pt x="711" y="5025"/>
                      <a:pt x="0" y="6020"/>
                      <a:pt x="0" y="7200"/>
                    </a:cubicBezTo>
                    <a:lnTo>
                      <a:pt x="0" y="19199"/>
                    </a:lnTo>
                    <a:cubicBezTo>
                      <a:pt x="0" y="20523"/>
                      <a:pt x="908" y="21600"/>
                      <a:pt x="2024" y="21600"/>
                    </a:cubicBezTo>
                    <a:lnTo>
                      <a:pt x="19575" y="21600"/>
                    </a:lnTo>
                    <a:cubicBezTo>
                      <a:pt x="20691" y="21600"/>
                      <a:pt x="21600" y="20523"/>
                      <a:pt x="21600" y="19199"/>
                    </a:cubicBezTo>
                    <a:lnTo>
                      <a:pt x="21600" y="7200"/>
                    </a:lnTo>
                    <a:cubicBezTo>
                      <a:pt x="21600" y="6020"/>
                      <a:pt x="20888" y="5025"/>
                      <a:pt x="19907" y="4832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1907" tIns="11907" rIns="11907" bIns="11907" anchor="ctr"/>
              <a:lstStyle/>
              <a:p>
                <a:pPr algn="ctr" defTabSz="1429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Source Han Sans CN Medium" panose="020B0500000000000000" pitchFamily="34" charset="-128"/>
                  <a:cs typeface="Times New Roman" panose="02020603050405020304" pitchFamily="18" charset="0"/>
                  <a:sym typeface="字魂36号-正文宋楷" panose="02000000000000000000" pitchFamily="2" charset="-122"/>
                </a:endParaRPr>
              </a:p>
            </p:txBody>
          </p:sp>
        </p:grp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92A3E74B-7E2E-48E4-80A0-F785095249F8}"/>
              </a:ext>
            </a:extLst>
          </p:cNvPr>
          <p:cNvSpPr/>
          <p:nvPr/>
        </p:nvSpPr>
        <p:spPr>
          <a:xfrm>
            <a:off x="3079381" y="1233659"/>
            <a:ext cx="58020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endParaRPr lang="id-ID" altLang="zh-CN" sz="2400" spc="188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7A0396D-D02E-4907-87DC-AE6B620D7700}"/>
              </a:ext>
            </a:extLst>
          </p:cNvPr>
          <p:cNvSpPr/>
          <p:nvPr/>
        </p:nvSpPr>
        <p:spPr>
          <a:xfrm>
            <a:off x="3111323" y="2599238"/>
            <a:ext cx="51432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altLang="zh-CN" sz="2400" spc="188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D46D593-0C13-4771-A3F3-45CDA1D7E01A}"/>
              </a:ext>
            </a:extLst>
          </p:cNvPr>
          <p:cNvSpPr/>
          <p:nvPr/>
        </p:nvSpPr>
        <p:spPr>
          <a:xfrm>
            <a:off x="3058227" y="3595485"/>
            <a:ext cx="55267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altLang="zh-CN" sz="2400" spc="188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798F963-1A6D-47A3-A89E-CB54428B12AD}"/>
              </a:ext>
            </a:extLst>
          </p:cNvPr>
          <p:cNvSpPr/>
          <p:nvPr/>
        </p:nvSpPr>
        <p:spPr>
          <a:xfrm>
            <a:off x="3079381" y="4773329"/>
            <a:ext cx="56054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altLang="zh-CN" sz="2400" spc="188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9C5C2CCC-B691-42F6-943B-2A969D759339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4940D795-C717-4B5A-BD71-6CC14AA3E6C5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1102052B-575E-4DEB-B8C4-D3185DCDDFF5}"/>
              </a:ext>
            </a:extLst>
          </p:cNvPr>
          <p:cNvSpPr txBox="1"/>
          <p:nvPr/>
        </p:nvSpPr>
        <p:spPr>
          <a:xfrm>
            <a:off x="4799613" y="105165"/>
            <a:ext cx="313401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5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Hạn</a:t>
            </a:r>
            <a:r>
              <a:rPr lang="en-US" altLang="zh-CN" sz="45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45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chế</a:t>
            </a:r>
            <a:endParaRPr lang="zh-CN" altLang="en-US" sz="45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503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:push dir="u"/>
      </p:transition>
    </mc:Choice>
    <mc:Fallback xmlns="">
      <p:transition spd="slow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9" presetClass="entr" presetSubtype="0" decel="10000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9" presetClass="entr" presetSubtype="0" decel="10000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75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>
            <a:off x="847723" y="2514600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2963861" y="4327525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375273" y="2514600"/>
            <a:ext cx="914400" cy="914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7851773" y="4327525"/>
            <a:ext cx="914400" cy="914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cxnSp>
        <p:nvCxnSpPr>
          <p:cNvPr id="10" name="直接箭头连接符 9"/>
          <p:cNvCxnSpPr>
            <a:stCxn id="6" idx="5"/>
            <a:endCxn id="7" idx="1"/>
          </p:cNvCxnSpPr>
          <p:nvPr/>
        </p:nvCxnSpPr>
        <p:spPr>
          <a:xfrm>
            <a:off x="1628774" y="3295652"/>
            <a:ext cx="1468439" cy="1165225"/>
          </a:xfrm>
          <a:prstGeom prst="straightConnector1">
            <a:avLst/>
          </a:prstGeom>
          <a:ln w="19050">
            <a:solidFill>
              <a:schemeClr val="tx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7" idx="7"/>
            <a:endCxn id="8" idx="3"/>
          </p:cNvCxnSpPr>
          <p:nvPr/>
        </p:nvCxnSpPr>
        <p:spPr>
          <a:xfrm flipV="1">
            <a:off x="3743323" y="3295652"/>
            <a:ext cx="1765300" cy="1165225"/>
          </a:xfrm>
          <a:prstGeom prst="straightConnector1">
            <a:avLst/>
          </a:prstGeom>
          <a:ln w="19050">
            <a:solidFill>
              <a:schemeClr val="tx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8" idx="5"/>
            <a:endCxn id="9" idx="1"/>
          </p:cNvCxnSpPr>
          <p:nvPr/>
        </p:nvCxnSpPr>
        <p:spPr>
          <a:xfrm>
            <a:off x="6156323" y="3295652"/>
            <a:ext cx="1828800" cy="1165225"/>
          </a:xfrm>
          <a:prstGeom prst="straightConnector1">
            <a:avLst/>
          </a:prstGeom>
          <a:ln w="19050">
            <a:solidFill>
              <a:schemeClr val="tx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>
            <a:spLocks noChangeAspect="1"/>
          </p:cNvSpPr>
          <p:nvPr/>
        </p:nvSpPr>
        <p:spPr>
          <a:xfrm>
            <a:off x="1455737" y="3171825"/>
            <a:ext cx="306387" cy="3063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1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/>
        </p:nvSpPr>
        <p:spPr>
          <a:xfrm>
            <a:off x="3590923" y="4327525"/>
            <a:ext cx="306388" cy="3063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2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/>
        </p:nvSpPr>
        <p:spPr>
          <a:xfrm>
            <a:off x="8570912" y="4821238"/>
            <a:ext cx="306387" cy="30638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4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6488111" y="2514602"/>
            <a:ext cx="13003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9pPr>
          </a:lstStyle>
          <a:p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Title Preset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4030661" y="4426095"/>
            <a:ext cx="24513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9pPr>
          </a:lstStyle>
          <a:p>
            <a:r>
              <a:rPr lang="en-US" sz="1600" dirty="0" err="1"/>
              <a:t>thêm</a:t>
            </a:r>
            <a:r>
              <a:rPr lang="en-US" sz="1600" dirty="0"/>
              <a:t>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tiêu</a:t>
            </a:r>
            <a:r>
              <a:rPr lang="en-US" sz="1600" dirty="0"/>
              <a:t> </a:t>
            </a:r>
            <a:r>
              <a:rPr lang="en-US" sz="1600" dirty="0" err="1"/>
              <a:t>tiết</a:t>
            </a:r>
            <a:r>
              <a:rPr lang="en-US" sz="1600" dirty="0"/>
              <a:t> </a:t>
            </a:r>
            <a:r>
              <a:rPr lang="en-US" sz="1600" dirty="0" err="1"/>
              <a:t>kiệm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19" name="文本框 18"/>
          <p:cNvSpPr txBox="1">
            <a:spLocks noChangeArrowheads="1"/>
          </p:cNvSpPr>
          <p:nvPr/>
        </p:nvSpPr>
        <p:spPr bwMode="auto">
          <a:xfrm>
            <a:off x="8975723" y="4903372"/>
            <a:ext cx="13003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9pPr>
          </a:lstStyle>
          <a:p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Title Preset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1954213" y="2663826"/>
            <a:ext cx="30003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9pPr>
          </a:lstStyle>
          <a:p>
            <a:r>
              <a:rPr lang="en-US" sz="1400" dirty="0" err="1"/>
              <a:t>bổ</a:t>
            </a:r>
            <a:r>
              <a:rPr lang="en-US" sz="1400" dirty="0"/>
              <a:t> sung </a:t>
            </a:r>
            <a:r>
              <a:rPr lang="en-US" sz="1400" dirty="0" err="1"/>
              <a:t>tính</a:t>
            </a:r>
            <a:r>
              <a:rPr lang="en-US" sz="1400" dirty="0"/>
              <a:t> </a:t>
            </a:r>
            <a:r>
              <a:rPr lang="en-US" sz="1400" dirty="0" err="1"/>
              <a:t>năng</a:t>
            </a:r>
            <a:r>
              <a:rPr lang="en-US" sz="1400" dirty="0"/>
              <a:t> </a:t>
            </a:r>
            <a:r>
              <a:rPr lang="en-US" sz="1400" dirty="0" err="1"/>
              <a:t>sao</a:t>
            </a:r>
            <a:r>
              <a:rPr lang="en-US" sz="1400" dirty="0"/>
              <a:t> </a:t>
            </a:r>
            <a:r>
              <a:rPr lang="en-US" sz="1400" dirty="0" err="1"/>
              <a:t>lưu</a:t>
            </a:r>
            <a:r>
              <a:rPr lang="en-US" sz="1400" dirty="0"/>
              <a:t> </a:t>
            </a:r>
            <a:r>
              <a:rPr lang="en-US" sz="1400" dirty="0" err="1"/>
              <a:t>và</a:t>
            </a:r>
            <a:r>
              <a:rPr lang="en-US" sz="1400" dirty="0"/>
              <a:t> </a:t>
            </a:r>
            <a:r>
              <a:rPr lang="en-US" sz="1400" dirty="0" err="1"/>
              <a:t>đồng</a:t>
            </a:r>
            <a:r>
              <a:rPr lang="en-US" sz="1400" dirty="0"/>
              <a:t> </a:t>
            </a:r>
            <a:r>
              <a:rPr lang="en-US" sz="1400" dirty="0" err="1"/>
              <a:t>bộ</a:t>
            </a:r>
            <a:r>
              <a:rPr lang="en-US" sz="1400" dirty="0"/>
              <a:t> </a:t>
            </a:r>
            <a:r>
              <a:rPr lang="en-US" sz="1400" dirty="0" err="1"/>
              <a:t>dữ</a:t>
            </a:r>
            <a:r>
              <a:rPr lang="en-US" sz="1400" dirty="0"/>
              <a:t> </a:t>
            </a:r>
            <a:r>
              <a:rPr lang="en-US" sz="1400" dirty="0" err="1"/>
              <a:t>liệu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6488111" y="2844711"/>
            <a:ext cx="28765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9pPr>
          </a:lstStyle>
          <a:p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You can key in or paste your texts here. 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23" name="矩形 22"/>
          <p:cNvSpPr>
            <a:spLocks noChangeArrowheads="1"/>
          </p:cNvSpPr>
          <p:nvPr/>
        </p:nvSpPr>
        <p:spPr bwMode="auto">
          <a:xfrm>
            <a:off x="8975723" y="4164707"/>
            <a:ext cx="2376491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icrosoft JhengHei" panose="020B0604030504040204" pitchFamily="34" charset="-120"/>
              </a:defRPr>
            </a:lvl9pPr>
          </a:lstStyle>
          <a:p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You can key in or paste your texts here. 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24" name="Freeform 5"/>
          <p:cNvSpPr>
            <a:spLocks noChangeAspect="1" noEditPoints="1"/>
          </p:cNvSpPr>
          <p:nvPr/>
        </p:nvSpPr>
        <p:spPr bwMode="auto">
          <a:xfrm>
            <a:off x="1035049" y="2714626"/>
            <a:ext cx="539751" cy="514351"/>
          </a:xfrm>
          <a:custGeom>
            <a:avLst/>
            <a:gdLst>
              <a:gd name="T0" fmla="*/ 330013 w 2389"/>
              <a:gd name="T1" fmla="*/ 491776 h 2272"/>
              <a:gd name="T2" fmla="*/ 329108 w 2389"/>
              <a:gd name="T3" fmla="*/ 460800 h 2272"/>
              <a:gd name="T4" fmla="*/ 433989 w 2389"/>
              <a:gd name="T5" fmla="*/ 400430 h 2272"/>
              <a:gd name="T6" fmla="*/ 415454 w 2389"/>
              <a:gd name="T7" fmla="*/ 351139 h 2272"/>
              <a:gd name="T8" fmla="*/ 418393 w 2389"/>
              <a:gd name="T9" fmla="*/ 291222 h 2272"/>
              <a:gd name="T10" fmla="*/ 333177 w 2389"/>
              <a:gd name="T11" fmla="*/ 219773 h 2272"/>
              <a:gd name="T12" fmla="*/ 409125 w 2389"/>
              <a:gd name="T13" fmla="*/ 113956 h 2272"/>
              <a:gd name="T14" fmla="*/ 304923 w 2389"/>
              <a:gd name="T15" fmla="*/ 30976 h 2272"/>
              <a:gd name="T16" fmla="*/ 324588 w 2389"/>
              <a:gd name="T17" fmla="*/ 99712 h 2272"/>
              <a:gd name="T18" fmla="*/ 295655 w 2389"/>
              <a:gd name="T19" fmla="*/ 169352 h 2272"/>
              <a:gd name="T20" fmla="*/ 207501 w 2389"/>
              <a:gd name="T21" fmla="*/ 163021 h 2272"/>
              <a:gd name="T22" fmla="*/ 230331 w 2389"/>
              <a:gd name="T23" fmla="*/ 217512 h 2272"/>
              <a:gd name="T24" fmla="*/ 288196 w 2389"/>
              <a:gd name="T25" fmla="*/ 292126 h 2272"/>
              <a:gd name="T26" fmla="*/ 193035 w 2389"/>
              <a:gd name="T27" fmla="*/ 308180 h 2272"/>
              <a:gd name="T28" fmla="*/ 131327 w 2389"/>
              <a:gd name="T29" fmla="*/ 227687 h 2272"/>
              <a:gd name="T30" fmla="*/ 75948 w 2389"/>
              <a:gd name="T31" fmla="*/ 247358 h 2272"/>
              <a:gd name="T32" fmla="*/ 77304 w 2389"/>
              <a:gd name="T33" fmla="*/ 280143 h 2272"/>
              <a:gd name="T34" fmla="*/ 45433 w 2389"/>
              <a:gd name="T35" fmla="*/ 247358 h 2272"/>
              <a:gd name="T36" fmla="*/ 540000 w 2389"/>
              <a:gd name="T37" fmla="*/ 247358 h 2272"/>
              <a:gd name="T38" fmla="*/ 294073 w 2389"/>
              <a:gd name="T39" fmla="*/ 347069 h 2272"/>
              <a:gd name="T40" fmla="*/ 334081 w 2389"/>
              <a:gd name="T41" fmla="*/ 316319 h 2272"/>
              <a:gd name="T42" fmla="*/ 218351 w 2389"/>
              <a:gd name="T43" fmla="*/ 342773 h 2272"/>
              <a:gd name="T44" fmla="*/ 53344 w 2389"/>
              <a:gd name="T45" fmla="*/ 314058 h 2272"/>
              <a:gd name="T46" fmla="*/ 46789 w 2389"/>
              <a:gd name="T47" fmla="*/ 335086 h 2272"/>
              <a:gd name="T48" fmla="*/ 72784 w 2389"/>
              <a:gd name="T49" fmla="*/ 413996 h 2272"/>
              <a:gd name="T50" fmla="*/ 11754 w 2389"/>
              <a:gd name="T51" fmla="*/ 391612 h 2272"/>
              <a:gd name="T52" fmla="*/ 2938 w 2389"/>
              <a:gd name="T53" fmla="*/ 407439 h 2272"/>
              <a:gd name="T54" fmla="*/ 25090 w 2389"/>
              <a:gd name="T55" fmla="*/ 446555 h 2272"/>
              <a:gd name="T56" fmla="*/ 40460 w 2389"/>
              <a:gd name="T57" fmla="*/ 479114 h 2272"/>
              <a:gd name="T58" fmla="*/ 354424 w 2389"/>
              <a:gd name="T59" fmla="*/ 319485 h 2272"/>
              <a:gd name="T60" fmla="*/ 291134 w 2389"/>
              <a:gd name="T61" fmla="*/ 422136 h 2272"/>
              <a:gd name="T62" fmla="*/ 304018 w 2389"/>
              <a:gd name="T63" fmla="*/ 477984 h 2272"/>
              <a:gd name="T64" fmla="*/ 280285 w 2389"/>
              <a:gd name="T65" fmla="*/ 511899 h 2272"/>
              <a:gd name="T66" fmla="*/ 220159 w 2389"/>
              <a:gd name="T67" fmla="*/ 454469 h 227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2389" h="2272">
                <a:moveTo>
                  <a:pt x="2389" y="1094"/>
                </a:moveTo>
                <a:cubicBezTo>
                  <a:pt x="2389" y="1641"/>
                  <a:pt x="1985" y="2095"/>
                  <a:pt x="1460" y="2175"/>
                </a:cubicBezTo>
                <a:cubicBezTo>
                  <a:pt x="1465" y="2151"/>
                  <a:pt x="1466" y="2126"/>
                  <a:pt x="1463" y="2100"/>
                </a:cubicBezTo>
                <a:cubicBezTo>
                  <a:pt x="1463" y="2100"/>
                  <a:pt x="1460" y="2074"/>
                  <a:pt x="1456" y="2038"/>
                </a:cubicBezTo>
                <a:cubicBezTo>
                  <a:pt x="1642" y="2007"/>
                  <a:pt x="1810" y="1921"/>
                  <a:pt x="1944" y="1798"/>
                </a:cubicBezTo>
                <a:cubicBezTo>
                  <a:pt x="1936" y="1792"/>
                  <a:pt x="1928" y="1783"/>
                  <a:pt x="1920" y="1771"/>
                </a:cubicBezTo>
                <a:cubicBezTo>
                  <a:pt x="1884" y="1720"/>
                  <a:pt x="1931" y="1669"/>
                  <a:pt x="1931" y="1623"/>
                </a:cubicBezTo>
                <a:cubicBezTo>
                  <a:pt x="1931" y="1579"/>
                  <a:pt x="1841" y="1583"/>
                  <a:pt x="1838" y="1553"/>
                </a:cubicBezTo>
                <a:cubicBezTo>
                  <a:pt x="1827" y="1452"/>
                  <a:pt x="1901" y="1450"/>
                  <a:pt x="1940" y="1411"/>
                </a:cubicBezTo>
                <a:cubicBezTo>
                  <a:pt x="1979" y="1372"/>
                  <a:pt x="1901" y="1282"/>
                  <a:pt x="1851" y="1288"/>
                </a:cubicBezTo>
                <a:cubicBezTo>
                  <a:pt x="1800" y="1294"/>
                  <a:pt x="1657" y="1265"/>
                  <a:pt x="1670" y="1155"/>
                </a:cubicBezTo>
                <a:cubicBezTo>
                  <a:pt x="1686" y="1022"/>
                  <a:pt x="1500" y="1034"/>
                  <a:pt x="1474" y="972"/>
                </a:cubicBezTo>
                <a:cubicBezTo>
                  <a:pt x="1435" y="881"/>
                  <a:pt x="1499" y="770"/>
                  <a:pt x="1583" y="745"/>
                </a:cubicBezTo>
                <a:cubicBezTo>
                  <a:pt x="1702" y="709"/>
                  <a:pt x="1820" y="612"/>
                  <a:pt x="1810" y="504"/>
                </a:cubicBezTo>
                <a:cubicBezTo>
                  <a:pt x="1800" y="381"/>
                  <a:pt x="1745" y="271"/>
                  <a:pt x="1653" y="205"/>
                </a:cubicBezTo>
                <a:cubicBezTo>
                  <a:pt x="1558" y="167"/>
                  <a:pt x="1456" y="143"/>
                  <a:pt x="1349" y="137"/>
                </a:cubicBezTo>
                <a:cubicBezTo>
                  <a:pt x="1253" y="141"/>
                  <a:pt x="1169" y="162"/>
                  <a:pt x="1173" y="206"/>
                </a:cubicBezTo>
                <a:cubicBezTo>
                  <a:pt x="1182" y="313"/>
                  <a:pt x="1487" y="341"/>
                  <a:pt x="1436" y="441"/>
                </a:cubicBezTo>
                <a:cubicBezTo>
                  <a:pt x="1410" y="493"/>
                  <a:pt x="1209" y="567"/>
                  <a:pt x="1247" y="645"/>
                </a:cubicBezTo>
                <a:cubicBezTo>
                  <a:pt x="1271" y="696"/>
                  <a:pt x="1331" y="652"/>
                  <a:pt x="1308" y="749"/>
                </a:cubicBezTo>
                <a:cubicBezTo>
                  <a:pt x="1298" y="794"/>
                  <a:pt x="1259" y="878"/>
                  <a:pt x="1199" y="884"/>
                </a:cubicBezTo>
                <a:cubicBezTo>
                  <a:pt x="1137" y="889"/>
                  <a:pt x="1086" y="726"/>
                  <a:pt x="918" y="721"/>
                </a:cubicBezTo>
                <a:cubicBezTo>
                  <a:pt x="839" y="718"/>
                  <a:pt x="727" y="844"/>
                  <a:pt x="822" y="934"/>
                </a:cubicBezTo>
                <a:cubicBezTo>
                  <a:pt x="879" y="988"/>
                  <a:pt x="987" y="869"/>
                  <a:pt x="1019" y="962"/>
                </a:cubicBezTo>
                <a:cubicBezTo>
                  <a:pt x="1041" y="1028"/>
                  <a:pt x="1016" y="1166"/>
                  <a:pt x="1121" y="1224"/>
                </a:cubicBezTo>
                <a:cubicBezTo>
                  <a:pt x="1159" y="1245"/>
                  <a:pt x="1217" y="1263"/>
                  <a:pt x="1275" y="1292"/>
                </a:cubicBezTo>
                <a:cubicBezTo>
                  <a:pt x="1189" y="1310"/>
                  <a:pt x="1084" y="1343"/>
                  <a:pt x="959" y="1391"/>
                </a:cubicBezTo>
                <a:cubicBezTo>
                  <a:pt x="854" y="1363"/>
                  <a:pt x="854" y="1363"/>
                  <a:pt x="854" y="1363"/>
                </a:cubicBezTo>
                <a:cubicBezTo>
                  <a:pt x="898" y="1326"/>
                  <a:pt x="969" y="1301"/>
                  <a:pt x="952" y="1221"/>
                </a:cubicBezTo>
                <a:cubicBezTo>
                  <a:pt x="925" y="1103"/>
                  <a:pt x="721" y="1148"/>
                  <a:pt x="581" y="1007"/>
                </a:cubicBezTo>
                <a:cubicBezTo>
                  <a:pt x="538" y="964"/>
                  <a:pt x="446" y="821"/>
                  <a:pt x="446" y="649"/>
                </a:cubicBezTo>
                <a:cubicBezTo>
                  <a:pt x="376" y="782"/>
                  <a:pt x="336" y="933"/>
                  <a:pt x="336" y="1094"/>
                </a:cubicBezTo>
                <a:cubicBezTo>
                  <a:pt x="336" y="1143"/>
                  <a:pt x="340" y="1192"/>
                  <a:pt x="347" y="1239"/>
                </a:cubicBezTo>
                <a:cubicBezTo>
                  <a:pt x="345" y="1239"/>
                  <a:pt x="344" y="1239"/>
                  <a:pt x="342" y="1239"/>
                </a:cubicBezTo>
                <a:cubicBezTo>
                  <a:pt x="298" y="1239"/>
                  <a:pt x="255" y="1248"/>
                  <a:pt x="214" y="1266"/>
                </a:cubicBezTo>
                <a:cubicBezTo>
                  <a:pt x="205" y="1210"/>
                  <a:pt x="201" y="1152"/>
                  <a:pt x="201" y="1094"/>
                </a:cubicBezTo>
                <a:cubicBezTo>
                  <a:pt x="201" y="491"/>
                  <a:pt x="691" y="0"/>
                  <a:pt x="1295" y="0"/>
                </a:cubicBezTo>
                <a:cubicBezTo>
                  <a:pt x="1898" y="0"/>
                  <a:pt x="2389" y="491"/>
                  <a:pt x="2389" y="1094"/>
                </a:cubicBezTo>
                <a:close/>
                <a:moveTo>
                  <a:pt x="1568" y="1413"/>
                </a:moveTo>
                <a:cubicBezTo>
                  <a:pt x="1301" y="1535"/>
                  <a:pt x="1301" y="1535"/>
                  <a:pt x="1301" y="1535"/>
                </a:cubicBezTo>
                <a:cubicBezTo>
                  <a:pt x="1305" y="1477"/>
                  <a:pt x="1305" y="1477"/>
                  <a:pt x="1305" y="1477"/>
                </a:cubicBezTo>
                <a:cubicBezTo>
                  <a:pt x="1478" y="1399"/>
                  <a:pt x="1478" y="1399"/>
                  <a:pt x="1478" y="1399"/>
                </a:cubicBezTo>
                <a:cubicBezTo>
                  <a:pt x="1453" y="1397"/>
                  <a:pt x="1428" y="1397"/>
                  <a:pt x="1402" y="1397"/>
                </a:cubicBezTo>
                <a:cubicBezTo>
                  <a:pt x="1307" y="1397"/>
                  <a:pt x="1145" y="1445"/>
                  <a:pt x="966" y="1516"/>
                </a:cubicBezTo>
                <a:cubicBezTo>
                  <a:pt x="393" y="1365"/>
                  <a:pt x="393" y="1365"/>
                  <a:pt x="393" y="1365"/>
                </a:cubicBezTo>
                <a:cubicBezTo>
                  <a:pt x="340" y="1351"/>
                  <a:pt x="283" y="1359"/>
                  <a:pt x="236" y="1389"/>
                </a:cubicBezTo>
                <a:cubicBezTo>
                  <a:pt x="208" y="1407"/>
                  <a:pt x="208" y="1407"/>
                  <a:pt x="208" y="1407"/>
                </a:cubicBezTo>
                <a:cubicBezTo>
                  <a:pt x="180" y="1424"/>
                  <a:pt x="180" y="1464"/>
                  <a:pt x="207" y="1482"/>
                </a:cubicBezTo>
                <a:cubicBezTo>
                  <a:pt x="551" y="1705"/>
                  <a:pt x="551" y="1705"/>
                  <a:pt x="551" y="1705"/>
                </a:cubicBezTo>
                <a:cubicBezTo>
                  <a:pt x="469" y="1747"/>
                  <a:pt x="391" y="1790"/>
                  <a:pt x="322" y="1831"/>
                </a:cubicBezTo>
                <a:cubicBezTo>
                  <a:pt x="145" y="1737"/>
                  <a:pt x="145" y="1737"/>
                  <a:pt x="145" y="1737"/>
                </a:cubicBezTo>
                <a:cubicBezTo>
                  <a:pt x="117" y="1722"/>
                  <a:pt x="82" y="1720"/>
                  <a:pt x="52" y="1732"/>
                </a:cubicBezTo>
                <a:cubicBezTo>
                  <a:pt x="35" y="1739"/>
                  <a:pt x="35" y="1739"/>
                  <a:pt x="35" y="1739"/>
                </a:cubicBezTo>
                <a:cubicBezTo>
                  <a:pt x="10" y="1749"/>
                  <a:pt x="0" y="1779"/>
                  <a:pt x="13" y="1802"/>
                </a:cubicBezTo>
                <a:cubicBezTo>
                  <a:pt x="111" y="1975"/>
                  <a:pt x="111" y="1975"/>
                  <a:pt x="111" y="1975"/>
                </a:cubicBezTo>
                <a:cubicBezTo>
                  <a:pt x="111" y="1975"/>
                  <a:pt x="111" y="1975"/>
                  <a:pt x="111" y="1975"/>
                </a:cubicBezTo>
                <a:cubicBezTo>
                  <a:pt x="74" y="2007"/>
                  <a:pt x="53" y="2033"/>
                  <a:pt x="53" y="2051"/>
                </a:cubicBezTo>
                <a:cubicBezTo>
                  <a:pt x="53" y="2105"/>
                  <a:pt x="120" y="2119"/>
                  <a:pt x="179" y="2119"/>
                </a:cubicBezTo>
                <a:cubicBezTo>
                  <a:pt x="284" y="2119"/>
                  <a:pt x="1671" y="1801"/>
                  <a:pt x="1671" y="1513"/>
                </a:cubicBezTo>
                <a:cubicBezTo>
                  <a:pt x="1671" y="1456"/>
                  <a:pt x="1632" y="1428"/>
                  <a:pt x="1568" y="1413"/>
                </a:cubicBezTo>
                <a:close/>
                <a:moveTo>
                  <a:pt x="983" y="1975"/>
                </a:moveTo>
                <a:cubicBezTo>
                  <a:pt x="1288" y="1867"/>
                  <a:pt x="1288" y="1867"/>
                  <a:pt x="1288" y="1867"/>
                </a:cubicBezTo>
                <a:cubicBezTo>
                  <a:pt x="1302" y="1862"/>
                  <a:pt x="1316" y="1871"/>
                  <a:pt x="1318" y="1885"/>
                </a:cubicBezTo>
                <a:cubicBezTo>
                  <a:pt x="1345" y="2114"/>
                  <a:pt x="1345" y="2114"/>
                  <a:pt x="1345" y="2114"/>
                </a:cubicBezTo>
                <a:cubicBezTo>
                  <a:pt x="1351" y="2171"/>
                  <a:pt x="1320" y="2226"/>
                  <a:pt x="1268" y="2251"/>
                </a:cubicBezTo>
                <a:cubicBezTo>
                  <a:pt x="1240" y="2264"/>
                  <a:pt x="1240" y="2264"/>
                  <a:pt x="1240" y="2264"/>
                </a:cubicBezTo>
                <a:cubicBezTo>
                  <a:pt x="1222" y="2272"/>
                  <a:pt x="1201" y="2268"/>
                  <a:pt x="1188" y="2253"/>
                </a:cubicBezTo>
                <a:cubicBezTo>
                  <a:pt x="974" y="2010"/>
                  <a:pt x="974" y="2010"/>
                  <a:pt x="974" y="2010"/>
                </a:cubicBezTo>
                <a:cubicBezTo>
                  <a:pt x="963" y="1998"/>
                  <a:pt x="968" y="1980"/>
                  <a:pt x="983" y="19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25" name="Freeform 22"/>
          <p:cNvSpPr>
            <a:spLocks noChangeAspect="1" noEditPoints="1"/>
          </p:cNvSpPr>
          <p:nvPr/>
        </p:nvSpPr>
        <p:spPr bwMode="auto">
          <a:xfrm>
            <a:off x="3152774" y="4524375"/>
            <a:ext cx="539751" cy="520700"/>
          </a:xfrm>
          <a:custGeom>
            <a:avLst/>
            <a:gdLst>
              <a:gd name="T0" fmla="*/ 349412 w 340"/>
              <a:gd name="T1" fmla="*/ 432345 h 328"/>
              <a:gd name="T2" fmla="*/ 349412 w 340"/>
              <a:gd name="T3" fmla="*/ 238425 h 328"/>
              <a:gd name="T4" fmla="*/ 462176 w 340"/>
              <a:gd name="T5" fmla="*/ 220941 h 328"/>
              <a:gd name="T6" fmla="*/ 258882 w 340"/>
              <a:gd name="T7" fmla="*/ 50864 h 328"/>
              <a:gd name="T8" fmla="*/ 50824 w 340"/>
              <a:gd name="T9" fmla="*/ 259089 h 328"/>
              <a:gd name="T10" fmla="*/ 258882 w 340"/>
              <a:gd name="T11" fmla="*/ 467314 h 328"/>
              <a:gd name="T12" fmla="*/ 292235 w 340"/>
              <a:gd name="T13" fmla="*/ 464135 h 328"/>
              <a:gd name="T14" fmla="*/ 333529 w 340"/>
              <a:gd name="T15" fmla="*/ 433934 h 328"/>
              <a:gd name="T16" fmla="*/ 349412 w 340"/>
              <a:gd name="T17" fmla="*/ 432345 h 328"/>
              <a:gd name="T18" fmla="*/ 297000 w 340"/>
              <a:gd name="T19" fmla="*/ 68349 h 328"/>
              <a:gd name="T20" fmla="*/ 274765 w 340"/>
              <a:gd name="T21" fmla="*/ 165308 h 328"/>
              <a:gd name="T22" fmla="*/ 252529 w 340"/>
              <a:gd name="T23" fmla="*/ 165308 h 328"/>
              <a:gd name="T24" fmla="*/ 236647 w 340"/>
              <a:gd name="T25" fmla="*/ 68349 h 328"/>
              <a:gd name="T26" fmla="*/ 297000 w 340"/>
              <a:gd name="T27" fmla="*/ 68349 h 328"/>
              <a:gd name="T28" fmla="*/ 258882 w 340"/>
              <a:gd name="T29" fmla="*/ 336975 h 328"/>
              <a:gd name="T30" fmla="*/ 181059 w 340"/>
              <a:gd name="T31" fmla="*/ 259089 h 328"/>
              <a:gd name="T32" fmla="*/ 258882 w 340"/>
              <a:gd name="T33" fmla="*/ 181203 h 328"/>
              <a:gd name="T34" fmla="*/ 336706 w 340"/>
              <a:gd name="T35" fmla="*/ 259089 h 328"/>
              <a:gd name="T36" fmla="*/ 258882 w 340"/>
              <a:gd name="T37" fmla="*/ 336975 h 328"/>
              <a:gd name="T38" fmla="*/ 258882 w 340"/>
              <a:gd name="T39" fmla="*/ 200277 h 328"/>
              <a:gd name="T40" fmla="*/ 200118 w 340"/>
              <a:gd name="T41" fmla="*/ 259089 h 328"/>
              <a:gd name="T42" fmla="*/ 258882 w 340"/>
              <a:gd name="T43" fmla="*/ 317901 h 328"/>
              <a:gd name="T44" fmla="*/ 317647 w 340"/>
              <a:gd name="T45" fmla="*/ 259089 h 328"/>
              <a:gd name="T46" fmla="*/ 258882 w 340"/>
              <a:gd name="T47" fmla="*/ 200277 h 328"/>
              <a:gd name="T48" fmla="*/ 258882 w 340"/>
              <a:gd name="T49" fmla="*/ 300416 h 328"/>
              <a:gd name="T50" fmla="*/ 217588 w 340"/>
              <a:gd name="T51" fmla="*/ 259089 h 328"/>
              <a:gd name="T52" fmla="*/ 258882 w 340"/>
              <a:gd name="T53" fmla="*/ 217762 h 328"/>
              <a:gd name="T54" fmla="*/ 300176 w 340"/>
              <a:gd name="T55" fmla="*/ 259089 h 328"/>
              <a:gd name="T56" fmla="*/ 258882 w 340"/>
              <a:gd name="T57" fmla="*/ 300416 h 328"/>
              <a:gd name="T58" fmla="*/ 285882 w 340"/>
              <a:gd name="T59" fmla="*/ 500693 h 328"/>
              <a:gd name="T60" fmla="*/ 292235 w 340"/>
              <a:gd name="T61" fmla="*/ 514999 h 328"/>
              <a:gd name="T62" fmla="*/ 258882 w 340"/>
              <a:gd name="T63" fmla="*/ 518178 h 328"/>
              <a:gd name="T64" fmla="*/ 0 w 340"/>
              <a:gd name="T65" fmla="*/ 259089 h 328"/>
              <a:gd name="T66" fmla="*/ 258882 w 340"/>
              <a:gd name="T67" fmla="*/ 0 h 328"/>
              <a:gd name="T68" fmla="*/ 513000 w 340"/>
              <a:gd name="T69" fmla="*/ 212993 h 328"/>
              <a:gd name="T70" fmla="*/ 487588 w 340"/>
              <a:gd name="T71" fmla="*/ 216172 h 328"/>
              <a:gd name="T72" fmla="*/ 258882 w 340"/>
              <a:gd name="T73" fmla="*/ 25432 h 328"/>
              <a:gd name="T74" fmla="*/ 25412 w 340"/>
              <a:gd name="T75" fmla="*/ 259089 h 328"/>
              <a:gd name="T76" fmla="*/ 258882 w 340"/>
              <a:gd name="T77" fmla="*/ 492746 h 328"/>
              <a:gd name="T78" fmla="*/ 284294 w 340"/>
              <a:gd name="T79" fmla="*/ 491156 h 328"/>
              <a:gd name="T80" fmla="*/ 285882 w 340"/>
              <a:gd name="T81" fmla="*/ 500693 h 328"/>
              <a:gd name="T82" fmla="*/ 540000 w 340"/>
              <a:gd name="T83" fmla="*/ 225709 h 328"/>
              <a:gd name="T84" fmla="*/ 540000 w 340"/>
              <a:gd name="T85" fmla="*/ 449829 h 328"/>
              <a:gd name="T86" fmla="*/ 503471 w 340"/>
              <a:gd name="T87" fmla="*/ 489567 h 328"/>
              <a:gd name="T88" fmla="*/ 452647 w 340"/>
              <a:gd name="T89" fmla="*/ 467314 h 328"/>
              <a:gd name="T90" fmla="*/ 487588 w 340"/>
              <a:gd name="T91" fmla="*/ 422808 h 328"/>
              <a:gd name="T92" fmla="*/ 517765 w 340"/>
              <a:gd name="T93" fmla="*/ 424397 h 328"/>
              <a:gd name="T94" fmla="*/ 517765 w 340"/>
              <a:gd name="T95" fmla="*/ 289290 h 328"/>
              <a:gd name="T96" fmla="*/ 397059 w 340"/>
              <a:gd name="T97" fmla="*/ 311543 h 328"/>
              <a:gd name="T98" fmla="*/ 395471 w 340"/>
              <a:gd name="T99" fmla="*/ 480030 h 328"/>
              <a:gd name="T100" fmla="*/ 395471 w 340"/>
              <a:gd name="T101" fmla="*/ 480030 h 328"/>
              <a:gd name="T102" fmla="*/ 360529 w 340"/>
              <a:gd name="T103" fmla="*/ 516588 h 328"/>
              <a:gd name="T104" fmla="*/ 309706 w 340"/>
              <a:gd name="T105" fmla="*/ 494335 h 328"/>
              <a:gd name="T106" fmla="*/ 344647 w 340"/>
              <a:gd name="T107" fmla="*/ 451419 h 328"/>
              <a:gd name="T108" fmla="*/ 373235 w 340"/>
              <a:gd name="T109" fmla="*/ 451419 h 328"/>
              <a:gd name="T110" fmla="*/ 373235 w 340"/>
              <a:gd name="T111" fmla="*/ 252731 h 328"/>
              <a:gd name="T112" fmla="*/ 540000 w 340"/>
              <a:gd name="T113" fmla="*/ 225709 h 328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340" h="328">
                <a:moveTo>
                  <a:pt x="220" y="272"/>
                </a:moveTo>
                <a:cubicBezTo>
                  <a:pt x="220" y="150"/>
                  <a:pt x="220" y="150"/>
                  <a:pt x="220" y="150"/>
                </a:cubicBezTo>
                <a:cubicBezTo>
                  <a:pt x="291" y="139"/>
                  <a:pt x="291" y="139"/>
                  <a:pt x="291" y="139"/>
                </a:cubicBezTo>
                <a:cubicBezTo>
                  <a:pt x="280" y="78"/>
                  <a:pt x="227" y="32"/>
                  <a:pt x="163" y="32"/>
                </a:cubicBezTo>
                <a:cubicBezTo>
                  <a:pt x="91" y="32"/>
                  <a:pt x="32" y="91"/>
                  <a:pt x="32" y="163"/>
                </a:cubicBezTo>
                <a:cubicBezTo>
                  <a:pt x="32" y="235"/>
                  <a:pt x="91" y="294"/>
                  <a:pt x="163" y="294"/>
                </a:cubicBezTo>
                <a:cubicBezTo>
                  <a:pt x="170" y="294"/>
                  <a:pt x="177" y="293"/>
                  <a:pt x="184" y="292"/>
                </a:cubicBezTo>
                <a:cubicBezTo>
                  <a:pt x="189" y="283"/>
                  <a:pt x="198" y="276"/>
                  <a:pt x="210" y="273"/>
                </a:cubicBezTo>
                <a:cubicBezTo>
                  <a:pt x="213" y="273"/>
                  <a:pt x="217" y="272"/>
                  <a:pt x="220" y="272"/>
                </a:cubicBezTo>
                <a:close/>
                <a:moveTo>
                  <a:pt x="187" y="43"/>
                </a:moveTo>
                <a:cubicBezTo>
                  <a:pt x="173" y="104"/>
                  <a:pt x="173" y="104"/>
                  <a:pt x="173" y="104"/>
                </a:cubicBezTo>
                <a:cubicBezTo>
                  <a:pt x="159" y="104"/>
                  <a:pt x="159" y="104"/>
                  <a:pt x="159" y="104"/>
                </a:cubicBezTo>
                <a:cubicBezTo>
                  <a:pt x="149" y="43"/>
                  <a:pt x="149" y="43"/>
                  <a:pt x="149" y="43"/>
                </a:cubicBezTo>
                <a:cubicBezTo>
                  <a:pt x="164" y="36"/>
                  <a:pt x="187" y="43"/>
                  <a:pt x="187" y="43"/>
                </a:cubicBezTo>
                <a:close/>
                <a:moveTo>
                  <a:pt x="163" y="212"/>
                </a:moveTo>
                <a:cubicBezTo>
                  <a:pt x="136" y="212"/>
                  <a:pt x="114" y="190"/>
                  <a:pt x="114" y="163"/>
                </a:cubicBezTo>
                <a:cubicBezTo>
                  <a:pt x="114" y="136"/>
                  <a:pt x="136" y="114"/>
                  <a:pt x="163" y="114"/>
                </a:cubicBezTo>
                <a:cubicBezTo>
                  <a:pt x="190" y="114"/>
                  <a:pt x="212" y="136"/>
                  <a:pt x="212" y="163"/>
                </a:cubicBezTo>
                <a:cubicBezTo>
                  <a:pt x="212" y="190"/>
                  <a:pt x="190" y="212"/>
                  <a:pt x="163" y="212"/>
                </a:cubicBezTo>
                <a:close/>
                <a:moveTo>
                  <a:pt x="163" y="126"/>
                </a:moveTo>
                <a:cubicBezTo>
                  <a:pt x="143" y="126"/>
                  <a:pt x="126" y="143"/>
                  <a:pt x="126" y="163"/>
                </a:cubicBezTo>
                <a:cubicBezTo>
                  <a:pt x="126" y="183"/>
                  <a:pt x="143" y="200"/>
                  <a:pt x="163" y="200"/>
                </a:cubicBezTo>
                <a:cubicBezTo>
                  <a:pt x="183" y="200"/>
                  <a:pt x="200" y="183"/>
                  <a:pt x="200" y="163"/>
                </a:cubicBezTo>
                <a:cubicBezTo>
                  <a:pt x="200" y="143"/>
                  <a:pt x="183" y="126"/>
                  <a:pt x="163" y="126"/>
                </a:cubicBezTo>
                <a:close/>
                <a:moveTo>
                  <a:pt x="163" y="189"/>
                </a:moveTo>
                <a:cubicBezTo>
                  <a:pt x="148" y="189"/>
                  <a:pt x="137" y="178"/>
                  <a:pt x="137" y="163"/>
                </a:cubicBezTo>
                <a:cubicBezTo>
                  <a:pt x="137" y="148"/>
                  <a:pt x="148" y="137"/>
                  <a:pt x="163" y="137"/>
                </a:cubicBezTo>
                <a:cubicBezTo>
                  <a:pt x="178" y="137"/>
                  <a:pt x="189" y="148"/>
                  <a:pt x="189" y="163"/>
                </a:cubicBezTo>
                <a:cubicBezTo>
                  <a:pt x="189" y="178"/>
                  <a:pt x="178" y="189"/>
                  <a:pt x="163" y="189"/>
                </a:cubicBezTo>
                <a:close/>
                <a:moveTo>
                  <a:pt x="180" y="315"/>
                </a:moveTo>
                <a:cubicBezTo>
                  <a:pt x="180" y="318"/>
                  <a:pt x="182" y="321"/>
                  <a:pt x="184" y="324"/>
                </a:cubicBezTo>
                <a:cubicBezTo>
                  <a:pt x="177" y="325"/>
                  <a:pt x="170" y="326"/>
                  <a:pt x="163" y="326"/>
                </a:cubicBezTo>
                <a:cubicBezTo>
                  <a:pt x="73" y="326"/>
                  <a:pt x="0" y="253"/>
                  <a:pt x="0" y="163"/>
                </a:cubicBezTo>
                <a:cubicBezTo>
                  <a:pt x="0" y="73"/>
                  <a:pt x="73" y="0"/>
                  <a:pt x="163" y="0"/>
                </a:cubicBezTo>
                <a:cubicBezTo>
                  <a:pt x="243" y="0"/>
                  <a:pt x="309" y="58"/>
                  <a:pt x="323" y="134"/>
                </a:cubicBezTo>
                <a:cubicBezTo>
                  <a:pt x="307" y="136"/>
                  <a:pt x="307" y="136"/>
                  <a:pt x="307" y="136"/>
                </a:cubicBezTo>
                <a:cubicBezTo>
                  <a:pt x="294" y="68"/>
                  <a:pt x="235" y="16"/>
                  <a:pt x="163" y="16"/>
                </a:cubicBezTo>
                <a:cubicBezTo>
                  <a:pt x="82" y="16"/>
                  <a:pt x="16" y="82"/>
                  <a:pt x="16" y="163"/>
                </a:cubicBezTo>
                <a:cubicBezTo>
                  <a:pt x="16" y="244"/>
                  <a:pt x="82" y="310"/>
                  <a:pt x="163" y="310"/>
                </a:cubicBezTo>
                <a:cubicBezTo>
                  <a:pt x="168" y="310"/>
                  <a:pt x="174" y="309"/>
                  <a:pt x="179" y="309"/>
                </a:cubicBezTo>
                <a:cubicBezTo>
                  <a:pt x="179" y="311"/>
                  <a:pt x="179" y="313"/>
                  <a:pt x="180" y="315"/>
                </a:cubicBezTo>
                <a:close/>
                <a:moveTo>
                  <a:pt x="340" y="142"/>
                </a:moveTo>
                <a:cubicBezTo>
                  <a:pt x="340" y="283"/>
                  <a:pt x="340" y="283"/>
                  <a:pt x="340" y="283"/>
                </a:cubicBezTo>
                <a:cubicBezTo>
                  <a:pt x="340" y="295"/>
                  <a:pt x="331" y="304"/>
                  <a:pt x="317" y="308"/>
                </a:cubicBezTo>
                <a:cubicBezTo>
                  <a:pt x="302" y="311"/>
                  <a:pt x="288" y="305"/>
                  <a:pt x="285" y="294"/>
                </a:cubicBezTo>
                <a:cubicBezTo>
                  <a:pt x="282" y="282"/>
                  <a:pt x="292" y="270"/>
                  <a:pt x="307" y="266"/>
                </a:cubicBezTo>
                <a:cubicBezTo>
                  <a:pt x="314" y="265"/>
                  <a:pt x="320" y="265"/>
                  <a:pt x="326" y="267"/>
                </a:cubicBezTo>
                <a:cubicBezTo>
                  <a:pt x="326" y="182"/>
                  <a:pt x="326" y="182"/>
                  <a:pt x="326" y="182"/>
                </a:cubicBezTo>
                <a:cubicBezTo>
                  <a:pt x="250" y="196"/>
                  <a:pt x="250" y="196"/>
                  <a:pt x="250" y="196"/>
                </a:cubicBezTo>
                <a:cubicBezTo>
                  <a:pt x="249" y="302"/>
                  <a:pt x="249" y="302"/>
                  <a:pt x="249" y="302"/>
                </a:cubicBezTo>
                <a:cubicBezTo>
                  <a:pt x="249" y="302"/>
                  <a:pt x="249" y="302"/>
                  <a:pt x="249" y="302"/>
                </a:cubicBezTo>
                <a:cubicBezTo>
                  <a:pt x="249" y="312"/>
                  <a:pt x="240" y="321"/>
                  <a:pt x="227" y="325"/>
                </a:cubicBezTo>
                <a:cubicBezTo>
                  <a:pt x="212" y="328"/>
                  <a:pt x="197" y="321"/>
                  <a:pt x="195" y="311"/>
                </a:cubicBezTo>
                <a:cubicBezTo>
                  <a:pt x="192" y="300"/>
                  <a:pt x="202" y="287"/>
                  <a:pt x="217" y="284"/>
                </a:cubicBezTo>
                <a:cubicBezTo>
                  <a:pt x="224" y="282"/>
                  <a:pt x="230" y="282"/>
                  <a:pt x="235" y="284"/>
                </a:cubicBezTo>
                <a:cubicBezTo>
                  <a:pt x="235" y="159"/>
                  <a:pt x="235" y="159"/>
                  <a:pt x="235" y="159"/>
                </a:cubicBezTo>
                <a:lnTo>
                  <a:pt x="340" y="1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grpSp>
        <p:nvGrpSpPr>
          <p:cNvPr id="26" name="Group 25"/>
          <p:cNvGrpSpPr>
            <a:grpSpLocks noChangeAspect="1"/>
          </p:cNvGrpSpPr>
          <p:nvPr/>
        </p:nvGrpSpPr>
        <p:grpSpPr bwMode="auto">
          <a:xfrm>
            <a:off x="5587262" y="2715287"/>
            <a:ext cx="460367" cy="540000"/>
            <a:chOff x="5616" y="864"/>
            <a:chExt cx="1347" cy="1580"/>
          </a:xfrm>
          <a:solidFill>
            <a:schemeClr val="bg1"/>
          </a:solidFill>
        </p:grpSpPr>
        <p:sp>
          <p:nvSpPr>
            <p:cNvPr id="27" name="Oval 26"/>
            <p:cNvSpPr>
              <a:spLocks noChangeArrowheads="1"/>
            </p:cNvSpPr>
            <p:nvPr/>
          </p:nvSpPr>
          <p:spPr bwMode="auto">
            <a:xfrm>
              <a:off x="6063" y="864"/>
              <a:ext cx="433" cy="43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6514" y="2146"/>
              <a:ext cx="449" cy="298"/>
            </a:xfrm>
            <a:custGeom>
              <a:avLst/>
              <a:gdLst>
                <a:gd name="T0" fmla="*/ 496 w 565"/>
                <a:gd name="T1" fmla="*/ 0 h 375"/>
                <a:gd name="T2" fmla="*/ 68 w 565"/>
                <a:gd name="T3" fmla="*/ 0 h 375"/>
                <a:gd name="T4" fmla="*/ 0 w 565"/>
                <a:gd name="T5" fmla="*/ 69 h 375"/>
                <a:gd name="T6" fmla="*/ 0 w 565"/>
                <a:gd name="T7" fmla="*/ 306 h 375"/>
                <a:gd name="T8" fmla="*/ 68 w 565"/>
                <a:gd name="T9" fmla="*/ 375 h 375"/>
                <a:gd name="T10" fmla="*/ 496 w 565"/>
                <a:gd name="T11" fmla="*/ 375 h 375"/>
                <a:gd name="T12" fmla="*/ 565 w 565"/>
                <a:gd name="T13" fmla="*/ 306 h 375"/>
                <a:gd name="T14" fmla="*/ 565 w 565"/>
                <a:gd name="T15" fmla="*/ 69 h 375"/>
                <a:gd name="T16" fmla="*/ 496 w 565"/>
                <a:gd name="T17" fmla="*/ 0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5" h="375">
                  <a:moveTo>
                    <a:pt x="496" y="0"/>
                  </a:moveTo>
                  <a:cubicBezTo>
                    <a:pt x="68" y="0"/>
                    <a:pt x="68" y="0"/>
                    <a:pt x="68" y="0"/>
                  </a:cubicBezTo>
                  <a:cubicBezTo>
                    <a:pt x="30" y="0"/>
                    <a:pt x="0" y="31"/>
                    <a:pt x="0" y="69"/>
                  </a:cubicBezTo>
                  <a:cubicBezTo>
                    <a:pt x="0" y="306"/>
                    <a:pt x="0" y="306"/>
                    <a:pt x="0" y="306"/>
                  </a:cubicBezTo>
                  <a:cubicBezTo>
                    <a:pt x="0" y="344"/>
                    <a:pt x="30" y="375"/>
                    <a:pt x="68" y="375"/>
                  </a:cubicBezTo>
                  <a:cubicBezTo>
                    <a:pt x="496" y="375"/>
                    <a:pt x="496" y="375"/>
                    <a:pt x="496" y="375"/>
                  </a:cubicBezTo>
                  <a:cubicBezTo>
                    <a:pt x="534" y="375"/>
                    <a:pt x="565" y="344"/>
                    <a:pt x="565" y="306"/>
                  </a:cubicBezTo>
                  <a:cubicBezTo>
                    <a:pt x="565" y="69"/>
                    <a:pt x="565" y="69"/>
                    <a:pt x="565" y="69"/>
                  </a:cubicBezTo>
                  <a:cubicBezTo>
                    <a:pt x="565" y="31"/>
                    <a:pt x="534" y="0"/>
                    <a:pt x="49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29" name="Freeform 28"/>
            <p:cNvSpPr>
              <a:spLocks noEditPoints="1"/>
            </p:cNvSpPr>
            <p:nvPr/>
          </p:nvSpPr>
          <p:spPr bwMode="auto">
            <a:xfrm>
              <a:off x="5616" y="1080"/>
              <a:ext cx="1311" cy="1363"/>
            </a:xfrm>
            <a:custGeom>
              <a:avLst/>
              <a:gdLst>
                <a:gd name="T0" fmla="*/ 1163 w 1648"/>
                <a:gd name="T1" fmla="*/ 1265 h 1714"/>
                <a:gd name="T2" fmla="*/ 1537 w 1648"/>
                <a:gd name="T3" fmla="*/ 1276 h 1714"/>
                <a:gd name="T4" fmla="*/ 1604 w 1648"/>
                <a:gd name="T5" fmla="*/ 921 h 1714"/>
                <a:gd name="T6" fmla="*/ 1400 w 1648"/>
                <a:gd name="T7" fmla="*/ 344 h 1714"/>
                <a:gd name="T8" fmla="*/ 1124 w 1648"/>
                <a:gd name="T9" fmla="*/ 188 h 1714"/>
                <a:gd name="T10" fmla="*/ 1123 w 1648"/>
                <a:gd name="T11" fmla="*/ 188 h 1714"/>
                <a:gd name="T12" fmla="*/ 1054 w 1648"/>
                <a:gd name="T13" fmla="*/ 202 h 1714"/>
                <a:gd name="T14" fmla="*/ 994 w 1648"/>
                <a:gd name="T15" fmla="*/ 232 h 1714"/>
                <a:gd name="T16" fmla="*/ 930 w 1648"/>
                <a:gd name="T17" fmla="*/ 285 h 1714"/>
                <a:gd name="T18" fmla="*/ 869 w 1648"/>
                <a:gd name="T19" fmla="*/ 346 h 1714"/>
                <a:gd name="T20" fmla="*/ 588 w 1648"/>
                <a:gd name="T21" fmla="*/ 507 h 1714"/>
                <a:gd name="T22" fmla="*/ 586 w 1648"/>
                <a:gd name="T23" fmla="*/ 507 h 1714"/>
                <a:gd name="T24" fmla="*/ 660 w 1648"/>
                <a:gd name="T25" fmla="*/ 452 h 1714"/>
                <a:gd name="T26" fmla="*/ 668 w 1648"/>
                <a:gd name="T27" fmla="*/ 439 h 1714"/>
                <a:gd name="T28" fmla="*/ 664 w 1648"/>
                <a:gd name="T29" fmla="*/ 424 h 1714"/>
                <a:gd name="T30" fmla="*/ 375 w 1648"/>
                <a:gd name="T31" fmla="*/ 56 h 1714"/>
                <a:gd name="T32" fmla="*/ 348 w 1648"/>
                <a:gd name="T33" fmla="*/ 53 h 1714"/>
                <a:gd name="T34" fmla="*/ 275 w 1648"/>
                <a:gd name="T35" fmla="*/ 110 h 1714"/>
                <a:gd name="T36" fmla="*/ 186 w 1648"/>
                <a:gd name="T37" fmla="*/ 7 h 1714"/>
                <a:gd name="T38" fmla="*/ 169 w 1648"/>
                <a:gd name="T39" fmla="*/ 1 h 1714"/>
                <a:gd name="T40" fmla="*/ 154 w 1648"/>
                <a:gd name="T41" fmla="*/ 11 h 1714"/>
                <a:gd name="T42" fmla="*/ 3 w 1648"/>
                <a:gd name="T43" fmla="*/ 318 h 1714"/>
                <a:gd name="T44" fmla="*/ 6 w 1648"/>
                <a:gd name="T45" fmla="*/ 339 h 1714"/>
                <a:gd name="T46" fmla="*/ 276 w 1648"/>
                <a:gd name="T47" fmla="*/ 646 h 1714"/>
                <a:gd name="T48" fmla="*/ 311 w 1648"/>
                <a:gd name="T49" fmla="*/ 687 h 1714"/>
                <a:gd name="T50" fmla="*/ 334 w 1648"/>
                <a:gd name="T51" fmla="*/ 692 h 1714"/>
                <a:gd name="T52" fmla="*/ 337 w 1648"/>
                <a:gd name="T53" fmla="*/ 690 h 1714"/>
                <a:gd name="T54" fmla="*/ 368 w 1648"/>
                <a:gd name="T55" fmla="*/ 668 h 1714"/>
                <a:gd name="T56" fmla="*/ 444 w 1648"/>
                <a:gd name="T57" fmla="*/ 705 h 1714"/>
                <a:gd name="T58" fmla="*/ 631 w 1648"/>
                <a:gd name="T59" fmla="*/ 751 h 1714"/>
                <a:gd name="T60" fmla="*/ 905 w 1648"/>
                <a:gd name="T61" fmla="*/ 638 h 1714"/>
                <a:gd name="T62" fmla="*/ 991 w 1648"/>
                <a:gd name="T63" fmla="*/ 860 h 1714"/>
                <a:gd name="T64" fmla="*/ 611 w 1648"/>
                <a:gd name="T65" fmla="*/ 855 h 1714"/>
                <a:gd name="T66" fmla="*/ 297 w 1648"/>
                <a:gd name="T67" fmla="*/ 1521 h 1714"/>
                <a:gd name="T68" fmla="*/ 401 w 1648"/>
                <a:gd name="T69" fmla="*/ 1708 h 1714"/>
                <a:gd name="T70" fmla="*/ 443 w 1648"/>
                <a:gd name="T71" fmla="*/ 1714 h 1714"/>
                <a:gd name="T72" fmla="*/ 589 w 1648"/>
                <a:gd name="T73" fmla="*/ 1604 h 1714"/>
                <a:gd name="T74" fmla="*/ 784 w 1648"/>
                <a:gd name="T75" fmla="*/ 1111 h 1714"/>
                <a:gd name="T76" fmla="*/ 882 w 1648"/>
                <a:gd name="T77" fmla="*/ 1143 h 1714"/>
                <a:gd name="T78" fmla="*/ 694 w 1648"/>
                <a:gd name="T79" fmla="*/ 1525 h 1714"/>
                <a:gd name="T80" fmla="*/ 769 w 1648"/>
                <a:gd name="T81" fmla="*/ 1704 h 1714"/>
                <a:gd name="T82" fmla="*/ 821 w 1648"/>
                <a:gd name="T83" fmla="*/ 1714 h 1714"/>
                <a:gd name="T84" fmla="*/ 949 w 1648"/>
                <a:gd name="T85" fmla="*/ 1628 h 1714"/>
                <a:gd name="T86" fmla="*/ 1136 w 1648"/>
                <a:gd name="T87" fmla="*/ 1254 h 1714"/>
                <a:gd name="T88" fmla="*/ 1163 w 1648"/>
                <a:gd name="T89" fmla="*/ 1265 h 1714"/>
                <a:gd name="T90" fmla="*/ 176 w 1648"/>
                <a:gd name="T91" fmla="*/ 54 h 1714"/>
                <a:gd name="T92" fmla="*/ 245 w 1648"/>
                <a:gd name="T93" fmla="*/ 134 h 1714"/>
                <a:gd name="T94" fmla="*/ 70 w 1648"/>
                <a:gd name="T95" fmla="*/ 269 h 1714"/>
                <a:gd name="T96" fmla="*/ 176 w 1648"/>
                <a:gd name="T97" fmla="*/ 54 h 17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648" h="1714">
                  <a:moveTo>
                    <a:pt x="1163" y="1265"/>
                  </a:moveTo>
                  <a:cubicBezTo>
                    <a:pt x="1315" y="1328"/>
                    <a:pt x="1440" y="1358"/>
                    <a:pt x="1537" y="1276"/>
                  </a:cubicBezTo>
                  <a:cubicBezTo>
                    <a:pt x="1639" y="1186"/>
                    <a:pt x="1648" y="1050"/>
                    <a:pt x="1604" y="921"/>
                  </a:cubicBezTo>
                  <a:cubicBezTo>
                    <a:pt x="1400" y="344"/>
                    <a:pt x="1400" y="344"/>
                    <a:pt x="1400" y="344"/>
                  </a:cubicBezTo>
                  <a:cubicBezTo>
                    <a:pt x="1361" y="225"/>
                    <a:pt x="1230" y="180"/>
                    <a:pt x="1124" y="188"/>
                  </a:cubicBezTo>
                  <a:cubicBezTo>
                    <a:pt x="1123" y="188"/>
                    <a:pt x="1123" y="188"/>
                    <a:pt x="1123" y="188"/>
                  </a:cubicBezTo>
                  <a:cubicBezTo>
                    <a:pt x="1123" y="188"/>
                    <a:pt x="1086" y="193"/>
                    <a:pt x="1054" y="202"/>
                  </a:cubicBezTo>
                  <a:cubicBezTo>
                    <a:pt x="1021" y="212"/>
                    <a:pt x="994" y="232"/>
                    <a:pt x="994" y="232"/>
                  </a:cubicBezTo>
                  <a:cubicBezTo>
                    <a:pt x="971" y="246"/>
                    <a:pt x="950" y="264"/>
                    <a:pt x="930" y="285"/>
                  </a:cubicBezTo>
                  <a:cubicBezTo>
                    <a:pt x="909" y="305"/>
                    <a:pt x="888" y="326"/>
                    <a:pt x="869" y="346"/>
                  </a:cubicBezTo>
                  <a:cubicBezTo>
                    <a:pt x="745" y="469"/>
                    <a:pt x="682" y="532"/>
                    <a:pt x="588" y="507"/>
                  </a:cubicBezTo>
                  <a:cubicBezTo>
                    <a:pt x="588" y="507"/>
                    <a:pt x="587" y="507"/>
                    <a:pt x="586" y="507"/>
                  </a:cubicBezTo>
                  <a:cubicBezTo>
                    <a:pt x="660" y="452"/>
                    <a:pt x="660" y="452"/>
                    <a:pt x="660" y="452"/>
                  </a:cubicBezTo>
                  <a:cubicBezTo>
                    <a:pt x="665" y="448"/>
                    <a:pt x="667" y="444"/>
                    <a:pt x="668" y="439"/>
                  </a:cubicBezTo>
                  <a:cubicBezTo>
                    <a:pt x="669" y="434"/>
                    <a:pt x="667" y="428"/>
                    <a:pt x="664" y="424"/>
                  </a:cubicBezTo>
                  <a:cubicBezTo>
                    <a:pt x="375" y="56"/>
                    <a:pt x="375" y="56"/>
                    <a:pt x="375" y="56"/>
                  </a:cubicBezTo>
                  <a:cubicBezTo>
                    <a:pt x="369" y="48"/>
                    <a:pt x="357" y="46"/>
                    <a:pt x="348" y="53"/>
                  </a:cubicBezTo>
                  <a:cubicBezTo>
                    <a:pt x="275" y="110"/>
                    <a:pt x="275" y="110"/>
                    <a:pt x="275" y="110"/>
                  </a:cubicBezTo>
                  <a:cubicBezTo>
                    <a:pt x="186" y="7"/>
                    <a:pt x="186" y="7"/>
                    <a:pt x="186" y="7"/>
                  </a:cubicBezTo>
                  <a:cubicBezTo>
                    <a:pt x="182" y="2"/>
                    <a:pt x="176" y="0"/>
                    <a:pt x="169" y="1"/>
                  </a:cubicBezTo>
                  <a:cubicBezTo>
                    <a:pt x="163" y="1"/>
                    <a:pt x="157" y="5"/>
                    <a:pt x="154" y="11"/>
                  </a:cubicBezTo>
                  <a:cubicBezTo>
                    <a:pt x="3" y="318"/>
                    <a:pt x="3" y="318"/>
                    <a:pt x="3" y="318"/>
                  </a:cubicBezTo>
                  <a:cubicBezTo>
                    <a:pt x="0" y="325"/>
                    <a:pt x="1" y="333"/>
                    <a:pt x="6" y="339"/>
                  </a:cubicBezTo>
                  <a:cubicBezTo>
                    <a:pt x="276" y="646"/>
                    <a:pt x="276" y="646"/>
                    <a:pt x="276" y="646"/>
                  </a:cubicBezTo>
                  <a:cubicBezTo>
                    <a:pt x="311" y="687"/>
                    <a:pt x="311" y="687"/>
                    <a:pt x="311" y="687"/>
                  </a:cubicBezTo>
                  <a:cubicBezTo>
                    <a:pt x="317" y="694"/>
                    <a:pt x="326" y="696"/>
                    <a:pt x="334" y="692"/>
                  </a:cubicBezTo>
                  <a:cubicBezTo>
                    <a:pt x="335" y="692"/>
                    <a:pt x="336" y="691"/>
                    <a:pt x="337" y="690"/>
                  </a:cubicBezTo>
                  <a:cubicBezTo>
                    <a:pt x="368" y="668"/>
                    <a:pt x="368" y="668"/>
                    <a:pt x="368" y="668"/>
                  </a:cubicBezTo>
                  <a:cubicBezTo>
                    <a:pt x="396" y="684"/>
                    <a:pt x="421" y="696"/>
                    <a:pt x="444" y="705"/>
                  </a:cubicBezTo>
                  <a:cubicBezTo>
                    <a:pt x="512" y="738"/>
                    <a:pt x="574" y="751"/>
                    <a:pt x="631" y="751"/>
                  </a:cubicBezTo>
                  <a:cubicBezTo>
                    <a:pt x="737" y="751"/>
                    <a:pt x="826" y="703"/>
                    <a:pt x="905" y="638"/>
                  </a:cubicBezTo>
                  <a:cubicBezTo>
                    <a:pt x="991" y="860"/>
                    <a:pt x="991" y="860"/>
                    <a:pt x="991" y="860"/>
                  </a:cubicBezTo>
                  <a:cubicBezTo>
                    <a:pt x="844" y="803"/>
                    <a:pt x="710" y="776"/>
                    <a:pt x="611" y="855"/>
                  </a:cubicBezTo>
                  <a:cubicBezTo>
                    <a:pt x="465" y="971"/>
                    <a:pt x="343" y="1360"/>
                    <a:pt x="297" y="1521"/>
                  </a:cubicBezTo>
                  <a:cubicBezTo>
                    <a:pt x="274" y="1602"/>
                    <a:pt x="321" y="1685"/>
                    <a:pt x="401" y="1708"/>
                  </a:cubicBezTo>
                  <a:cubicBezTo>
                    <a:pt x="415" y="1712"/>
                    <a:pt x="429" y="1714"/>
                    <a:pt x="443" y="1714"/>
                  </a:cubicBezTo>
                  <a:cubicBezTo>
                    <a:pt x="509" y="1714"/>
                    <a:pt x="570" y="1671"/>
                    <a:pt x="589" y="1604"/>
                  </a:cubicBezTo>
                  <a:cubicBezTo>
                    <a:pt x="647" y="1397"/>
                    <a:pt x="733" y="1182"/>
                    <a:pt x="784" y="1111"/>
                  </a:cubicBezTo>
                  <a:cubicBezTo>
                    <a:pt x="808" y="1116"/>
                    <a:pt x="844" y="1128"/>
                    <a:pt x="882" y="1143"/>
                  </a:cubicBezTo>
                  <a:cubicBezTo>
                    <a:pt x="809" y="1246"/>
                    <a:pt x="771" y="1336"/>
                    <a:pt x="694" y="1525"/>
                  </a:cubicBezTo>
                  <a:cubicBezTo>
                    <a:pt x="665" y="1595"/>
                    <a:pt x="699" y="1675"/>
                    <a:pt x="769" y="1704"/>
                  </a:cubicBezTo>
                  <a:cubicBezTo>
                    <a:pt x="786" y="1711"/>
                    <a:pt x="804" y="1714"/>
                    <a:pt x="821" y="1714"/>
                  </a:cubicBezTo>
                  <a:cubicBezTo>
                    <a:pt x="875" y="1714"/>
                    <a:pt x="927" y="1682"/>
                    <a:pt x="949" y="1628"/>
                  </a:cubicBezTo>
                  <a:cubicBezTo>
                    <a:pt x="1027" y="1436"/>
                    <a:pt x="1052" y="1368"/>
                    <a:pt x="1136" y="1254"/>
                  </a:cubicBezTo>
                  <a:lnTo>
                    <a:pt x="1163" y="1265"/>
                  </a:lnTo>
                  <a:close/>
                  <a:moveTo>
                    <a:pt x="176" y="54"/>
                  </a:moveTo>
                  <a:cubicBezTo>
                    <a:pt x="245" y="134"/>
                    <a:pt x="245" y="134"/>
                    <a:pt x="245" y="134"/>
                  </a:cubicBezTo>
                  <a:cubicBezTo>
                    <a:pt x="70" y="269"/>
                    <a:pt x="70" y="269"/>
                    <a:pt x="70" y="269"/>
                  </a:cubicBezTo>
                  <a:lnTo>
                    <a:pt x="176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30" name="Group 31"/>
          <p:cNvGrpSpPr>
            <a:grpSpLocks noChangeAspect="1"/>
          </p:cNvGrpSpPr>
          <p:nvPr/>
        </p:nvGrpSpPr>
        <p:grpSpPr bwMode="auto">
          <a:xfrm>
            <a:off x="8038731" y="4628122"/>
            <a:ext cx="540000" cy="299940"/>
            <a:chOff x="1333" y="2887"/>
            <a:chExt cx="2011" cy="1117"/>
          </a:xfrm>
          <a:solidFill>
            <a:schemeClr val="bg1"/>
          </a:solidFill>
        </p:grpSpPr>
        <p:sp>
          <p:nvSpPr>
            <p:cNvPr id="31" name="Oval 32"/>
            <p:cNvSpPr>
              <a:spLocks noChangeArrowheads="1"/>
            </p:cNvSpPr>
            <p:nvPr/>
          </p:nvSpPr>
          <p:spPr bwMode="auto">
            <a:xfrm>
              <a:off x="2569" y="2947"/>
              <a:ext cx="654" cy="65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32" name="Freeform 33"/>
            <p:cNvSpPr/>
            <p:nvPr/>
          </p:nvSpPr>
          <p:spPr bwMode="auto">
            <a:xfrm>
              <a:off x="1520" y="2887"/>
              <a:ext cx="1180" cy="837"/>
            </a:xfrm>
            <a:custGeom>
              <a:avLst/>
              <a:gdLst>
                <a:gd name="T0" fmla="*/ 664 w 1168"/>
                <a:gd name="T1" fmla="*/ 443 h 827"/>
                <a:gd name="T2" fmla="*/ 259 w 1168"/>
                <a:gd name="T3" fmla="*/ 733 h 827"/>
                <a:gd name="T4" fmla="*/ 318 w 1168"/>
                <a:gd name="T5" fmla="*/ 727 h 827"/>
                <a:gd name="T6" fmla="*/ 504 w 1168"/>
                <a:gd name="T7" fmla="*/ 799 h 827"/>
                <a:gd name="T8" fmla="*/ 566 w 1168"/>
                <a:gd name="T9" fmla="*/ 827 h 827"/>
                <a:gd name="T10" fmla="*/ 628 w 1168"/>
                <a:gd name="T11" fmla="*/ 799 h 827"/>
                <a:gd name="T12" fmla="*/ 815 w 1168"/>
                <a:gd name="T13" fmla="*/ 727 h 827"/>
                <a:gd name="T14" fmla="*/ 1002 w 1168"/>
                <a:gd name="T15" fmla="*/ 799 h 827"/>
                <a:gd name="T16" fmla="*/ 1064 w 1168"/>
                <a:gd name="T17" fmla="*/ 827 h 827"/>
                <a:gd name="T18" fmla="*/ 1126 w 1168"/>
                <a:gd name="T19" fmla="*/ 799 h 827"/>
                <a:gd name="T20" fmla="*/ 1168 w 1168"/>
                <a:gd name="T21" fmla="*/ 767 h 827"/>
                <a:gd name="T22" fmla="*/ 885 w 1168"/>
                <a:gd name="T23" fmla="*/ 289 h 827"/>
                <a:gd name="T24" fmla="*/ 498 w 1168"/>
                <a:gd name="T25" fmla="*/ 0 h 827"/>
                <a:gd name="T26" fmla="*/ 56 w 1168"/>
                <a:gd name="T27" fmla="*/ 125 h 827"/>
                <a:gd name="T28" fmla="*/ 0 w 1168"/>
                <a:gd name="T29" fmla="*/ 380 h 827"/>
                <a:gd name="T30" fmla="*/ 460 w 1168"/>
                <a:gd name="T31" fmla="*/ 290 h 827"/>
                <a:gd name="T32" fmla="*/ 664 w 1168"/>
                <a:gd name="T33" fmla="*/ 443 h 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68" h="827">
                  <a:moveTo>
                    <a:pt x="664" y="443"/>
                  </a:moveTo>
                  <a:cubicBezTo>
                    <a:pt x="259" y="733"/>
                    <a:pt x="259" y="733"/>
                    <a:pt x="259" y="733"/>
                  </a:cubicBezTo>
                  <a:cubicBezTo>
                    <a:pt x="277" y="729"/>
                    <a:pt x="296" y="727"/>
                    <a:pt x="318" y="727"/>
                  </a:cubicBezTo>
                  <a:cubicBezTo>
                    <a:pt x="415" y="727"/>
                    <a:pt x="469" y="770"/>
                    <a:pt x="504" y="799"/>
                  </a:cubicBezTo>
                  <a:cubicBezTo>
                    <a:pt x="530" y="820"/>
                    <a:pt x="539" y="827"/>
                    <a:pt x="566" y="827"/>
                  </a:cubicBezTo>
                  <a:cubicBezTo>
                    <a:pt x="594" y="827"/>
                    <a:pt x="602" y="820"/>
                    <a:pt x="628" y="799"/>
                  </a:cubicBezTo>
                  <a:cubicBezTo>
                    <a:pt x="664" y="770"/>
                    <a:pt x="718" y="727"/>
                    <a:pt x="815" y="727"/>
                  </a:cubicBezTo>
                  <a:cubicBezTo>
                    <a:pt x="912" y="727"/>
                    <a:pt x="966" y="770"/>
                    <a:pt x="1002" y="799"/>
                  </a:cubicBezTo>
                  <a:cubicBezTo>
                    <a:pt x="1028" y="820"/>
                    <a:pt x="1036" y="827"/>
                    <a:pt x="1064" y="827"/>
                  </a:cubicBezTo>
                  <a:cubicBezTo>
                    <a:pt x="1091" y="827"/>
                    <a:pt x="1100" y="820"/>
                    <a:pt x="1126" y="799"/>
                  </a:cubicBezTo>
                  <a:cubicBezTo>
                    <a:pt x="1138" y="789"/>
                    <a:pt x="1152" y="778"/>
                    <a:pt x="1168" y="767"/>
                  </a:cubicBezTo>
                  <a:cubicBezTo>
                    <a:pt x="885" y="289"/>
                    <a:pt x="885" y="289"/>
                    <a:pt x="885" y="289"/>
                  </a:cubicBezTo>
                  <a:cubicBezTo>
                    <a:pt x="498" y="0"/>
                    <a:pt x="498" y="0"/>
                    <a:pt x="498" y="0"/>
                  </a:cubicBezTo>
                  <a:cubicBezTo>
                    <a:pt x="56" y="125"/>
                    <a:pt x="56" y="125"/>
                    <a:pt x="56" y="125"/>
                  </a:cubicBezTo>
                  <a:cubicBezTo>
                    <a:pt x="0" y="380"/>
                    <a:pt x="0" y="380"/>
                    <a:pt x="0" y="380"/>
                  </a:cubicBezTo>
                  <a:cubicBezTo>
                    <a:pt x="460" y="290"/>
                    <a:pt x="460" y="290"/>
                    <a:pt x="460" y="290"/>
                  </a:cubicBezTo>
                  <a:lnTo>
                    <a:pt x="664" y="4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33" name="Freeform 34"/>
            <p:cNvSpPr/>
            <p:nvPr/>
          </p:nvSpPr>
          <p:spPr bwMode="auto">
            <a:xfrm>
              <a:off x="1333" y="3703"/>
              <a:ext cx="2011" cy="301"/>
            </a:xfrm>
            <a:custGeom>
              <a:avLst/>
              <a:gdLst>
                <a:gd name="T0" fmla="*/ 1803 w 1990"/>
                <a:gd name="T1" fmla="*/ 71 h 298"/>
                <a:gd name="T2" fmla="*/ 1741 w 1990"/>
                <a:gd name="T3" fmla="*/ 99 h 298"/>
                <a:gd name="T4" fmla="*/ 1679 w 1990"/>
                <a:gd name="T5" fmla="*/ 71 h 298"/>
                <a:gd name="T6" fmla="*/ 1492 w 1990"/>
                <a:gd name="T7" fmla="*/ 0 h 298"/>
                <a:gd name="T8" fmla="*/ 1306 w 1990"/>
                <a:gd name="T9" fmla="*/ 71 h 298"/>
                <a:gd name="T10" fmla="*/ 1244 w 1990"/>
                <a:gd name="T11" fmla="*/ 99 h 298"/>
                <a:gd name="T12" fmla="*/ 1182 w 1990"/>
                <a:gd name="T13" fmla="*/ 71 h 298"/>
                <a:gd name="T14" fmla="*/ 995 w 1990"/>
                <a:gd name="T15" fmla="*/ 0 h 298"/>
                <a:gd name="T16" fmla="*/ 808 w 1990"/>
                <a:gd name="T17" fmla="*/ 71 h 298"/>
                <a:gd name="T18" fmla="*/ 746 w 1990"/>
                <a:gd name="T19" fmla="*/ 99 h 298"/>
                <a:gd name="T20" fmla="*/ 684 w 1990"/>
                <a:gd name="T21" fmla="*/ 71 h 298"/>
                <a:gd name="T22" fmla="*/ 498 w 1990"/>
                <a:gd name="T23" fmla="*/ 0 h 298"/>
                <a:gd name="T24" fmla="*/ 311 w 1990"/>
                <a:gd name="T25" fmla="*/ 71 h 298"/>
                <a:gd name="T26" fmla="*/ 249 w 1990"/>
                <a:gd name="T27" fmla="*/ 99 h 298"/>
                <a:gd name="T28" fmla="*/ 187 w 1990"/>
                <a:gd name="T29" fmla="*/ 71 h 298"/>
                <a:gd name="T30" fmla="*/ 0 w 1990"/>
                <a:gd name="T31" fmla="*/ 0 h 298"/>
                <a:gd name="T32" fmla="*/ 0 w 1990"/>
                <a:gd name="T33" fmla="*/ 199 h 298"/>
                <a:gd name="T34" fmla="*/ 62 w 1990"/>
                <a:gd name="T35" fmla="*/ 227 h 298"/>
                <a:gd name="T36" fmla="*/ 249 w 1990"/>
                <a:gd name="T37" fmla="*/ 298 h 298"/>
                <a:gd name="T38" fmla="*/ 436 w 1990"/>
                <a:gd name="T39" fmla="*/ 227 h 298"/>
                <a:gd name="T40" fmla="*/ 498 w 1990"/>
                <a:gd name="T41" fmla="*/ 199 h 298"/>
                <a:gd name="T42" fmla="*/ 560 w 1990"/>
                <a:gd name="T43" fmla="*/ 227 h 298"/>
                <a:gd name="T44" fmla="*/ 746 w 1990"/>
                <a:gd name="T45" fmla="*/ 298 h 298"/>
                <a:gd name="T46" fmla="*/ 933 w 1990"/>
                <a:gd name="T47" fmla="*/ 227 h 298"/>
                <a:gd name="T48" fmla="*/ 995 w 1990"/>
                <a:gd name="T49" fmla="*/ 199 h 298"/>
                <a:gd name="T50" fmla="*/ 1057 w 1990"/>
                <a:gd name="T51" fmla="*/ 227 h 298"/>
                <a:gd name="T52" fmla="*/ 1244 w 1990"/>
                <a:gd name="T53" fmla="*/ 298 h 298"/>
                <a:gd name="T54" fmla="*/ 1430 w 1990"/>
                <a:gd name="T55" fmla="*/ 227 h 298"/>
                <a:gd name="T56" fmla="*/ 1492 w 1990"/>
                <a:gd name="T57" fmla="*/ 199 h 298"/>
                <a:gd name="T58" fmla="*/ 1554 w 1990"/>
                <a:gd name="T59" fmla="*/ 227 h 298"/>
                <a:gd name="T60" fmla="*/ 1741 w 1990"/>
                <a:gd name="T61" fmla="*/ 298 h 298"/>
                <a:gd name="T62" fmla="*/ 1928 w 1990"/>
                <a:gd name="T63" fmla="*/ 227 h 298"/>
                <a:gd name="T64" fmla="*/ 1990 w 1990"/>
                <a:gd name="T65" fmla="*/ 199 h 298"/>
                <a:gd name="T66" fmla="*/ 1990 w 1990"/>
                <a:gd name="T67" fmla="*/ 0 h 298"/>
                <a:gd name="T68" fmla="*/ 1803 w 1990"/>
                <a:gd name="T69" fmla="*/ 71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90" h="298">
                  <a:moveTo>
                    <a:pt x="1803" y="71"/>
                  </a:moveTo>
                  <a:cubicBezTo>
                    <a:pt x="1777" y="92"/>
                    <a:pt x="1768" y="99"/>
                    <a:pt x="1741" y="99"/>
                  </a:cubicBezTo>
                  <a:cubicBezTo>
                    <a:pt x="1714" y="99"/>
                    <a:pt x="1705" y="92"/>
                    <a:pt x="1679" y="71"/>
                  </a:cubicBezTo>
                  <a:cubicBezTo>
                    <a:pt x="1643" y="43"/>
                    <a:pt x="1589" y="0"/>
                    <a:pt x="1492" y="0"/>
                  </a:cubicBezTo>
                  <a:cubicBezTo>
                    <a:pt x="1395" y="0"/>
                    <a:pt x="1341" y="43"/>
                    <a:pt x="1306" y="71"/>
                  </a:cubicBezTo>
                  <a:cubicBezTo>
                    <a:pt x="1280" y="92"/>
                    <a:pt x="1271" y="99"/>
                    <a:pt x="1244" y="99"/>
                  </a:cubicBezTo>
                  <a:cubicBezTo>
                    <a:pt x="1216" y="99"/>
                    <a:pt x="1208" y="92"/>
                    <a:pt x="1182" y="71"/>
                  </a:cubicBezTo>
                  <a:cubicBezTo>
                    <a:pt x="1146" y="43"/>
                    <a:pt x="1092" y="0"/>
                    <a:pt x="995" y="0"/>
                  </a:cubicBezTo>
                  <a:cubicBezTo>
                    <a:pt x="898" y="0"/>
                    <a:pt x="844" y="43"/>
                    <a:pt x="808" y="71"/>
                  </a:cubicBezTo>
                  <a:cubicBezTo>
                    <a:pt x="782" y="92"/>
                    <a:pt x="774" y="99"/>
                    <a:pt x="746" y="99"/>
                  </a:cubicBezTo>
                  <a:cubicBezTo>
                    <a:pt x="719" y="99"/>
                    <a:pt x="710" y="92"/>
                    <a:pt x="684" y="71"/>
                  </a:cubicBezTo>
                  <a:cubicBezTo>
                    <a:pt x="649" y="43"/>
                    <a:pt x="595" y="0"/>
                    <a:pt x="498" y="0"/>
                  </a:cubicBezTo>
                  <a:cubicBezTo>
                    <a:pt x="401" y="0"/>
                    <a:pt x="347" y="43"/>
                    <a:pt x="311" y="71"/>
                  </a:cubicBezTo>
                  <a:cubicBezTo>
                    <a:pt x="285" y="92"/>
                    <a:pt x="276" y="99"/>
                    <a:pt x="249" y="99"/>
                  </a:cubicBezTo>
                  <a:cubicBezTo>
                    <a:pt x="222" y="99"/>
                    <a:pt x="213" y="92"/>
                    <a:pt x="187" y="71"/>
                  </a:cubicBezTo>
                  <a:cubicBezTo>
                    <a:pt x="151" y="43"/>
                    <a:pt x="97" y="0"/>
                    <a:pt x="0" y="0"/>
                  </a:cubicBezTo>
                  <a:cubicBezTo>
                    <a:pt x="0" y="199"/>
                    <a:pt x="0" y="199"/>
                    <a:pt x="0" y="199"/>
                  </a:cubicBezTo>
                  <a:cubicBezTo>
                    <a:pt x="28" y="199"/>
                    <a:pt x="36" y="206"/>
                    <a:pt x="62" y="227"/>
                  </a:cubicBezTo>
                  <a:cubicBezTo>
                    <a:pt x="98" y="255"/>
                    <a:pt x="152" y="298"/>
                    <a:pt x="249" y="298"/>
                  </a:cubicBezTo>
                  <a:cubicBezTo>
                    <a:pt x="346" y="298"/>
                    <a:pt x="400" y="255"/>
                    <a:pt x="436" y="227"/>
                  </a:cubicBezTo>
                  <a:cubicBezTo>
                    <a:pt x="462" y="206"/>
                    <a:pt x="470" y="199"/>
                    <a:pt x="498" y="199"/>
                  </a:cubicBezTo>
                  <a:cubicBezTo>
                    <a:pt x="525" y="199"/>
                    <a:pt x="534" y="206"/>
                    <a:pt x="560" y="227"/>
                  </a:cubicBezTo>
                  <a:cubicBezTo>
                    <a:pt x="595" y="255"/>
                    <a:pt x="649" y="298"/>
                    <a:pt x="746" y="298"/>
                  </a:cubicBezTo>
                  <a:cubicBezTo>
                    <a:pt x="843" y="298"/>
                    <a:pt x="897" y="255"/>
                    <a:pt x="933" y="227"/>
                  </a:cubicBezTo>
                  <a:cubicBezTo>
                    <a:pt x="959" y="206"/>
                    <a:pt x="968" y="199"/>
                    <a:pt x="995" y="199"/>
                  </a:cubicBezTo>
                  <a:cubicBezTo>
                    <a:pt x="1022" y="199"/>
                    <a:pt x="1031" y="206"/>
                    <a:pt x="1057" y="227"/>
                  </a:cubicBezTo>
                  <a:cubicBezTo>
                    <a:pt x="1093" y="255"/>
                    <a:pt x="1147" y="298"/>
                    <a:pt x="1244" y="298"/>
                  </a:cubicBezTo>
                  <a:cubicBezTo>
                    <a:pt x="1341" y="298"/>
                    <a:pt x="1395" y="255"/>
                    <a:pt x="1430" y="227"/>
                  </a:cubicBezTo>
                  <a:cubicBezTo>
                    <a:pt x="1456" y="206"/>
                    <a:pt x="1465" y="199"/>
                    <a:pt x="1492" y="199"/>
                  </a:cubicBezTo>
                  <a:cubicBezTo>
                    <a:pt x="1520" y="199"/>
                    <a:pt x="1528" y="206"/>
                    <a:pt x="1554" y="227"/>
                  </a:cubicBezTo>
                  <a:cubicBezTo>
                    <a:pt x="1590" y="255"/>
                    <a:pt x="1644" y="298"/>
                    <a:pt x="1741" y="298"/>
                  </a:cubicBezTo>
                  <a:cubicBezTo>
                    <a:pt x="1838" y="298"/>
                    <a:pt x="1892" y="255"/>
                    <a:pt x="1928" y="227"/>
                  </a:cubicBezTo>
                  <a:cubicBezTo>
                    <a:pt x="1954" y="206"/>
                    <a:pt x="1962" y="199"/>
                    <a:pt x="1990" y="199"/>
                  </a:cubicBezTo>
                  <a:cubicBezTo>
                    <a:pt x="1990" y="0"/>
                    <a:pt x="1990" y="0"/>
                    <a:pt x="1990" y="0"/>
                  </a:cubicBezTo>
                  <a:cubicBezTo>
                    <a:pt x="1893" y="0"/>
                    <a:pt x="1839" y="43"/>
                    <a:pt x="1803" y="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34" name="椭圆 33"/>
          <p:cNvSpPr>
            <a:spLocks noChangeAspect="1"/>
          </p:cNvSpPr>
          <p:nvPr/>
        </p:nvSpPr>
        <p:spPr>
          <a:xfrm>
            <a:off x="5983287" y="3141663"/>
            <a:ext cx="306387" cy="30638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3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233D570-56E0-41F8-A33B-37BF98F2C5DE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8E83BE2-2C75-4084-815A-A67604B6C578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0047DE65-BF15-4DEA-871C-7CD0EF43A752}"/>
              </a:ext>
            </a:extLst>
          </p:cNvPr>
          <p:cNvSpPr txBox="1"/>
          <p:nvPr/>
        </p:nvSpPr>
        <p:spPr>
          <a:xfrm>
            <a:off x="3769917" y="276463"/>
            <a:ext cx="4688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Hướng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phát</a:t>
            </a:r>
            <a:r>
              <a:rPr lang="en-US" altLang="zh-CN" sz="3200" dirty="0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latin typeface="Times New Roman" panose="02020603050405020304" pitchFamily="18" charset="0"/>
                <a:ea typeface="Source Han Sans CN Medium" panose="020B0500000000000000" pitchFamily="34" charset="-128"/>
                <a:cs typeface="Times New Roman" panose="02020603050405020304" pitchFamily="18" charset="0"/>
                <a:sym typeface="字魂36号-正文宋楷" panose="02000000000000000000" pitchFamily="2" charset="-122"/>
              </a:rPr>
              <a:t>triển</a:t>
            </a:r>
            <a:endParaRPr lang="zh-CN" altLang="en-US" sz="3200" dirty="0">
              <a:latin typeface="Times New Roman" panose="02020603050405020304" pitchFamily="18" charset="0"/>
              <a:ea typeface="Source Han Sans CN Medium" panose="020B0500000000000000" pitchFamily="34" charset="-128"/>
              <a:cs typeface="Times New Roman" panose="02020603050405020304" pitchFamily="18" charset="0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:push dir="u"/>
      </p:transition>
    </mc:Choice>
    <mc:Fallback xmlns="">
      <p:transition spd="slow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98EA3-2AB8-66D3-720E-54B3D8B66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DB63F96-29E0-638E-A87F-B50CADE10E4E}"/>
              </a:ext>
            </a:extLst>
          </p:cNvPr>
          <p:cNvGrpSpPr/>
          <p:nvPr/>
        </p:nvGrpSpPr>
        <p:grpSpPr>
          <a:xfrm>
            <a:off x="2725010" y="1134571"/>
            <a:ext cx="569038" cy="569038"/>
            <a:chOff x="4767397" y="3625137"/>
            <a:chExt cx="569038" cy="569038"/>
          </a:xfrm>
        </p:grpSpPr>
        <p:sp>
          <p:nvSpPr>
            <p:cNvPr id="27" name="PA_椭圆 26">
              <a:extLst>
                <a:ext uri="{FF2B5EF4-FFF2-40B4-BE49-F238E27FC236}">
                  <a16:creationId xmlns:a16="http://schemas.microsoft.com/office/drawing/2014/main" id="{EB79A8A9-ED17-D69F-103E-24D847BAD1FD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4767397" y="3625137"/>
              <a:ext cx="569038" cy="5690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55" name="PA_形状 2550">
              <a:extLst>
                <a:ext uri="{FF2B5EF4-FFF2-40B4-BE49-F238E27FC236}">
                  <a16:creationId xmlns:a16="http://schemas.microsoft.com/office/drawing/2014/main" id="{E4B88880-28E5-D41B-3AF1-55DB9BEF465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943026" y="3800766"/>
              <a:ext cx="217781" cy="2177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109" y="7364"/>
                  </a:moveTo>
                  <a:cubicBezTo>
                    <a:pt x="20838" y="7364"/>
                    <a:pt x="20618" y="7584"/>
                    <a:pt x="20618" y="7855"/>
                  </a:cubicBezTo>
                  <a:lnTo>
                    <a:pt x="20618" y="18655"/>
                  </a:lnTo>
                  <a:cubicBezTo>
                    <a:pt x="20618" y="19739"/>
                    <a:pt x="19739" y="20618"/>
                    <a:pt x="18655" y="20618"/>
                  </a:cubicBezTo>
                  <a:lnTo>
                    <a:pt x="2945" y="20618"/>
                  </a:lnTo>
                  <a:cubicBezTo>
                    <a:pt x="1861" y="20618"/>
                    <a:pt x="982" y="19739"/>
                    <a:pt x="982" y="18655"/>
                  </a:cubicBezTo>
                  <a:lnTo>
                    <a:pt x="982" y="2945"/>
                  </a:lnTo>
                  <a:cubicBezTo>
                    <a:pt x="982" y="1861"/>
                    <a:pt x="1861" y="982"/>
                    <a:pt x="2945" y="982"/>
                  </a:cubicBezTo>
                  <a:lnTo>
                    <a:pt x="13745" y="982"/>
                  </a:lnTo>
                  <a:cubicBezTo>
                    <a:pt x="14017" y="982"/>
                    <a:pt x="14236" y="762"/>
                    <a:pt x="14236" y="491"/>
                  </a:cubicBezTo>
                  <a:cubicBezTo>
                    <a:pt x="14236" y="220"/>
                    <a:pt x="14017" y="0"/>
                    <a:pt x="13745" y="0"/>
                  </a:cubicBezTo>
                  <a:lnTo>
                    <a:pt x="2945" y="0"/>
                  </a:lnTo>
                  <a:cubicBezTo>
                    <a:pt x="1318" y="0"/>
                    <a:pt x="0" y="1319"/>
                    <a:pt x="0" y="2945"/>
                  </a:cubicBezTo>
                  <a:lnTo>
                    <a:pt x="0" y="18655"/>
                  </a:lnTo>
                  <a:cubicBezTo>
                    <a:pt x="0" y="20282"/>
                    <a:pt x="1318" y="21600"/>
                    <a:pt x="2945" y="21600"/>
                  </a:cubicBezTo>
                  <a:lnTo>
                    <a:pt x="18655" y="21600"/>
                  </a:lnTo>
                  <a:cubicBezTo>
                    <a:pt x="20282" y="21600"/>
                    <a:pt x="21600" y="20282"/>
                    <a:pt x="21600" y="18655"/>
                  </a:cubicBezTo>
                  <a:lnTo>
                    <a:pt x="21600" y="7855"/>
                  </a:lnTo>
                  <a:cubicBezTo>
                    <a:pt x="21600" y="7584"/>
                    <a:pt x="21380" y="7364"/>
                    <a:pt x="21109" y="7364"/>
                  </a:cubicBezTo>
                  <a:moveTo>
                    <a:pt x="7006" y="12764"/>
                  </a:moveTo>
                  <a:lnTo>
                    <a:pt x="8836" y="12764"/>
                  </a:lnTo>
                  <a:lnTo>
                    <a:pt x="8836" y="14594"/>
                  </a:lnTo>
                  <a:lnTo>
                    <a:pt x="6627" y="14973"/>
                  </a:lnTo>
                  <a:cubicBezTo>
                    <a:pt x="6627" y="14973"/>
                    <a:pt x="7006" y="12764"/>
                    <a:pt x="7006" y="12764"/>
                  </a:cubicBezTo>
                  <a:close/>
                  <a:moveTo>
                    <a:pt x="16775" y="2742"/>
                  </a:moveTo>
                  <a:lnTo>
                    <a:pt x="18858" y="4825"/>
                  </a:lnTo>
                  <a:lnTo>
                    <a:pt x="9818" y="13865"/>
                  </a:lnTo>
                  <a:lnTo>
                    <a:pt x="9818" y="11782"/>
                  </a:lnTo>
                  <a:lnTo>
                    <a:pt x="7736" y="11782"/>
                  </a:lnTo>
                  <a:cubicBezTo>
                    <a:pt x="7736" y="11782"/>
                    <a:pt x="16775" y="2742"/>
                    <a:pt x="16775" y="2742"/>
                  </a:cubicBezTo>
                  <a:close/>
                  <a:moveTo>
                    <a:pt x="18104" y="1414"/>
                  </a:moveTo>
                  <a:cubicBezTo>
                    <a:pt x="18371" y="1147"/>
                    <a:pt x="18739" y="982"/>
                    <a:pt x="19145" y="982"/>
                  </a:cubicBezTo>
                  <a:cubicBezTo>
                    <a:pt x="19959" y="982"/>
                    <a:pt x="20618" y="1642"/>
                    <a:pt x="20618" y="2455"/>
                  </a:cubicBezTo>
                  <a:cubicBezTo>
                    <a:pt x="20618" y="2861"/>
                    <a:pt x="20453" y="3230"/>
                    <a:pt x="20187" y="3496"/>
                  </a:cubicBezTo>
                  <a:lnTo>
                    <a:pt x="19552" y="4131"/>
                  </a:lnTo>
                  <a:lnTo>
                    <a:pt x="17469" y="2048"/>
                  </a:lnTo>
                  <a:cubicBezTo>
                    <a:pt x="17469" y="2048"/>
                    <a:pt x="18104" y="1414"/>
                    <a:pt x="18104" y="1414"/>
                  </a:cubicBezTo>
                  <a:close/>
                  <a:moveTo>
                    <a:pt x="5400" y="16200"/>
                  </a:moveTo>
                  <a:lnTo>
                    <a:pt x="9590" y="15481"/>
                  </a:lnTo>
                  <a:lnTo>
                    <a:pt x="20881" y="4190"/>
                  </a:lnTo>
                  <a:cubicBezTo>
                    <a:pt x="21325" y="3746"/>
                    <a:pt x="21600" y="3133"/>
                    <a:pt x="21600" y="2455"/>
                  </a:cubicBezTo>
                  <a:cubicBezTo>
                    <a:pt x="21600" y="1099"/>
                    <a:pt x="20501" y="0"/>
                    <a:pt x="19145" y="0"/>
                  </a:cubicBezTo>
                  <a:cubicBezTo>
                    <a:pt x="18468" y="0"/>
                    <a:pt x="17854" y="275"/>
                    <a:pt x="17410" y="719"/>
                  </a:cubicBezTo>
                  <a:lnTo>
                    <a:pt x="6119" y="12010"/>
                  </a:lnTo>
                  <a:cubicBezTo>
                    <a:pt x="6119" y="12010"/>
                    <a:pt x="5400" y="16200"/>
                    <a:pt x="5400" y="1620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F4F9B0AF-4958-546F-CA98-9F0ACCC05983}"/>
              </a:ext>
            </a:extLst>
          </p:cNvPr>
          <p:cNvGrpSpPr/>
          <p:nvPr/>
        </p:nvGrpSpPr>
        <p:grpSpPr>
          <a:xfrm>
            <a:off x="8653132" y="2859962"/>
            <a:ext cx="569038" cy="569038"/>
            <a:chOff x="8302218" y="2544832"/>
            <a:chExt cx="569038" cy="569038"/>
          </a:xfrm>
        </p:grpSpPr>
        <p:sp>
          <p:nvSpPr>
            <p:cNvPr id="29" name="PA_椭圆 28">
              <a:extLst>
                <a:ext uri="{FF2B5EF4-FFF2-40B4-BE49-F238E27FC236}">
                  <a16:creationId xmlns:a16="http://schemas.microsoft.com/office/drawing/2014/main" id="{1B72634A-A4FD-1CA5-2BFD-1D82D0BD3349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302218" y="2544832"/>
              <a:ext cx="569038" cy="5690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56" name="PA_形状 2587">
              <a:extLst>
                <a:ext uri="{FF2B5EF4-FFF2-40B4-BE49-F238E27FC236}">
                  <a16:creationId xmlns:a16="http://schemas.microsoft.com/office/drawing/2014/main" id="{7125D2AA-FC7F-4B24-46BF-F26D337F537C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477847" y="2720461"/>
              <a:ext cx="217781" cy="2177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281" y="19846"/>
                  </a:moveTo>
                  <a:lnTo>
                    <a:pt x="9413" y="12882"/>
                  </a:lnTo>
                  <a:lnTo>
                    <a:pt x="19655" y="2640"/>
                  </a:lnTo>
                  <a:cubicBezTo>
                    <a:pt x="19655" y="2640"/>
                    <a:pt x="12281" y="19846"/>
                    <a:pt x="12281" y="19846"/>
                  </a:cubicBezTo>
                  <a:close/>
                  <a:moveTo>
                    <a:pt x="1755" y="9320"/>
                  </a:moveTo>
                  <a:lnTo>
                    <a:pt x="18960" y="1945"/>
                  </a:lnTo>
                  <a:lnTo>
                    <a:pt x="8719" y="12187"/>
                  </a:lnTo>
                  <a:cubicBezTo>
                    <a:pt x="8719" y="12187"/>
                    <a:pt x="1755" y="9320"/>
                    <a:pt x="1755" y="9320"/>
                  </a:cubicBezTo>
                  <a:close/>
                  <a:moveTo>
                    <a:pt x="21600" y="491"/>
                  </a:moveTo>
                  <a:cubicBezTo>
                    <a:pt x="21600" y="220"/>
                    <a:pt x="21380" y="0"/>
                    <a:pt x="21109" y="0"/>
                  </a:cubicBezTo>
                  <a:cubicBezTo>
                    <a:pt x="21034" y="0"/>
                    <a:pt x="20964" y="20"/>
                    <a:pt x="20900" y="52"/>
                  </a:cubicBezTo>
                  <a:lnTo>
                    <a:pt x="20898" y="48"/>
                  </a:lnTo>
                  <a:lnTo>
                    <a:pt x="302" y="8875"/>
                  </a:lnTo>
                  <a:cubicBezTo>
                    <a:pt x="301" y="8875"/>
                    <a:pt x="299" y="8876"/>
                    <a:pt x="297" y="8877"/>
                  </a:cubicBezTo>
                  <a:lnTo>
                    <a:pt x="280" y="8885"/>
                  </a:lnTo>
                  <a:lnTo>
                    <a:pt x="281" y="8887"/>
                  </a:lnTo>
                  <a:cubicBezTo>
                    <a:pt x="116" y="8967"/>
                    <a:pt x="0" y="9132"/>
                    <a:pt x="0" y="9327"/>
                  </a:cubicBezTo>
                  <a:cubicBezTo>
                    <a:pt x="0" y="9550"/>
                    <a:pt x="151" y="9731"/>
                    <a:pt x="355" y="9791"/>
                  </a:cubicBezTo>
                  <a:lnTo>
                    <a:pt x="353" y="9799"/>
                  </a:lnTo>
                  <a:lnTo>
                    <a:pt x="8462" y="13138"/>
                  </a:lnTo>
                  <a:lnTo>
                    <a:pt x="11801" y="21248"/>
                  </a:lnTo>
                  <a:lnTo>
                    <a:pt x="11809" y="21245"/>
                  </a:lnTo>
                  <a:cubicBezTo>
                    <a:pt x="11869" y="21449"/>
                    <a:pt x="12050" y="21600"/>
                    <a:pt x="12273" y="21600"/>
                  </a:cubicBezTo>
                  <a:cubicBezTo>
                    <a:pt x="12468" y="21600"/>
                    <a:pt x="12634" y="21484"/>
                    <a:pt x="12713" y="21319"/>
                  </a:cubicBezTo>
                  <a:lnTo>
                    <a:pt x="12716" y="21320"/>
                  </a:lnTo>
                  <a:lnTo>
                    <a:pt x="12723" y="21303"/>
                  </a:lnTo>
                  <a:cubicBezTo>
                    <a:pt x="12724" y="21301"/>
                    <a:pt x="12725" y="21300"/>
                    <a:pt x="12725" y="21298"/>
                  </a:cubicBezTo>
                  <a:lnTo>
                    <a:pt x="21553" y="702"/>
                  </a:lnTo>
                  <a:lnTo>
                    <a:pt x="21547" y="699"/>
                  </a:lnTo>
                  <a:cubicBezTo>
                    <a:pt x="21578" y="636"/>
                    <a:pt x="21600" y="567"/>
                    <a:pt x="21600" y="491"/>
                  </a:cubicBezTo>
                  <a:moveTo>
                    <a:pt x="7855" y="16200"/>
                  </a:moveTo>
                  <a:cubicBezTo>
                    <a:pt x="7719" y="16200"/>
                    <a:pt x="7596" y="16255"/>
                    <a:pt x="7507" y="16344"/>
                  </a:cubicBezTo>
                  <a:lnTo>
                    <a:pt x="6035" y="17817"/>
                  </a:lnTo>
                  <a:cubicBezTo>
                    <a:pt x="5946" y="17905"/>
                    <a:pt x="5891" y="18029"/>
                    <a:pt x="5891" y="18164"/>
                  </a:cubicBezTo>
                  <a:cubicBezTo>
                    <a:pt x="5891" y="18435"/>
                    <a:pt x="6111" y="18655"/>
                    <a:pt x="6382" y="18655"/>
                  </a:cubicBezTo>
                  <a:cubicBezTo>
                    <a:pt x="6517" y="18655"/>
                    <a:pt x="6640" y="18600"/>
                    <a:pt x="6729" y="18511"/>
                  </a:cubicBezTo>
                  <a:lnTo>
                    <a:pt x="8202" y="17038"/>
                  </a:lnTo>
                  <a:cubicBezTo>
                    <a:pt x="8291" y="16950"/>
                    <a:pt x="8345" y="16827"/>
                    <a:pt x="8345" y="16691"/>
                  </a:cubicBezTo>
                  <a:cubicBezTo>
                    <a:pt x="8345" y="16420"/>
                    <a:pt x="8126" y="16200"/>
                    <a:pt x="7855" y="16200"/>
                  </a:cubicBezTo>
                  <a:moveTo>
                    <a:pt x="7855" y="14237"/>
                  </a:moveTo>
                  <a:cubicBezTo>
                    <a:pt x="7855" y="13966"/>
                    <a:pt x="7635" y="13745"/>
                    <a:pt x="7364" y="13745"/>
                  </a:cubicBezTo>
                  <a:cubicBezTo>
                    <a:pt x="7228" y="13745"/>
                    <a:pt x="7105" y="13801"/>
                    <a:pt x="7017" y="13889"/>
                  </a:cubicBezTo>
                  <a:lnTo>
                    <a:pt x="2107" y="18798"/>
                  </a:lnTo>
                  <a:cubicBezTo>
                    <a:pt x="2019" y="18888"/>
                    <a:pt x="1964" y="19011"/>
                    <a:pt x="1964" y="19145"/>
                  </a:cubicBezTo>
                  <a:cubicBezTo>
                    <a:pt x="1964" y="19417"/>
                    <a:pt x="2184" y="19636"/>
                    <a:pt x="2455" y="19636"/>
                  </a:cubicBezTo>
                  <a:cubicBezTo>
                    <a:pt x="2590" y="19636"/>
                    <a:pt x="2713" y="19582"/>
                    <a:pt x="2802" y="19493"/>
                  </a:cubicBezTo>
                  <a:lnTo>
                    <a:pt x="7711" y="14583"/>
                  </a:lnTo>
                  <a:cubicBezTo>
                    <a:pt x="7800" y="14495"/>
                    <a:pt x="7855" y="14372"/>
                    <a:pt x="7855" y="14237"/>
                  </a:cubicBezTo>
                  <a:moveTo>
                    <a:pt x="4765" y="14583"/>
                  </a:moveTo>
                  <a:lnTo>
                    <a:pt x="5256" y="14093"/>
                  </a:lnTo>
                  <a:cubicBezTo>
                    <a:pt x="5345" y="14004"/>
                    <a:pt x="5400" y="13881"/>
                    <a:pt x="5400" y="13745"/>
                  </a:cubicBezTo>
                  <a:cubicBezTo>
                    <a:pt x="5400" y="13475"/>
                    <a:pt x="5180" y="13255"/>
                    <a:pt x="4909" y="13255"/>
                  </a:cubicBezTo>
                  <a:cubicBezTo>
                    <a:pt x="4774" y="13255"/>
                    <a:pt x="4651" y="13310"/>
                    <a:pt x="4562" y="13398"/>
                  </a:cubicBezTo>
                  <a:lnTo>
                    <a:pt x="4071" y="13889"/>
                  </a:lnTo>
                  <a:cubicBezTo>
                    <a:pt x="3982" y="13979"/>
                    <a:pt x="3927" y="14101"/>
                    <a:pt x="3927" y="14237"/>
                  </a:cubicBezTo>
                  <a:cubicBezTo>
                    <a:pt x="3927" y="14507"/>
                    <a:pt x="4147" y="14727"/>
                    <a:pt x="4418" y="14727"/>
                  </a:cubicBezTo>
                  <a:cubicBezTo>
                    <a:pt x="4554" y="14727"/>
                    <a:pt x="4676" y="14673"/>
                    <a:pt x="4765" y="14583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FDA6BC6-009D-1A9C-282C-0404966DBC10}"/>
              </a:ext>
            </a:extLst>
          </p:cNvPr>
          <p:cNvGrpSpPr/>
          <p:nvPr/>
        </p:nvGrpSpPr>
        <p:grpSpPr>
          <a:xfrm>
            <a:off x="8528506" y="1243461"/>
            <a:ext cx="569038" cy="569038"/>
            <a:chOff x="10554100" y="1632996"/>
            <a:chExt cx="569038" cy="569038"/>
          </a:xfrm>
        </p:grpSpPr>
        <p:sp>
          <p:nvSpPr>
            <p:cNvPr id="30" name="PA_椭圆 29">
              <a:extLst>
                <a:ext uri="{FF2B5EF4-FFF2-40B4-BE49-F238E27FC236}">
                  <a16:creationId xmlns:a16="http://schemas.microsoft.com/office/drawing/2014/main" id="{0BAB6F3E-7013-0D77-1852-CBB8C4B740C3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0554100" y="1632996"/>
              <a:ext cx="569038" cy="5690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57" name="PA_形状 2613">
              <a:extLst>
                <a:ext uri="{FF2B5EF4-FFF2-40B4-BE49-F238E27FC236}">
                  <a16:creationId xmlns:a16="http://schemas.microsoft.com/office/drawing/2014/main" id="{FD2DAA9C-0D2E-DC84-52F8-0DC14F45A05D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729729" y="1808625"/>
              <a:ext cx="217781" cy="2177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964"/>
                  </a:moveTo>
                  <a:lnTo>
                    <a:pt x="10800" y="1964"/>
                  </a:lnTo>
                  <a:cubicBezTo>
                    <a:pt x="8836" y="1964"/>
                    <a:pt x="8836" y="0"/>
                    <a:pt x="6873" y="0"/>
                  </a:cubicBez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5709"/>
                  </a:lnTo>
                  <a:cubicBezTo>
                    <a:pt x="0" y="16794"/>
                    <a:pt x="879" y="17673"/>
                    <a:pt x="1964" y="17673"/>
                  </a:cubicBezTo>
                  <a:lnTo>
                    <a:pt x="6599" y="17673"/>
                  </a:lnTo>
                  <a:cubicBezTo>
                    <a:pt x="6257" y="17372"/>
                    <a:pt x="5941" y="17046"/>
                    <a:pt x="5656" y="16691"/>
                  </a:cubicBezTo>
                  <a:lnTo>
                    <a:pt x="1964" y="16691"/>
                  </a:lnTo>
                  <a:cubicBezTo>
                    <a:pt x="1422" y="16691"/>
                    <a:pt x="982" y="16252"/>
                    <a:pt x="982" y="15709"/>
                  </a:cubicBezTo>
                  <a:lnTo>
                    <a:pt x="982" y="5891"/>
                  </a:lnTo>
                  <a:lnTo>
                    <a:pt x="6599" y="5891"/>
                  </a:lnTo>
                  <a:cubicBezTo>
                    <a:pt x="7023" y="5517"/>
                    <a:pt x="7484" y="5185"/>
                    <a:pt x="7982" y="4909"/>
                  </a:cubicBezTo>
                  <a:lnTo>
                    <a:pt x="982" y="4909"/>
                  </a:lnTo>
                  <a:lnTo>
                    <a:pt x="982" y="1964"/>
                  </a:lnTo>
                  <a:cubicBezTo>
                    <a:pt x="982" y="1422"/>
                    <a:pt x="1422" y="982"/>
                    <a:pt x="1964" y="982"/>
                  </a:cubicBezTo>
                  <a:lnTo>
                    <a:pt x="6873" y="982"/>
                  </a:lnTo>
                  <a:cubicBezTo>
                    <a:pt x="8345" y="982"/>
                    <a:pt x="8345" y="2946"/>
                    <a:pt x="10800" y="2946"/>
                  </a:cubicBezTo>
                  <a:lnTo>
                    <a:pt x="19636" y="2946"/>
                  </a:lnTo>
                  <a:cubicBezTo>
                    <a:pt x="20178" y="2946"/>
                    <a:pt x="20618" y="3385"/>
                    <a:pt x="20618" y="3927"/>
                  </a:cubicBezTo>
                  <a:lnTo>
                    <a:pt x="20618" y="4909"/>
                  </a:lnTo>
                  <a:lnTo>
                    <a:pt x="15582" y="4909"/>
                  </a:lnTo>
                  <a:cubicBezTo>
                    <a:pt x="16080" y="5185"/>
                    <a:pt x="16541" y="5517"/>
                    <a:pt x="16965" y="5891"/>
                  </a:cubicBezTo>
                  <a:lnTo>
                    <a:pt x="20618" y="5891"/>
                  </a:lnTo>
                  <a:lnTo>
                    <a:pt x="20618" y="15709"/>
                  </a:lnTo>
                  <a:cubicBezTo>
                    <a:pt x="20618" y="16252"/>
                    <a:pt x="20178" y="16691"/>
                    <a:pt x="19636" y="16691"/>
                  </a:cubicBezTo>
                  <a:lnTo>
                    <a:pt x="18766" y="16691"/>
                  </a:lnTo>
                  <a:lnTo>
                    <a:pt x="19738" y="17663"/>
                  </a:lnTo>
                  <a:cubicBezTo>
                    <a:pt x="20774" y="17609"/>
                    <a:pt x="21600" y="16759"/>
                    <a:pt x="21600" y="15709"/>
                  </a:cubicBezTo>
                  <a:lnTo>
                    <a:pt x="21600" y="3927"/>
                  </a:lnTo>
                  <a:cubicBezTo>
                    <a:pt x="21600" y="2843"/>
                    <a:pt x="20721" y="1964"/>
                    <a:pt x="19636" y="1964"/>
                  </a:cubicBezTo>
                  <a:moveTo>
                    <a:pt x="11782" y="17673"/>
                  </a:moveTo>
                  <a:cubicBezTo>
                    <a:pt x="8529" y="17673"/>
                    <a:pt x="5891" y="15036"/>
                    <a:pt x="5891" y="11782"/>
                  </a:cubicBezTo>
                  <a:cubicBezTo>
                    <a:pt x="5891" y="8529"/>
                    <a:pt x="8529" y="5891"/>
                    <a:pt x="11782" y="5891"/>
                  </a:cubicBezTo>
                  <a:cubicBezTo>
                    <a:pt x="15035" y="5891"/>
                    <a:pt x="17673" y="8529"/>
                    <a:pt x="17673" y="11782"/>
                  </a:cubicBezTo>
                  <a:cubicBezTo>
                    <a:pt x="17673" y="15036"/>
                    <a:pt x="15035" y="17673"/>
                    <a:pt x="11782" y="17673"/>
                  </a:cubicBezTo>
                  <a:moveTo>
                    <a:pt x="16972" y="16278"/>
                  </a:moveTo>
                  <a:cubicBezTo>
                    <a:pt x="18018" y="15072"/>
                    <a:pt x="18655" y="13503"/>
                    <a:pt x="18655" y="11782"/>
                  </a:cubicBezTo>
                  <a:cubicBezTo>
                    <a:pt x="18655" y="7987"/>
                    <a:pt x="15578" y="4910"/>
                    <a:pt x="11782" y="4910"/>
                  </a:cubicBezTo>
                  <a:cubicBezTo>
                    <a:pt x="7986" y="4910"/>
                    <a:pt x="4909" y="7987"/>
                    <a:pt x="4909" y="11782"/>
                  </a:cubicBezTo>
                  <a:cubicBezTo>
                    <a:pt x="4909" y="15578"/>
                    <a:pt x="7986" y="18655"/>
                    <a:pt x="11782" y="18655"/>
                  </a:cubicBezTo>
                  <a:cubicBezTo>
                    <a:pt x="13503" y="18655"/>
                    <a:pt x="15072" y="18017"/>
                    <a:pt x="16278" y="16972"/>
                  </a:cubicBezTo>
                  <a:lnTo>
                    <a:pt x="16972" y="17666"/>
                  </a:lnTo>
                  <a:cubicBezTo>
                    <a:pt x="16969" y="17668"/>
                    <a:pt x="16967" y="17671"/>
                    <a:pt x="16965" y="17673"/>
                  </a:cubicBezTo>
                  <a:lnTo>
                    <a:pt x="16979" y="17673"/>
                  </a:lnTo>
                  <a:lnTo>
                    <a:pt x="20762" y="21457"/>
                  </a:lnTo>
                  <a:cubicBezTo>
                    <a:pt x="20851" y="21546"/>
                    <a:pt x="20974" y="21600"/>
                    <a:pt x="21109" y="21600"/>
                  </a:cubicBezTo>
                  <a:cubicBezTo>
                    <a:pt x="21380" y="21600"/>
                    <a:pt x="21600" y="21381"/>
                    <a:pt x="21600" y="21109"/>
                  </a:cubicBezTo>
                  <a:cubicBezTo>
                    <a:pt x="21600" y="20974"/>
                    <a:pt x="21545" y="20851"/>
                    <a:pt x="21456" y="20762"/>
                  </a:cubicBezTo>
                  <a:cubicBezTo>
                    <a:pt x="21456" y="20762"/>
                    <a:pt x="16972" y="16278"/>
                    <a:pt x="16972" y="162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94115A8-1B9A-0E98-591A-F8FAA2649812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4E116CF1-D0A7-9FE8-9589-2AF4393CD950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C0D5911B-4541-73CF-2907-2FFDB1C52BAA}"/>
              </a:ext>
            </a:extLst>
          </p:cNvPr>
          <p:cNvSpPr txBox="1"/>
          <p:nvPr/>
        </p:nvSpPr>
        <p:spPr>
          <a:xfrm>
            <a:off x="4528991" y="196404"/>
            <a:ext cx="31340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Đăng</a:t>
            </a:r>
            <a:r>
              <a:rPr lang="en-US" altLang="zh-CN" sz="32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nhập</a:t>
            </a:r>
            <a:endParaRPr lang="zh-CN" altLang="en-US" sz="3200" dirty="0">
              <a:solidFill>
                <a:schemeClr val="accent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669C97-277B-1016-6DC5-81F75A39D1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0662" y="1408273"/>
            <a:ext cx="2428331" cy="496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759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:push dir="u"/>
      </p:transition>
    </mc:Choice>
    <mc:Fallback>
      <p:transition spd="slow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DC76FA44-C25C-4B2D-9558-10AC11A5553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31" t="18571" r="11970" b="14113"/>
          <a:stretch/>
        </p:blipFill>
        <p:spPr>
          <a:xfrm>
            <a:off x="0" y="4980"/>
            <a:ext cx="6099835" cy="5284650"/>
          </a:xfrm>
          <a:custGeom>
            <a:avLst/>
            <a:gdLst>
              <a:gd name="connsiteX0" fmla="*/ 0 w 6099835"/>
              <a:gd name="connsiteY0" fmla="*/ 0 h 5284650"/>
              <a:gd name="connsiteX1" fmla="*/ 6099835 w 6099835"/>
              <a:gd name="connsiteY1" fmla="*/ 0 h 5284650"/>
              <a:gd name="connsiteX2" fmla="*/ 0 w 6099835"/>
              <a:gd name="connsiteY2" fmla="*/ 5284650 h 528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9835" h="5284650">
                <a:moveTo>
                  <a:pt x="0" y="0"/>
                </a:moveTo>
                <a:lnTo>
                  <a:pt x="6099835" y="0"/>
                </a:lnTo>
                <a:lnTo>
                  <a:pt x="0" y="5284650"/>
                </a:lnTo>
                <a:close/>
              </a:path>
            </a:pathLst>
          </a:custGeom>
        </p:spPr>
      </p:pic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671D663D-35CA-294B-B99A-D28C8AE0B0FE}"/>
              </a:ext>
            </a:extLst>
          </p:cNvPr>
          <p:cNvSpPr/>
          <p:nvPr/>
        </p:nvSpPr>
        <p:spPr>
          <a:xfrm>
            <a:off x="3003005" y="-310243"/>
            <a:ext cx="13013872" cy="7168243"/>
          </a:xfrm>
          <a:prstGeom prst="parallelogram">
            <a:avLst>
              <a:gd name="adj" fmla="val 1127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CEAFB348-EC89-4EF1-98F5-225B4DB1BC6A}"/>
              </a:ext>
            </a:extLst>
          </p:cNvPr>
          <p:cNvSpPr/>
          <p:nvPr/>
        </p:nvSpPr>
        <p:spPr>
          <a:xfrm>
            <a:off x="2550795" y="0"/>
            <a:ext cx="4408351" cy="3424020"/>
          </a:xfrm>
          <a:prstGeom prst="parallelogram">
            <a:avLst>
              <a:gd name="adj" fmla="val 117669"/>
            </a:avLst>
          </a:prstGeom>
          <a:solidFill>
            <a:schemeClr val="accent1">
              <a:lumMod val="100000"/>
            </a:schemeClr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solidFill>
                <a:srgbClr val="FFFFFF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26AEAD68-15DE-409E-9D91-8F546912BB6E}"/>
              </a:ext>
            </a:extLst>
          </p:cNvPr>
          <p:cNvSpPr/>
          <p:nvPr/>
        </p:nvSpPr>
        <p:spPr>
          <a:xfrm>
            <a:off x="9837226" y="3433980"/>
            <a:ext cx="4408351" cy="3424020"/>
          </a:xfrm>
          <a:prstGeom prst="parallelogram">
            <a:avLst>
              <a:gd name="adj" fmla="val 117669"/>
            </a:avLst>
          </a:prstGeom>
          <a:solidFill>
            <a:schemeClr val="accent1">
              <a:lumMod val="100000"/>
            </a:schemeClr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solidFill>
                <a:srgbClr val="FFFFFF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grpSp>
        <p:nvGrpSpPr>
          <p:cNvPr id="5" name="5">
            <a:extLst>
              <a:ext uri="{FF2B5EF4-FFF2-40B4-BE49-F238E27FC236}">
                <a16:creationId xmlns:a16="http://schemas.microsoft.com/office/drawing/2014/main" id="{7EDD4721-08B8-4B88-864B-7B23559C6A20}"/>
              </a:ext>
            </a:extLst>
          </p:cNvPr>
          <p:cNvGrpSpPr/>
          <p:nvPr>
            <p:custDataLst>
              <p:tags r:id="rId1"/>
            </p:custDataLst>
          </p:nvPr>
        </p:nvGrpSpPr>
        <p:grpSpPr bwMode="auto">
          <a:xfrm rot="5400000">
            <a:off x="6368154" y="1333260"/>
            <a:ext cx="2620089" cy="2278128"/>
            <a:chOff x="5803300" y="1948400"/>
            <a:chExt cx="2164994" cy="1905223"/>
          </a:xfrm>
        </p:grpSpPr>
        <p:sp>
          <p:nvSpPr>
            <p:cNvPr id="6" name="7">
              <a:extLst>
                <a:ext uri="{FF2B5EF4-FFF2-40B4-BE49-F238E27FC236}">
                  <a16:creationId xmlns:a16="http://schemas.microsoft.com/office/drawing/2014/main" id="{4D81A39D-BC0D-4A1E-828B-E40217702403}"/>
                </a:ext>
              </a:extLst>
            </p:cNvPr>
            <p:cNvSpPr/>
            <p:nvPr/>
          </p:nvSpPr>
          <p:spPr bwMode="auto">
            <a:xfrm>
              <a:off x="5803300" y="1948400"/>
              <a:ext cx="2164994" cy="1905223"/>
            </a:xfrm>
            <a:custGeom>
              <a:avLst/>
              <a:gdLst>
                <a:gd name="T0" fmla="*/ 365 w 1306"/>
                <a:gd name="T1" fmla="*/ 1149 h 1149"/>
                <a:gd name="T2" fmla="*/ 300 w 1306"/>
                <a:gd name="T3" fmla="*/ 1111 h 1149"/>
                <a:gd name="T4" fmla="*/ 12 w 1306"/>
                <a:gd name="T5" fmla="*/ 613 h 1149"/>
                <a:gd name="T6" fmla="*/ 12 w 1306"/>
                <a:gd name="T7" fmla="*/ 537 h 1149"/>
                <a:gd name="T8" fmla="*/ 300 w 1306"/>
                <a:gd name="T9" fmla="*/ 38 h 1149"/>
                <a:gd name="T10" fmla="*/ 365 w 1306"/>
                <a:gd name="T11" fmla="*/ 0 h 1149"/>
                <a:gd name="T12" fmla="*/ 941 w 1306"/>
                <a:gd name="T13" fmla="*/ 0 h 1149"/>
                <a:gd name="T14" fmla="*/ 1006 w 1306"/>
                <a:gd name="T15" fmla="*/ 38 h 1149"/>
                <a:gd name="T16" fmla="*/ 1294 w 1306"/>
                <a:gd name="T17" fmla="*/ 537 h 1149"/>
                <a:gd name="T18" fmla="*/ 1294 w 1306"/>
                <a:gd name="T19" fmla="*/ 613 h 1149"/>
                <a:gd name="T20" fmla="*/ 1006 w 1306"/>
                <a:gd name="T21" fmla="*/ 1111 h 1149"/>
                <a:gd name="T22" fmla="*/ 941 w 1306"/>
                <a:gd name="T23" fmla="*/ 1149 h 1149"/>
                <a:gd name="T24" fmla="*/ 365 w 1306"/>
                <a:gd name="T25" fmla="*/ 1149 h 1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06" h="1149">
                  <a:moveTo>
                    <a:pt x="365" y="1149"/>
                  </a:moveTo>
                  <a:cubicBezTo>
                    <a:pt x="341" y="1149"/>
                    <a:pt x="312" y="1132"/>
                    <a:pt x="300" y="1111"/>
                  </a:cubicBezTo>
                  <a:cubicBezTo>
                    <a:pt x="12" y="613"/>
                    <a:pt x="12" y="613"/>
                    <a:pt x="12" y="613"/>
                  </a:cubicBezTo>
                  <a:cubicBezTo>
                    <a:pt x="0" y="592"/>
                    <a:pt x="0" y="558"/>
                    <a:pt x="12" y="537"/>
                  </a:cubicBezTo>
                  <a:cubicBezTo>
                    <a:pt x="300" y="38"/>
                    <a:pt x="300" y="38"/>
                    <a:pt x="300" y="38"/>
                  </a:cubicBezTo>
                  <a:cubicBezTo>
                    <a:pt x="312" y="17"/>
                    <a:pt x="341" y="0"/>
                    <a:pt x="365" y="0"/>
                  </a:cubicBezTo>
                  <a:cubicBezTo>
                    <a:pt x="941" y="0"/>
                    <a:pt x="941" y="0"/>
                    <a:pt x="941" y="0"/>
                  </a:cubicBezTo>
                  <a:cubicBezTo>
                    <a:pt x="965" y="0"/>
                    <a:pt x="994" y="17"/>
                    <a:pt x="1006" y="38"/>
                  </a:cubicBezTo>
                  <a:cubicBezTo>
                    <a:pt x="1294" y="537"/>
                    <a:pt x="1294" y="537"/>
                    <a:pt x="1294" y="537"/>
                  </a:cubicBezTo>
                  <a:cubicBezTo>
                    <a:pt x="1306" y="558"/>
                    <a:pt x="1306" y="592"/>
                    <a:pt x="1294" y="613"/>
                  </a:cubicBezTo>
                  <a:cubicBezTo>
                    <a:pt x="1006" y="1111"/>
                    <a:pt x="1006" y="1111"/>
                    <a:pt x="1006" y="1111"/>
                  </a:cubicBezTo>
                  <a:cubicBezTo>
                    <a:pt x="994" y="1132"/>
                    <a:pt x="965" y="1149"/>
                    <a:pt x="941" y="1149"/>
                  </a:cubicBezTo>
                  <a:lnTo>
                    <a:pt x="365" y="114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7" name="6">
              <a:extLst>
                <a:ext uri="{FF2B5EF4-FFF2-40B4-BE49-F238E27FC236}">
                  <a16:creationId xmlns:a16="http://schemas.microsoft.com/office/drawing/2014/main" id="{48488B04-52DC-4DF9-BC44-951F34DBBEEC}"/>
                </a:ext>
              </a:extLst>
            </p:cNvPr>
            <p:cNvSpPr/>
            <p:nvPr/>
          </p:nvSpPr>
          <p:spPr bwMode="auto">
            <a:xfrm>
              <a:off x="5948780" y="2078346"/>
              <a:ext cx="1846429" cy="1624882"/>
            </a:xfrm>
            <a:custGeom>
              <a:avLst/>
              <a:gdLst>
                <a:gd name="T0" fmla="*/ 365 w 1306"/>
                <a:gd name="T1" fmla="*/ 1149 h 1149"/>
                <a:gd name="T2" fmla="*/ 300 w 1306"/>
                <a:gd name="T3" fmla="*/ 1111 h 1149"/>
                <a:gd name="T4" fmla="*/ 12 w 1306"/>
                <a:gd name="T5" fmla="*/ 613 h 1149"/>
                <a:gd name="T6" fmla="*/ 12 w 1306"/>
                <a:gd name="T7" fmla="*/ 537 h 1149"/>
                <a:gd name="T8" fmla="*/ 300 w 1306"/>
                <a:gd name="T9" fmla="*/ 38 h 1149"/>
                <a:gd name="T10" fmla="*/ 365 w 1306"/>
                <a:gd name="T11" fmla="*/ 0 h 1149"/>
                <a:gd name="T12" fmla="*/ 941 w 1306"/>
                <a:gd name="T13" fmla="*/ 0 h 1149"/>
                <a:gd name="T14" fmla="*/ 1006 w 1306"/>
                <a:gd name="T15" fmla="*/ 38 h 1149"/>
                <a:gd name="T16" fmla="*/ 1294 w 1306"/>
                <a:gd name="T17" fmla="*/ 537 h 1149"/>
                <a:gd name="T18" fmla="*/ 1294 w 1306"/>
                <a:gd name="T19" fmla="*/ 613 h 1149"/>
                <a:gd name="T20" fmla="*/ 1006 w 1306"/>
                <a:gd name="T21" fmla="*/ 1111 h 1149"/>
                <a:gd name="T22" fmla="*/ 941 w 1306"/>
                <a:gd name="T23" fmla="*/ 1149 h 1149"/>
                <a:gd name="T24" fmla="*/ 365 w 1306"/>
                <a:gd name="T25" fmla="*/ 1149 h 1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06" h="1149">
                  <a:moveTo>
                    <a:pt x="365" y="1149"/>
                  </a:moveTo>
                  <a:cubicBezTo>
                    <a:pt x="341" y="1149"/>
                    <a:pt x="312" y="1132"/>
                    <a:pt x="300" y="1111"/>
                  </a:cubicBezTo>
                  <a:cubicBezTo>
                    <a:pt x="12" y="613"/>
                    <a:pt x="12" y="613"/>
                    <a:pt x="12" y="613"/>
                  </a:cubicBezTo>
                  <a:cubicBezTo>
                    <a:pt x="0" y="592"/>
                    <a:pt x="0" y="558"/>
                    <a:pt x="12" y="537"/>
                  </a:cubicBezTo>
                  <a:cubicBezTo>
                    <a:pt x="300" y="38"/>
                    <a:pt x="300" y="38"/>
                    <a:pt x="300" y="38"/>
                  </a:cubicBezTo>
                  <a:cubicBezTo>
                    <a:pt x="312" y="17"/>
                    <a:pt x="341" y="0"/>
                    <a:pt x="365" y="0"/>
                  </a:cubicBezTo>
                  <a:cubicBezTo>
                    <a:pt x="941" y="0"/>
                    <a:pt x="941" y="0"/>
                    <a:pt x="941" y="0"/>
                  </a:cubicBezTo>
                  <a:cubicBezTo>
                    <a:pt x="965" y="0"/>
                    <a:pt x="994" y="17"/>
                    <a:pt x="1006" y="38"/>
                  </a:cubicBezTo>
                  <a:cubicBezTo>
                    <a:pt x="1294" y="537"/>
                    <a:pt x="1294" y="537"/>
                    <a:pt x="1294" y="537"/>
                  </a:cubicBezTo>
                  <a:cubicBezTo>
                    <a:pt x="1306" y="558"/>
                    <a:pt x="1306" y="592"/>
                    <a:pt x="1294" y="613"/>
                  </a:cubicBezTo>
                  <a:cubicBezTo>
                    <a:pt x="1006" y="1111"/>
                    <a:pt x="1006" y="1111"/>
                    <a:pt x="1006" y="1111"/>
                  </a:cubicBezTo>
                  <a:cubicBezTo>
                    <a:pt x="994" y="1132"/>
                    <a:pt x="965" y="1149"/>
                    <a:pt x="941" y="1149"/>
                  </a:cubicBezTo>
                  <a:lnTo>
                    <a:pt x="365" y="1149"/>
                  </a:ln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dirty="0">
                <a:solidFill>
                  <a:srgbClr val="FFFFFF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8" name="4">
            <a:extLst>
              <a:ext uri="{FF2B5EF4-FFF2-40B4-BE49-F238E27FC236}">
                <a16:creationId xmlns:a16="http://schemas.microsoft.com/office/drawing/2014/main" id="{A9504009-67AB-4F44-8FCF-E182A8706C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337432" y="1668093"/>
            <a:ext cx="2713761" cy="1441061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/>
          <a:p>
            <a:pPr algn="ctr">
              <a:defRPr/>
            </a:pPr>
            <a:r>
              <a:rPr lang="en-US" altLang="zh-CN" sz="88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01</a:t>
            </a:r>
          </a:p>
        </p:txBody>
      </p:sp>
      <p:sp>
        <p:nvSpPr>
          <p:cNvPr id="9" name="3">
            <a:extLst>
              <a:ext uri="{FF2B5EF4-FFF2-40B4-BE49-F238E27FC236}">
                <a16:creationId xmlns:a16="http://schemas.microsoft.com/office/drawing/2014/main" id="{E0EDC6D8-411A-44F8-8A42-02B80FCA8B9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191373" y="5148372"/>
            <a:ext cx="6964330" cy="355059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Theme fonts recommended. </a:t>
            </a:r>
            <a:endParaRPr lang="en-US" altLang="zh-CN" sz="1400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10" name="2">
            <a:extLst>
              <a:ext uri="{FF2B5EF4-FFF2-40B4-BE49-F238E27FC236}">
                <a16:creationId xmlns:a16="http://schemas.microsoft.com/office/drawing/2014/main" id="{E01395C7-8230-4890-B209-7D41ECCF413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429252" y="3910725"/>
            <a:ext cx="8488572" cy="1317950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zh-CN" sz="40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Andalus" panose="02020603050405020304" pitchFamily="18" charset="-78"/>
                <a:sym typeface="字魂36号-正文宋楷" panose="02000000000000000000" pitchFamily="2" charset="-122"/>
              </a:rPr>
              <a:t>Trash</a:t>
            </a:r>
          </a:p>
          <a:p>
            <a:pPr algn="ctr"/>
            <a:r>
              <a:rPr lang="en-US" altLang="zh-CN" sz="40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Andalus" panose="02020603050405020304" pitchFamily="18" charset="-78"/>
                <a:sym typeface="字魂36号-正文宋楷" panose="02000000000000000000" pitchFamily="2" charset="-122"/>
              </a:rPr>
              <a:t>Classification</a:t>
            </a:r>
            <a:endParaRPr lang="zh-CN" altLang="en-US" sz="4000" dirty="0">
              <a:solidFill>
                <a:schemeClr val="accent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Andalus" panose="02020603050405020304" pitchFamily="18" charset="-78"/>
              <a:sym typeface="字魂36号-正文宋楷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657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:push dir="u"/>
      </p:transition>
    </mc:Choice>
    <mc:Fallback xmlns="">
      <p:transition spd="slow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3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/>
      <p:bldP spid="9" grpId="0"/>
      <p:bldP spid="1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56D33290-CDA8-4F89-B559-CFCC0B00379D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31" t="18571" r="11970" b="14113"/>
          <a:stretch/>
        </p:blipFill>
        <p:spPr>
          <a:xfrm>
            <a:off x="0" y="4980"/>
            <a:ext cx="6099835" cy="5284650"/>
          </a:xfrm>
          <a:custGeom>
            <a:avLst/>
            <a:gdLst>
              <a:gd name="connsiteX0" fmla="*/ 0 w 6099835"/>
              <a:gd name="connsiteY0" fmla="*/ 0 h 5284650"/>
              <a:gd name="connsiteX1" fmla="*/ 6099835 w 6099835"/>
              <a:gd name="connsiteY1" fmla="*/ 0 h 5284650"/>
              <a:gd name="connsiteX2" fmla="*/ 0 w 6099835"/>
              <a:gd name="connsiteY2" fmla="*/ 5284650 h 528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9835" h="5284650">
                <a:moveTo>
                  <a:pt x="0" y="0"/>
                </a:moveTo>
                <a:lnTo>
                  <a:pt x="6099835" y="0"/>
                </a:lnTo>
                <a:lnTo>
                  <a:pt x="0" y="5284650"/>
                </a:lnTo>
                <a:close/>
              </a:path>
            </a:pathLst>
          </a:custGeom>
        </p:spPr>
      </p:pic>
      <p:sp>
        <p:nvSpPr>
          <p:cNvPr id="25" name="平行四边形 24">
            <a:extLst>
              <a:ext uri="{FF2B5EF4-FFF2-40B4-BE49-F238E27FC236}">
                <a16:creationId xmlns:a16="http://schemas.microsoft.com/office/drawing/2014/main" id="{0DA05A11-541F-4A0E-B255-EE1244929185}"/>
              </a:ext>
            </a:extLst>
          </p:cNvPr>
          <p:cNvSpPr/>
          <p:nvPr/>
        </p:nvSpPr>
        <p:spPr>
          <a:xfrm>
            <a:off x="3003005" y="-310243"/>
            <a:ext cx="13013872" cy="7168243"/>
          </a:xfrm>
          <a:prstGeom prst="parallelogram">
            <a:avLst>
              <a:gd name="adj" fmla="val 1127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26" name="平行四边形 25">
            <a:extLst>
              <a:ext uri="{FF2B5EF4-FFF2-40B4-BE49-F238E27FC236}">
                <a16:creationId xmlns:a16="http://schemas.microsoft.com/office/drawing/2014/main" id="{08AEB80D-2E4F-4F2E-92EC-FECA44563911}"/>
              </a:ext>
            </a:extLst>
          </p:cNvPr>
          <p:cNvSpPr/>
          <p:nvPr/>
        </p:nvSpPr>
        <p:spPr>
          <a:xfrm>
            <a:off x="2550795" y="0"/>
            <a:ext cx="4408351" cy="3424020"/>
          </a:xfrm>
          <a:prstGeom prst="parallelogram">
            <a:avLst>
              <a:gd name="adj" fmla="val 117669"/>
            </a:avLst>
          </a:prstGeom>
          <a:solidFill>
            <a:schemeClr val="accent1">
              <a:lumMod val="100000"/>
            </a:schemeClr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solidFill>
                <a:srgbClr val="FFFFFF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27" name="平行四边形 26">
            <a:extLst>
              <a:ext uri="{FF2B5EF4-FFF2-40B4-BE49-F238E27FC236}">
                <a16:creationId xmlns:a16="http://schemas.microsoft.com/office/drawing/2014/main" id="{9BF24617-584D-4AD2-AFC5-40EA1B148AC0}"/>
              </a:ext>
            </a:extLst>
          </p:cNvPr>
          <p:cNvSpPr/>
          <p:nvPr/>
        </p:nvSpPr>
        <p:spPr>
          <a:xfrm>
            <a:off x="9837226" y="3433980"/>
            <a:ext cx="4408351" cy="3424020"/>
          </a:xfrm>
          <a:prstGeom prst="parallelogram">
            <a:avLst>
              <a:gd name="adj" fmla="val 117669"/>
            </a:avLst>
          </a:prstGeom>
          <a:solidFill>
            <a:schemeClr val="accent1">
              <a:lumMod val="100000"/>
            </a:schemeClr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solidFill>
                <a:srgbClr val="FFFFFF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grpSp>
        <p:nvGrpSpPr>
          <p:cNvPr id="28" name="5">
            <a:extLst>
              <a:ext uri="{FF2B5EF4-FFF2-40B4-BE49-F238E27FC236}">
                <a16:creationId xmlns:a16="http://schemas.microsoft.com/office/drawing/2014/main" id="{EC18F684-51CE-439E-9852-63347497FD36}"/>
              </a:ext>
            </a:extLst>
          </p:cNvPr>
          <p:cNvGrpSpPr/>
          <p:nvPr>
            <p:custDataLst>
              <p:tags r:id="rId1"/>
            </p:custDataLst>
          </p:nvPr>
        </p:nvGrpSpPr>
        <p:grpSpPr bwMode="auto">
          <a:xfrm rot="5400000">
            <a:off x="6368154" y="1333260"/>
            <a:ext cx="2620089" cy="2278128"/>
            <a:chOff x="5803300" y="1948400"/>
            <a:chExt cx="2164994" cy="1905223"/>
          </a:xfrm>
        </p:grpSpPr>
        <p:sp>
          <p:nvSpPr>
            <p:cNvPr id="29" name="7">
              <a:extLst>
                <a:ext uri="{FF2B5EF4-FFF2-40B4-BE49-F238E27FC236}">
                  <a16:creationId xmlns:a16="http://schemas.microsoft.com/office/drawing/2014/main" id="{B3B56F20-2041-497A-9EF5-F9496DC98035}"/>
                </a:ext>
              </a:extLst>
            </p:cNvPr>
            <p:cNvSpPr/>
            <p:nvPr/>
          </p:nvSpPr>
          <p:spPr bwMode="auto">
            <a:xfrm>
              <a:off x="5803300" y="1948400"/>
              <a:ext cx="2164994" cy="1905223"/>
            </a:xfrm>
            <a:custGeom>
              <a:avLst/>
              <a:gdLst>
                <a:gd name="T0" fmla="*/ 365 w 1306"/>
                <a:gd name="T1" fmla="*/ 1149 h 1149"/>
                <a:gd name="T2" fmla="*/ 300 w 1306"/>
                <a:gd name="T3" fmla="*/ 1111 h 1149"/>
                <a:gd name="T4" fmla="*/ 12 w 1306"/>
                <a:gd name="T5" fmla="*/ 613 h 1149"/>
                <a:gd name="T6" fmla="*/ 12 w 1306"/>
                <a:gd name="T7" fmla="*/ 537 h 1149"/>
                <a:gd name="T8" fmla="*/ 300 w 1306"/>
                <a:gd name="T9" fmla="*/ 38 h 1149"/>
                <a:gd name="T10" fmla="*/ 365 w 1306"/>
                <a:gd name="T11" fmla="*/ 0 h 1149"/>
                <a:gd name="T12" fmla="*/ 941 w 1306"/>
                <a:gd name="T13" fmla="*/ 0 h 1149"/>
                <a:gd name="T14" fmla="*/ 1006 w 1306"/>
                <a:gd name="T15" fmla="*/ 38 h 1149"/>
                <a:gd name="T16" fmla="*/ 1294 w 1306"/>
                <a:gd name="T17" fmla="*/ 537 h 1149"/>
                <a:gd name="T18" fmla="*/ 1294 w 1306"/>
                <a:gd name="T19" fmla="*/ 613 h 1149"/>
                <a:gd name="T20" fmla="*/ 1006 w 1306"/>
                <a:gd name="T21" fmla="*/ 1111 h 1149"/>
                <a:gd name="T22" fmla="*/ 941 w 1306"/>
                <a:gd name="T23" fmla="*/ 1149 h 1149"/>
                <a:gd name="T24" fmla="*/ 365 w 1306"/>
                <a:gd name="T25" fmla="*/ 1149 h 1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06" h="1149">
                  <a:moveTo>
                    <a:pt x="365" y="1149"/>
                  </a:moveTo>
                  <a:cubicBezTo>
                    <a:pt x="341" y="1149"/>
                    <a:pt x="312" y="1132"/>
                    <a:pt x="300" y="1111"/>
                  </a:cubicBezTo>
                  <a:cubicBezTo>
                    <a:pt x="12" y="613"/>
                    <a:pt x="12" y="613"/>
                    <a:pt x="12" y="613"/>
                  </a:cubicBezTo>
                  <a:cubicBezTo>
                    <a:pt x="0" y="592"/>
                    <a:pt x="0" y="558"/>
                    <a:pt x="12" y="537"/>
                  </a:cubicBezTo>
                  <a:cubicBezTo>
                    <a:pt x="300" y="38"/>
                    <a:pt x="300" y="38"/>
                    <a:pt x="300" y="38"/>
                  </a:cubicBezTo>
                  <a:cubicBezTo>
                    <a:pt x="312" y="17"/>
                    <a:pt x="341" y="0"/>
                    <a:pt x="365" y="0"/>
                  </a:cubicBezTo>
                  <a:cubicBezTo>
                    <a:pt x="941" y="0"/>
                    <a:pt x="941" y="0"/>
                    <a:pt x="941" y="0"/>
                  </a:cubicBezTo>
                  <a:cubicBezTo>
                    <a:pt x="965" y="0"/>
                    <a:pt x="994" y="17"/>
                    <a:pt x="1006" y="38"/>
                  </a:cubicBezTo>
                  <a:cubicBezTo>
                    <a:pt x="1294" y="537"/>
                    <a:pt x="1294" y="537"/>
                    <a:pt x="1294" y="537"/>
                  </a:cubicBezTo>
                  <a:cubicBezTo>
                    <a:pt x="1306" y="558"/>
                    <a:pt x="1306" y="592"/>
                    <a:pt x="1294" y="613"/>
                  </a:cubicBezTo>
                  <a:cubicBezTo>
                    <a:pt x="1006" y="1111"/>
                    <a:pt x="1006" y="1111"/>
                    <a:pt x="1006" y="1111"/>
                  </a:cubicBezTo>
                  <a:cubicBezTo>
                    <a:pt x="994" y="1132"/>
                    <a:pt x="965" y="1149"/>
                    <a:pt x="941" y="1149"/>
                  </a:cubicBezTo>
                  <a:lnTo>
                    <a:pt x="365" y="114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30" name="6">
              <a:extLst>
                <a:ext uri="{FF2B5EF4-FFF2-40B4-BE49-F238E27FC236}">
                  <a16:creationId xmlns:a16="http://schemas.microsoft.com/office/drawing/2014/main" id="{407D0C5D-5026-435C-BC78-9F917977AE4A}"/>
                </a:ext>
              </a:extLst>
            </p:cNvPr>
            <p:cNvSpPr/>
            <p:nvPr/>
          </p:nvSpPr>
          <p:spPr bwMode="auto">
            <a:xfrm>
              <a:off x="5948780" y="2078346"/>
              <a:ext cx="1846429" cy="1624882"/>
            </a:xfrm>
            <a:custGeom>
              <a:avLst/>
              <a:gdLst>
                <a:gd name="T0" fmla="*/ 365 w 1306"/>
                <a:gd name="T1" fmla="*/ 1149 h 1149"/>
                <a:gd name="T2" fmla="*/ 300 w 1306"/>
                <a:gd name="T3" fmla="*/ 1111 h 1149"/>
                <a:gd name="T4" fmla="*/ 12 w 1306"/>
                <a:gd name="T5" fmla="*/ 613 h 1149"/>
                <a:gd name="T6" fmla="*/ 12 w 1306"/>
                <a:gd name="T7" fmla="*/ 537 h 1149"/>
                <a:gd name="T8" fmla="*/ 300 w 1306"/>
                <a:gd name="T9" fmla="*/ 38 h 1149"/>
                <a:gd name="T10" fmla="*/ 365 w 1306"/>
                <a:gd name="T11" fmla="*/ 0 h 1149"/>
                <a:gd name="T12" fmla="*/ 941 w 1306"/>
                <a:gd name="T13" fmla="*/ 0 h 1149"/>
                <a:gd name="T14" fmla="*/ 1006 w 1306"/>
                <a:gd name="T15" fmla="*/ 38 h 1149"/>
                <a:gd name="T16" fmla="*/ 1294 w 1306"/>
                <a:gd name="T17" fmla="*/ 537 h 1149"/>
                <a:gd name="T18" fmla="*/ 1294 w 1306"/>
                <a:gd name="T19" fmla="*/ 613 h 1149"/>
                <a:gd name="T20" fmla="*/ 1006 w 1306"/>
                <a:gd name="T21" fmla="*/ 1111 h 1149"/>
                <a:gd name="T22" fmla="*/ 941 w 1306"/>
                <a:gd name="T23" fmla="*/ 1149 h 1149"/>
                <a:gd name="T24" fmla="*/ 365 w 1306"/>
                <a:gd name="T25" fmla="*/ 1149 h 1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06" h="1149">
                  <a:moveTo>
                    <a:pt x="365" y="1149"/>
                  </a:moveTo>
                  <a:cubicBezTo>
                    <a:pt x="341" y="1149"/>
                    <a:pt x="312" y="1132"/>
                    <a:pt x="300" y="1111"/>
                  </a:cubicBezTo>
                  <a:cubicBezTo>
                    <a:pt x="12" y="613"/>
                    <a:pt x="12" y="613"/>
                    <a:pt x="12" y="613"/>
                  </a:cubicBezTo>
                  <a:cubicBezTo>
                    <a:pt x="0" y="592"/>
                    <a:pt x="0" y="558"/>
                    <a:pt x="12" y="537"/>
                  </a:cubicBezTo>
                  <a:cubicBezTo>
                    <a:pt x="300" y="38"/>
                    <a:pt x="300" y="38"/>
                    <a:pt x="300" y="38"/>
                  </a:cubicBezTo>
                  <a:cubicBezTo>
                    <a:pt x="312" y="17"/>
                    <a:pt x="341" y="0"/>
                    <a:pt x="365" y="0"/>
                  </a:cubicBezTo>
                  <a:cubicBezTo>
                    <a:pt x="941" y="0"/>
                    <a:pt x="941" y="0"/>
                    <a:pt x="941" y="0"/>
                  </a:cubicBezTo>
                  <a:cubicBezTo>
                    <a:pt x="965" y="0"/>
                    <a:pt x="994" y="17"/>
                    <a:pt x="1006" y="38"/>
                  </a:cubicBezTo>
                  <a:cubicBezTo>
                    <a:pt x="1294" y="537"/>
                    <a:pt x="1294" y="537"/>
                    <a:pt x="1294" y="537"/>
                  </a:cubicBezTo>
                  <a:cubicBezTo>
                    <a:pt x="1306" y="558"/>
                    <a:pt x="1306" y="592"/>
                    <a:pt x="1294" y="613"/>
                  </a:cubicBezTo>
                  <a:cubicBezTo>
                    <a:pt x="1006" y="1111"/>
                    <a:pt x="1006" y="1111"/>
                    <a:pt x="1006" y="1111"/>
                  </a:cubicBezTo>
                  <a:cubicBezTo>
                    <a:pt x="994" y="1132"/>
                    <a:pt x="965" y="1149"/>
                    <a:pt x="941" y="1149"/>
                  </a:cubicBezTo>
                  <a:lnTo>
                    <a:pt x="365" y="1149"/>
                  </a:ln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dirty="0">
                <a:solidFill>
                  <a:srgbClr val="FFFFFF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31" name="4">
            <a:extLst>
              <a:ext uri="{FF2B5EF4-FFF2-40B4-BE49-F238E27FC236}">
                <a16:creationId xmlns:a16="http://schemas.microsoft.com/office/drawing/2014/main" id="{A6F5C0FD-FA07-49E2-9039-36CCEFC9741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337432" y="1668093"/>
            <a:ext cx="2713761" cy="1441061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/>
          <a:p>
            <a:pPr algn="ctr">
              <a:defRPr/>
            </a:pPr>
            <a:r>
              <a:rPr lang="en-US" altLang="zh-CN" sz="88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02</a:t>
            </a:r>
          </a:p>
        </p:txBody>
      </p:sp>
      <p:sp>
        <p:nvSpPr>
          <p:cNvPr id="32" name="3">
            <a:extLst>
              <a:ext uri="{FF2B5EF4-FFF2-40B4-BE49-F238E27FC236}">
                <a16:creationId xmlns:a16="http://schemas.microsoft.com/office/drawing/2014/main" id="{26F1D3BE-3E38-45D1-94E2-D2BD7178D91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191373" y="5148372"/>
            <a:ext cx="6964330" cy="355059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You can key in or paste your texts here. </a:t>
            </a:r>
            <a:endParaRPr lang="en-US" altLang="zh-CN" sz="1400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33" name="2">
            <a:extLst>
              <a:ext uri="{FF2B5EF4-FFF2-40B4-BE49-F238E27FC236}">
                <a16:creationId xmlns:a16="http://schemas.microsoft.com/office/drawing/2014/main" id="{0F781B52-1BA6-4E5E-83D3-67CCBFFA6DA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429252" y="3910725"/>
            <a:ext cx="8488572" cy="1317950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zh-CN" sz="40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Andalus" panose="02020603050405020304" pitchFamily="18" charset="-78"/>
                <a:sym typeface="字魂36号-正文宋楷" panose="02000000000000000000" pitchFamily="2" charset="-122"/>
              </a:rPr>
              <a:t>Caring for</a:t>
            </a:r>
          </a:p>
          <a:p>
            <a:pPr algn="ctr"/>
            <a:r>
              <a:rPr lang="en-US" altLang="zh-CN" sz="40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Andalus" panose="02020603050405020304" pitchFamily="18" charset="-78"/>
                <a:sym typeface="字魂36号-正文宋楷" panose="02000000000000000000" pitchFamily="2" charset="-122"/>
              </a:rPr>
              <a:t>Environment</a:t>
            </a:r>
            <a:endParaRPr lang="zh-CN" altLang="en-US" sz="4000" dirty="0">
              <a:solidFill>
                <a:schemeClr val="accent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Andalus" panose="02020603050405020304" pitchFamily="18" charset="-78"/>
              <a:sym typeface="字魂36号-正文宋楷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0909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push dir="u"/>
      </p:transition>
    </mc:Choice>
    <mc:Fallback xmlns="">
      <p:transition spd="slow" advClick="0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31" grpId="0"/>
      <p:bldP spid="32" grpId="0"/>
      <p:bldP spid="3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820F36B6-DC07-4AA6-82A0-C7A2123AEC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76" t="17950" r="11934" b="14638"/>
          <a:stretch>
            <a:fillRect/>
          </a:stretch>
        </p:blipFill>
        <p:spPr>
          <a:xfrm>
            <a:off x="330256" y="3507630"/>
            <a:ext cx="4382316" cy="2842370"/>
          </a:xfrm>
          <a:custGeom>
            <a:avLst/>
            <a:gdLst>
              <a:gd name="connsiteX0" fmla="*/ 0 w 4382316"/>
              <a:gd name="connsiteY0" fmla="*/ 0 h 2842370"/>
              <a:gd name="connsiteX1" fmla="*/ 4382316 w 4382316"/>
              <a:gd name="connsiteY1" fmla="*/ 0 h 2842370"/>
              <a:gd name="connsiteX2" fmla="*/ 4382316 w 4382316"/>
              <a:gd name="connsiteY2" fmla="*/ 2842370 h 2842370"/>
              <a:gd name="connsiteX3" fmla="*/ 0 w 4382316"/>
              <a:gd name="connsiteY3" fmla="*/ 2842370 h 2842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2316" h="2842370">
                <a:moveTo>
                  <a:pt x="0" y="0"/>
                </a:moveTo>
                <a:lnTo>
                  <a:pt x="4382316" y="0"/>
                </a:lnTo>
                <a:lnTo>
                  <a:pt x="4382316" y="2842370"/>
                </a:lnTo>
                <a:lnTo>
                  <a:pt x="0" y="2842370"/>
                </a:lnTo>
                <a:close/>
              </a:path>
            </a:pathLst>
          </a:cu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7A2EC7B-8C28-4490-A50C-07A72C597B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01" t="20851" r="4320" b="14815"/>
          <a:stretch>
            <a:fillRect/>
          </a:stretch>
        </p:blipFill>
        <p:spPr>
          <a:xfrm>
            <a:off x="4753488" y="1937982"/>
            <a:ext cx="6663812" cy="4412013"/>
          </a:xfrm>
          <a:custGeom>
            <a:avLst/>
            <a:gdLst>
              <a:gd name="connsiteX0" fmla="*/ 0 w 6663812"/>
              <a:gd name="connsiteY0" fmla="*/ 0 h 4412013"/>
              <a:gd name="connsiteX1" fmla="*/ 6663812 w 6663812"/>
              <a:gd name="connsiteY1" fmla="*/ 0 h 4412013"/>
              <a:gd name="connsiteX2" fmla="*/ 6663812 w 6663812"/>
              <a:gd name="connsiteY2" fmla="*/ 4412013 h 4412013"/>
              <a:gd name="connsiteX3" fmla="*/ 0 w 6663812"/>
              <a:gd name="connsiteY3" fmla="*/ 4412013 h 441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63812" h="4412013">
                <a:moveTo>
                  <a:pt x="0" y="0"/>
                </a:moveTo>
                <a:lnTo>
                  <a:pt x="6663812" y="0"/>
                </a:lnTo>
                <a:lnTo>
                  <a:pt x="6663812" y="4412013"/>
                </a:lnTo>
                <a:lnTo>
                  <a:pt x="0" y="4412013"/>
                </a:lnTo>
                <a:close/>
              </a:path>
            </a:pathLst>
          </a:custGeom>
        </p:spPr>
      </p:pic>
      <p:grpSp>
        <p:nvGrpSpPr>
          <p:cNvPr id="12" name="组合 11"/>
          <p:cNvGrpSpPr/>
          <p:nvPr/>
        </p:nvGrpSpPr>
        <p:grpSpPr>
          <a:xfrm>
            <a:off x="330255" y="1937982"/>
            <a:ext cx="4382316" cy="1491018"/>
            <a:chOff x="330255" y="1937982"/>
            <a:chExt cx="4382316" cy="1491018"/>
          </a:xfrm>
        </p:grpSpPr>
        <p:sp>
          <p:nvSpPr>
            <p:cNvPr id="6" name="矩形 5"/>
            <p:cNvSpPr/>
            <p:nvPr/>
          </p:nvSpPr>
          <p:spPr>
            <a:xfrm>
              <a:off x="330255" y="1937982"/>
              <a:ext cx="4382316" cy="149101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58472" y="2011833"/>
              <a:ext cx="4325883" cy="1006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accent3"/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This is a placeholder. You can key in or paste your texts here. This is a placeholder. You can key in or paste your texts here. </a:t>
              </a:r>
            </a:p>
          </p:txBody>
        </p:sp>
      </p:grp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566DCB5-5816-44F2-B7C4-92B6822F57C3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47E3677-013D-4DF8-B7C5-549DF2A839A3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E50834E7-8637-4E7B-A856-5E70B60A2007}"/>
              </a:ext>
            </a:extLst>
          </p:cNvPr>
          <p:cNvSpPr txBox="1"/>
          <p:nvPr/>
        </p:nvSpPr>
        <p:spPr>
          <a:xfrm>
            <a:off x="4799613" y="105165"/>
            <a:ext cx="313401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5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Title Here</a:t>
            </a:r>
            <a:endParaRPr lang="zh-CN" altLang="en-US" sz="4500" dirty="0">
              <a:solidFill>
                <a:schemeClr val="accent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0264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:push dir="u"/>
      </p:transition>
    </mc:Choice>
    <mc:Fallback xmlns="">
      <p:transition spd="slow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6079462" y="832477"/>
            <a:ext cx="3725359" cy="5357707"/>
            <a:chOff x="5357" y="800"/>
            <a:chExt cx="2232" cy="3210"/>
          </a:xfrm>
        </p:grpSpPr>
        <p:sp>
          <p:nvSpPr>
            <p:cNvPr id="6" name="Freeform 5"/>
            <p:cNvSpPr/>
            <p:nvPr/>
          </p:nvSpPr>
          <p:spPr bwMode="auto">
            <a:xfrm>
              <a:off x="6159" y="1195"/>
              <a:ext cx="796" cy="2419"/>
            </a:xfrm>
            <a:custGeom>
              <a:avLst/>
              <a:gdLst>
                <a:gd name="T0" fmla="*/ 593 w 593"/>
                <a:gd name="T1" fmla="*/ 0 h 1797"/>
                <a:gd name="T2" fmla="*/ 593 w 593"/>
                <a:gd name="T3" fmla="*/ 305 h 1797"/>
                <a:gd name="T4" fmla="*/ 0 w 593"/>
                <a:gd name="T5" fmla="*/ 898 h 1797"/>
                <a:gd name="T6" fmla="*/ 593 w 593"/>
                <a:gd name="T7" fmla="*/ 1492 h 1797"/>
                <a:gd name="T8" fmla="*/ 593 w 593"/>
                <a:gd name="T9" fmla="*/ 1492 h 1797"/>
                <a:gd name="T10" fmla="*/ 593 w 593"/>
                <a:gd name="T11" fmla="*/ 1797 h 1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3" h="1797">
                  <a:moveTo>
                    <a:pt x="593" y="0"/>
                  </a:moveTo>
                  <a:cubicBezTo>
                    <a:pt x="593" y="305"/>
                    <a:pt x="593" y="305"/>
                    <a:pt x="593" y="305"/>
                  </a:cubicBezTo>
                  <a:cubicBezTo>
                    <a:pt x="266" y="305"/>
                    <a:pt x="0" y="570"/>
                    <a:pt x="0" y="898"/>
                  </a:cubicBezTo>
                  <a:cubicBezTo>
                    <a:pt x="0" y="1226"/>
                    <a:pt x="266" y="1492"/>
                    <a:pt x="593" y="1492"/>
                  </a:cubicBezTo>
                  <a:cubicBezTo>
                    <a:pt x="593" y="1492"/>
                    <a:pt x="593" y="1492"/>
                    <a:pt x="593" y="1492"/>
                  </a:cubicBezTo>
                  <a:cubicBezTo>
                    <a:pt x="593" y="1797"/>
                    <a:pt x="593" y="1797"/>
                    <a:pt x="593" y="1797"/>
                  </a:cubicBezTo>
                </a:path>
              </a:pathLst>
            </a:custGeom>
            <a:noFill/>
            <a:ln w="58738" cap="flat">
              <a:solidFill>
                <a:srgbClr val="FAFAFA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H="1" flipV="1">
              <a:off x="6352" y="1357"/>
              <a:ext cx="206" cy="355"/>
            </a:xfrm>
            <a:prstGeom prst="line">
              <a:avLst/>
            </a:prstGeom>
            <a:noFill/>
            <a:ln w="58738" cap="flat">
              <a:solidFill>
                <a:srgbClr val="FAFAFA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H="1" flipV="1">
              <a:off x="5912" y="1800"/>
              <a:ext cx="353" cy="204"/>
            </a:xfrm>
            <a:prstGeom prst="line">
              <a:avLst/>
            </a:prstGeom>
            <a:noFill/>
            <a:ln w="58738" cap="flat">
              <a:solidFill>
                <a:srgbClr val="FAFAFA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H="1">
              <a:off x="5749" y="2404"/>
              <a:ext cx="410" cy="0"/>
            </a:xfrm>
            <a:prstGeom prst="line">
              <a:avLst/>
            </a:prstGeom>
            <a:noFill/>
            <a:ln w="58738" cap="flat">
              <a:solidFill>
                <a:srgbClr val="FAFAFA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H="1">
              <a:off x="5912" y="2804"/>
              <a:ext cx="353" cy="204"/>
            </a:xfrm>
            <a:prstGeom prst="line">
              <a:avLst/>
            </a:prstGeom>
            <a:noFill/>
            <a:ln w="58738" cap="flat">
              <a:solidFill>
                <a:srgbClr val="FAFAFA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>
              <a:off x="6352" y="3097"/>
              <a:ext cx="206" cy="354"/>
            </a:xfrm>
            <a:prstGeom prst="line">
              <a:avLst/>
            </a:prstGeom>
            <a:noFill/>
            <a:ln w="58738" cap="flat">
              <a:solidFill>
                <a:srgbClr val="FAFAFA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2" name="Freeform 11"/>
            <p:cNvSpPr/>
            <p:nvPr/>
          </p:nvSpPr>
          <p:spPr bwMode="auto">
            <a:xfrm>
              <a:off x="5580" y="1022"/>
              <a:ext cx="1379" cy="2766"/>
            </a:xfrm>
            <a:custGeom>
              <a:avLst/>
              <a:gdLst>
                <a:gd name="T0" fmla="*/ 1027 w 1027"/>
                <a:gd name="T1" fmla="*/ 2055 h 2055"/>
                <a:gd name="T2" fmla="*/ 0 w 1027"/>
                <a:gd name="T3" fmla="*/ 1027 h 2055"/>
                <a:gd name="T4" fmla="*/ 1027 w 1027"/>
                <a:gd name="T5" fmla="*/ 0 h 20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27" h="2055">
                  <a:moveTo>
                    <a:pt x="1027" y="2055"/>
                  </a:moveTo>
                  <a:cubicBezTo>
                    <a:pt x="460" y="2055"/>
                    <a:pt x="0" y="1595"/>
                    <a:pt x="0" y="1027"/>
                  </a:cubicBezTo>
                  <a:cubicBezTo>
                    <a:pt x="0" y="460"/>
                    <a:pt x="460" y="0"/>
                    <a:pt x="1027" y="0"/>
                  </a:cubicBezTo>
                </a:path>
              </a:pathLst>
            </a:custGeom>
            <a:noFill/>
            <a:ln w="58738" cap="flat">
              <a:solidFill>
                <a:srgbClr val="FAFAFA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6738" y="800"/>
              <a:ext cx="444" cy="44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6786" y="848"/>
              <a:ext cx="346" cy="34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5" name="Freeform 14"/>
            <p:cNvSpPr/>
            <p:nvPr/>
          </p:nvSpPr>
          <p:spPr bwMode="auto">
            <a:xfrm>
              <a:off x="6017" y="953"/>
              <a:ext cx="507" cy="509"/>
            </a:xfrm>
            <a:custGeom>
              <a:avLst/>
              <a:gdLst>
                <a:gd name="T0" fmla="*/ 332 w 378"/>
                <a:gd name="T1" fmla="*/ 106 h 378"/>
                <a:gd name="T2" fmla="*/ 271 w 378"/>
                <a:gd name="T3" fmla="*/ 332 h 378"/>
                <a:gd name="T4" fmla="*/ 45 w 378"/>
                <a:gd name="T5" fmla="*/ 271 h 378"/>
                <a:gd name="T6" fmla="*/ 106 w 378"/>
                <a:gd name="T7" fmla="*/ 45 h 378"/>
                <a:gd name="T8" fmla="*/ 332 w 378"/>
                <a:gd name="T9" fmla="*/ 10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8">
                  <a:moveTo>
                    <a:pt x="332" y="106"/>
                  </a:moveTo>
                  <a:cubicBezTo>
                    <a:pt x="378" y="185"/>
                    <a:pt x="350" y="286"/>
                    <a:pt x="271" y="332"/>
                  </a:cubicBezTo>
                  <a:cubicBezTo>
                    <a:pt x="192" y="378"/>
                    <a:pt x="91" y="351"/>
                    <a:pt x="45" y="271"/>
                  </a:cubicBezTo>
                  <a:cubicBezTo>
                    <a:pt x="0" y="192"/>
                    <a:pt x="27" y="91"/>
                    <a:pt x="106" y="45"/>
                  </a:cubicBezTo>
                  <a:cubicBezTo>
                    <a:pt x="185" y="0"/>
                    <a:pt x="286" y="27"/>
                    <a:pt x="332" y="10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6" name="Freeform 15"/>
            <p:cNvSpPr/>
            <p:nvPr/>
          </p:nvSpPr>
          <p:spPr bwMode="auto">
            <a:xfrm>
              <a:off x="6072" y="1008"/>
              <a:ext cx="396" cy="397"/>
            </a:xfrm>
            <a:custGeom>
              <a:avLst/>
              <a:gdLst>
                <a:gd name="T0" fmla="*/ 259 w 295"/>
                <a:gd name="T1" fmla="*/ 83 h 295"/>
                <a:gd name="T2" fmla="*/ 212 w 295"/>
                <a:gd name="T3" fmla="*/ 259 h 295"/>
                <a:gd name="T4" fmla="*/ 36 w 295"/>
                <a:gd name="T5" fmla="*/ 212 h 295"/>
                <a:gd name="T6" fmla="*/ 83 w 295"/>
                <a:gd name="T7" fmla="*/ 36 h 295"/>
                <a:gd name="T8" fmla="*/ 259 w 295"/>
                <a:gd name="T9" fmla="*/ 83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5" h="295">
                  <a:moveTo>
                    <a:pt x="259" y="83"/>
                  </a:moveTo>
                  <a:cubicBezTo>
                    <a:pt x="295" y="145"/>
                    <a:pt x="274" y="224"/>
                    <a:pt x="212" y="259"/>
                  </a:cubicBezTo>
                  <a:cubicBezTo>
                    <a:pt x="150" y="295"/>
                    <a:pt x="71" y="274"/>
                    <a:pt x="36" y="212"/>
                  </a:cubicBezTo>
                  <a:cubicBezTo>
                    <a:pt x="0" y="151"/>
                    <a:pt x="21" y="72"/>
                    <a:pt x="83" y="36"/>
                  </a:cubicBezTo>
                  <a:cubicBezTo>
                    <a:pt x="145" y="0"/>
                    <a:pt x="224" y="22"/>
                    <a:pt x="259" y="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7" name="Freeform 16"/>
            <p:cNvSpPr/>
            <p:nvPr/>
          </p:nvSpPr>
          <p:spPr bwMode="auto">
            <a:xfrm>
              <a:off x="5512" y="1459"/>
              <a:ext cx="507" cy="509"/>
            </a:xfrm>
            <a:custGeom>
              <a:avLst/>
              <a:gdLst>
                <a:gd name="T0" fmla="*/ 271 w 378"/>
                <a:gd name="T1" fmla="*/ 45 h 378"/>
                <a:gd name="T2" fmla="*/ 332 w 378"/>
                <a:gd name="T3" fmla="*/ 271 h 378"/>
                <a:gd name="T4" fmla="*/ 106 w 378"/>
                <a:gd name="T5" fmla="*/ 332 h 378"/>
                <a:gd name="T6" fmla="*/ 45 w 378"/>
                <a:gd name="T7" fmla="*/ 106 h 378"/>
                <a:gd name="T8" fmla="*/ 271 w 378"/>
                <a:gd name="T9" fmla="*/ 45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8">
                  <a:moveTo>
                    <a:pt x="271" y="45"/>
                  </a:moveTo>
                  <a:cubicBezTo>
                    <a:pt x="350" y="91"/>
                    <a:pt x="378" y="192"/>
                    <a:pt x="332" y="271"/>
                  </a:cubicBezTo>
                  <a:cubicBezTo>
                    <a:pt x="286" y="351"/>
                    <a:pt x="185" y="378"/>
                    <a:pt x="106" y="332"/>
                  </a:cubicBezTo>
                  <a:cubicBezTo>
                    <a:pt x="27" y="286"/>
                    <a:pt x="0" y="185"/>
                    <a:pt x="45" y="106"/>
                  </a:cubicBezTo>
                  <a:cubicBezTo>
                    <a:pt x="91" y="27"/>
                    <a:pt x="192" y="0"/>
                    <a:pt x="271" y="4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8" name="Freeform 17"/>
            <p:cNvSpPr/>
            <p:nvPr/>
          </p:nvSpPr>
          <p:spPr bwMode="auto">
            <a:xfrm>
              <a:off x="5567" y="1514"/>
              <a:ext cx="396" cy="397"/>
            </a:xfrm>
            <a:custGeom>
              <a:avLst/>
              <a:gdLst>
                <a:gd name="T0" fmla="*/ 212 w 295"/>
                <a:gd name="T1" fmla="*/ 36 h 295"/>
                <a:gd name="T2" fmla="*/ 259 w 295"/>
                <a:gd name="T3" fmla="*/ 212 h 295"/>
                <a:gd name="T4" fmla="*/ 83 w 295"/>
                <a:gd name="T5" fmla="*/ 259 h 295"/>
                <a:gd name="T6" fmla="*/ 36 w 295"/>
                <a:gd name="T7" fmla="*/ 83 h 295"/>
                <a:gd name="T8" fmla="*/ 212 w 295"/>
                <a:gd name="T9" fmla="*/ 36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5" h="295">
                  <a:moveTo>
                    <a:pt x="212" y="36"/>
                  </a:moveTo>
                  <a:cubicBezTo>
                    <a:pt x="274" y="72"/>
                    <a:pt x="295" y="151"/>
                    <a:pt x="259" y="212"/>
                  </a:cubicBezTo>
                  <a:cubicBezTo>
                    <a:pt x="224" y="274"/>
                    <a:pt x="145" y="295"/>
                    <a:pt x="83" y="259"/>
                  </a:cubicBezTo>
                  <a:cubicBezTo>
                    <a:pt x="21" y="224"/>
                    <a:pt x="0" y="145"/>
                    <a:pt x="36" y="83"/>
                  </a:cubicBezTo>
                  <a:cubicBezTo>
                    <a:pt x="71" y="22"/>
                    <a:pt x="150" y="0"/>
                    <a:pt x="212" y="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9" name="Oval 18"/>
            <p:cNvSpPr>
              <a:spLocks noChangeArrowheads="1"/>
            </p:cNvSpPr>
            <p:nvPr/>
          </p:nvSpPr>
          <p:spPr bwMode="auto">
            <a:xfrm>
              <a:off x="5357" y="2182"/>
              <a:ext cx="445" cy="44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20" name="Oval 19"/>
            <p:cNvSpPr>
              <a:spLocks noChangeArrowheads="1"/>
            </p:cNvSpPr>
            <p:nvPr/>
          </p:nvSpPr>
          <p:spPr bwMode="auto">
            <a:xfrm>
              <a:off x="5407" y="2230"/>
              <a:ext cx="346" cy="34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5512" y="2841"/>
              <a:ext cx="507" cy="509"/>
            </a:xfrm>
            <a:custGeom>
              <a:avLst/>
              <a:gdLst>
                <a:gd name="T0" fmla="*/ 106 w 378"/>
                <a:gd name="T1" fmla="*/ 46 h 378"/>
                <a:gd name="T2" fmla="*/ 332 w 378"/>
                <a:gd name="T3" fmla="*/ 106 h 378"/>
                <a:gd name="T4" fmla="*/ 271 w 378"/>
                <a:gd name="T5" fmla="*/ 332 h 378"/>
                <a:gd name="T6" fmla="*/ 45 w 378"/>
                <a:gd name="T7" fmla="*/ 272 h 378"/>
                <a:gd name="T8" fmla="*/ 106 w 378"/>
                <a:gd name="T9" fmla="*/ 4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8">
                  <a:moveTo>
                    <a:pt x="106" y="46"/>
                  </a:moveTo>
                  <a:cubicBezTo>
                    <a:pt x="185" y="0"/>
                    <a:pt x="286" y="27"/>
                    <a:pt x="332" y="106"/>
                  </a:cubicBezTo>
                  <a:cubicBezTo>
                    <a:pt x="378" y="185"/>
                    <a:pt x="350" y="287"/>
                    <a:pt x="271" y="332"/>
                  </a:cubicBezTo>
                  <a:cubicBezTo>
                    <a:pt x="192" y="378"/>
                    <a:pt x="91" y="351"/>
                    <a:pt x="45" y="272"/>
                  </a:cubicBezTo>
                  <a:cubicBezTo>
                    <a:pt x="0" y="193"/>
                    <a:pt x="27" y="91"/>
                    <a:pt x="106" y="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5567" y="2898"/>
              <a:ext cx="396" cy="396"/>
            </a:xfrm>
            <a:custGeom>
              <a:avLst/>
              <a:gdLst>
                <a:gd name="T0" fmla="*/ 83 w 295"/>
                <a:gd name="T1" fmla="*/ 35 h 294"/>
                <a:gd name="T2" fmla="*/ 259 w 295"/>
                <a:gd name="T3" fmla="*/ 82 h 294"/>
                <a:gd name="T4" fmla="*/ 212 w 295"/>
                <a:gd name="T5" fmla="*/ 259 h 294"/>
                <a:gd name="T6" fmla="*/ 36 w 295"/>
                <a:gd name="T7" fmla="*/ 211 h 294"/>
                <a:gd name="T8" fmla="*/ 83 w 295"/>
                <a:gd name="T9" fmla="*/ 35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5" h="294">
                  <a:moveTo>
                    <a:pt x="83" y="35"/>
                  </a:moveTo>
                  <a:cubicBezTo>
                    <a:pt x="145" y="0"/>
                    <a:pt x="224" y="21"/>
                    <a:pt x="259" y="82"/>
                  </a:cubicBezTo>
                  <a:cubicBezTo>
                    <a:pt x="295" y="144"/>
                    <a:pt x="274" y="223"/>
                    <a:pt x="212" y="259"/>
                  </a:cubicBezTo>
                  <a:cubicBezTo>
                    <a:pt x="150" y="294"/>
                    <a:pt x="71" y="273"/>
                    <a:pt x="36" y="211"/>
                  </a:cubicBezTo>
                  <a:cubicBezTo>
                    <a:pt x="0" y="150"/>
                    <a:pt x="21" y="71"/>
                    <a:pt x="83" y="3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23" name="Freeform 22"/>
            <p:cNvSpPr/>
            <p:nvPr/>
          </p:nvSpPr>
          <p:spPr bwMode="auto">
            <a:xfrm>
              <a:off x="6017" y="3347"/>
              <a:ext cx="507" cy="509"/>
            </a:xfrm>
            <a:custGeom>
              <a:avLst/>
              <a:gdLst>
                <a:gd name="T0" fmla="*/ 45 w 378"/>
                <a:gd name="T1" fmla="*/ 106 h 378"/>
                <a:gd name="T2" fmla="*/ 271 w 378"/>
                <a:gd name="T3" fmla="*/ 46 h 378"/>
                <a:gd name="T4" fmla="*/ 332 w 378"/>
                <a:gd name="T5" fmla="*/ 272 h 378"/>
                <a:gd name="T6" fmla="*/ 106 w 378"/>
                <a:gd name="T7" fmla="*/ 332 h 378"/>
                <a:gd name="T8" fmla="*/ 45 w 378"/>
                <a:gd name="T9" fmla="*/ 10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8">
                  <a:moveTo>
                    <a:pt x="45" y="106"/>
                  </a:moveTo>
                  <a:cubicBezTo>
                    <a:pt x="91" y="27"/>
                    <a:pt x="192" y="0"/>
                    <a:pt x="271" y="46"/>
                  </a:cubicBezTo>
                  <a:cubicBezTo>
                    <a:pt x="350" y="91"/>
                    <a:pt x="378" y="193"/>
                    <a:pt x="332" y="272"/>
                  </a:cubicBezTo>
                  <a:cubicBezTo>
                    <a:pt x="286" y="351"/>
                    <a:pt x="185" y="378"/>
                    <a:pt x="106" y="332"/>
                  </a:cubicBezTo>
                  <a:cubicBezTo>
                    <a:pt x="27" y="287"/>
                    <a:pt x="0" y="185"/>
                    <a:pt x="45" y="10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24" name="Freeform 23"/>
            <p:cNvSpPr/>
            <p:nvPr/>
          </p:nvSpPr>
          <p:spPr bwMode="auto">
            <a:xfrm>
              <a:off x="6072" y="3404"/>
              <a:ext cx="396" cy="396"/>
            </a:xfrm>
            <a:custGeom>
              <a:avLst/>
              <a:gdLst>
                <a:gd name="T0" fmla="*/ 36 w 295"/>
                <a:gd name="T1" fmla="*/ 82 h 294"/>
                <a:gd name="T2" fmla="*/ 212 w 295"/>
                <a:gd name="T3" fmla="*/ 35 h 294"/>
                <a:gd name="T4" fmla="*/ 259 w 295"/>
                <a:gd name="T5" fmla="*/ 211 h 294"/>
                <a:gd name="T6" fmla="*/ 83 w 295"/>
                <a:gd name="T7" fmla="*/ 259 h 294"/>
                <a:gd name="T8" fmla="*/ 36 w 295"/>
                <a:gd name="T9" fmla="*/ 8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5" h="294">
                  <a:moveTo>
                    <a:pt x="36" y="82"/>
                  </a:moveTo>
                  <a:cubicBezTo>
                    <a:pt x="71" y="21"/>
                    <a:pt x="150" y="0"/>
                    <a:pt x="212" y="35"/>
                  </a:cubicBezTo>
                  <a:cubicBezTo>
                    <a:pt x="274" y="71"/>
                    <a:pt x="295" y="150"/>
                    <a:pt x="259" y="211"/>
                  </a:cubicBezTo>
                  <a:cubicBezTo>
                    <a:pt x="224" y="273"/>
                    <a:pt x="145" y="294"/>
                    <a:pt x="83" y="259"/>
                  </a:cubicBezTo>
                  <a:cubicBezTo>
                    <a:pt x="21" y="223"/>
                    <a:pt x="0" y="144"/>
                    <a:pt x="36" y="8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6738" y="3564"/>
              <a:ext cx="444" cy="44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26" name="Oval 25"/>
            <p:cNvSpPr>
              <a:spLocks noChangeArrowheads="1"/>
            </p:cNvSpPr>
            <p:nvPr/>
          </p:nvSpPr>
          <p:spPr bwMode="auto">
            <a:xfrm>
              <a:off x="6786" y="3614"/>
              <a:ext cx="346" cy="34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27" name="Oval 27"/>
            <p:cNvSpPr>
              <a:spLocks noChangeArrowheads="1"/>
            </p:cNvSpPr>
            <p:nvPr/>
          </p:nvSpPr>
          <p:spPr bwMode="auto">
            <a:xfrm>
              <a:off x="6323" y="1770"/>
              <a:ext cx="1266" cy="126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28" name="Freeform 28"/>
            <p:cNvSpPr>
              <a:spLocks noEditPoints="1"/>
            </p:cNvSpPr>
            <p:nvPr/>
          </p:nvSpPr>
          <p:spPr bwMode="auto">
            <a:xfrm>
              <a:off x="6703" y="2430"/>
              <a:ext cx="506" cy="356"/>
            </a:xfrm>
            <a:custGeom>
              <a:avLst/>
              <a:gdLst>
                <a:gd name="T0" fmla="*/ 357 w 377"/>
                <a:gd name="T1" fmla="*/ 265 h 265"/>
                <a:gd name="T2" fmla="*/ 20 w 377"/>
                <a:gd name="T3" fmla="*/ 265 h 265"/>
                <a:gd name="T4" fmla="*/ 0 w 377"/>
                <a:gd name="T5" fmla="*/ 245 h 265"/>
                <a:gd name="T6" fmla="*/ 0 w 377"/>
                <a:gd name="T7" fmla="*/ 20 h 265"/>
                <a:gd name="T8" fmla="*/ 20 w 377"/>
                <a:gd name="T9" fmla="*/ 0 h 265"/>
                <a:gd name="T10" fmla="*/ 357 w 377"/>
                <a:gd name="T11" fmla="*/ 0 h 265"/>
                <a:gd name="T12" fmla="*/ 377 w 377"/>
                <a:gd name="T13" fmla="*/ 20 h 265"/>
                <a:gd name="T14" fmla="*/ 377 w 377"/>
                <a:gd name="T15" fmla="*/ 245 h 265"/>
                <a:gd name="T16" fmla="*/ 357 w 377"/>
                <a:gd name="T17" fmla="*/ 265 h 265"/>
                <a:gd name="T18" fmla="*/ 20 w 377"/>
                <a:gd name="T19" fmla="*/ 17 h 265"/>
                <a:gd name="T20" fmla="*/ 17 w 377"/>
                <a:gd name="T21" fmla="*/ 20 h 265"/>
                <a:gd name="T22" fmla="*/ 17 w 377"/>
                <a:gd name="T23" fmla="*/ 245 h 265"/>
                <a:gd name="T24" fmla="*/ 20 w 377"/>
                <a:gd name="T25" fmla="*/ 248 h 265"/>
                <a:gd name="T26" fmla="*/ 357 w 377"/>
                <a:gd name="T27" fmla="*/ 248 h 265"/>
                <a:gd name="T28" fmla="*/ 360 w 377"/>
                <a:gd name="T29" fmla="*/ 245 h 265"/>
                <a:gd name="T30" fmla="*/ 360 w 377"/>
                <a:gd name="T31" fmla="*/ 20 h 265"/>
                <a:gd name="T32" fmla="*/ 357 w 377"/>
                <a:gd name="T33" fmla="*/ 17 h 265"/>
                <a:gd name="T34" fmla="*/ 20 w 377"/>
                <a:gd name="T35" fmla="*/ 17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7" h="265">
                  <a:moveTo>
                    <a:pt x="357" y="265"/>
                  </a:moveTo>
                  <a:cubicBezTo>
                    <a:pt x="20" y="265"/>
                    <a:pt x="20" y="265"/>
                    <a:pt x="20" y="265"/>
                  </a:cubicBezTo>
                  <a:cubicBezTo>
                    <a:pt x="9" y="265"/>
                    <a:pt x="0" y="256"/>
                    <a:pt x="0" y="245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57" y="0"/>
                    <a:pt x="357" y="0"/>
                    <a:pt x="357" y="0"/>
                  </a:cubicBezTo>
                  <a:cubicBezTo>
                    <a:pt x="368" y="0"/>
                    <a:pt x="377" y="9"/>
                    <a:pt x="377" y="20"/>
                  </a:cubicBezTo>
                  <a:cubicBezTo>
                    <a:pt x="377" y="245"/>
                    <a:pt x="377" y="245"/>
                    <a:pt x="377" y="245"/>
                  </a:cubicBezTo>
                  <a:cubicBezTo>
                    <a:pt x="377" y="256"/>
                    <a:pt x="368" y="265"/>
                    <a:pt x="357" y="265"/>
                  </a:cubicBezTo>
                  <a:close/>
                  <a:moveTo>
                    <a:pt x="20" y="17"/>
                  </a:moveTo>
                  <a:cubicBezTo>
                    <a:pt x="18" y="17"/>
                    <a:pt x="17" y="19"/>
                    <a:pt x="17" y="20"/>
                  </a:cubicBezTo>
                  <a:cubicBezTo>
                    <a:pt x="17" y="245"/>
                    <a:pt x="17" y="245"/>
                    <a:pt x="17" y="245"/>
                  </a:cubicBezTo>
                  <a:cubicBezTo>
                    <a:pt x="17" y="246"/>
                    <a:pt x="18" y="248"/>
                    <a:pt x="20" y="248"/>
                  </a:cubicBezTo>
                  <a:cubicBezTo>
                    <a:pt x="357" y="248"/>
                    <a:pt x="357" y="248"/>
                    <a:pt x="357" y="248"/>
                  </a:cubicBezTo>
                  <a:cubicBezTo>
                    <a:pt x="359" y="248"/>
                    <a:pt x="360" y="246"/>
                    <a:pt x="360" y="245"/>
                  </a:cubicBezTo>
                  <a:cubicBezTo>
                    <a:pt x="360" y="20"/>
                    <a:pt x="360" y="20"/>
                    <a:pt x="360" y="20"/>
                  </a:cubicBezTo>
                  <a:cubicBezTo>
                    <a:pt x="360" y="19"/>
                    <a:pt x="359" y="17"/>
                    <a:pt x="357" y="17"/>
                  </a:cubicBezTo>
                  <a:lnTo>
                    <a:pt x="20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29" name="Freeform 29"/>
            <p:cNvSpPr/>
            <p:nvPr/>
          </p:nvSpPr>
          <p:spPr bwMode="auto">
            <a:xfrm>
              <a:off x="6644" y="2812"/>
              <a:ext cx="624" cy="50"/>
            </a:xfrm>
            <a:custGeom>
              <a:avLst/>
              <a:gdLst>
                <a:gd name="T0" fmla="*/ 453 w 465"/>
                <a:gd name="T1" fmla="*/ 37 h 37"/>
                <a:gd name="T2" fmla="*/ 12 w 465"/>
                <a:gd name="T3" fmla="*/ 37 h 37"/>
                <a:gd name="T4" fmla="*/ 0 w 465"/>
                <a:gd name="T5" fmla="*/ 24 h 37"/>
                <a:gd name="T6" fmla="*/ 0 w 465"/>
                <a:gd name="T7" fmla="*/ 13 h 37"/>
                <a:gd name="T8" fmla="*/ 12 w 465"/>
                <a:gd name="T9" fmla="*/ 0 h 37"/>
                <a:gd name="T10" fmla="*/ 453 w 465"/>
                <a:gd name="T11" fmla="*/ 0 h 37"/>
                <a:gd name="T12" fmla="*/ 465 w 465"/>
                <a:gd name="T13" fmla="*/ 13 h 37"/>
                <a:gd name="T14" fmla="*/ 465 w 465"/>
                <a:gd name="T15" fmla="*/ 24 h 37"/>
                <a:gd name="T16" fmla="*/ 453 w 465"/>
                <a:gd name="T1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5" h="37">
                  <a:moveTo>
                    <a:pt x="453" y="37"/>
                  </a:moveTo>
                  <a:cubicBezTo>
                    <a:pt x="12" y="37"/>
                    <a:pt x="12" y="37"/>
                    <a:pt x="12" y="37"/>
                  </a:cubicBezTo>
                  <a:cubicBezTo>
                    <a:pt x="5" y="37"/>
                    <a:pt x="0" y="31"/>
                    <a:pt x="0" y="24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453" y="0"/>
                    <a:pt x="453" y="0"/>
                    <a:pt x="453" y="0"/>
                  </a:cubicBezTo>
                  <a:cubicBezTo>
                    <a:pt x="460" y="0"/>
                    <a:pt x="465" y="6"/>
                    <a:pt x="465" y="13"/>
                  </a:cubicBezTo>
                  <a:cubicBezTo>
                    <a:pt x="465" y="24"/>
                    <a:pt x="465" y="24"/>
                    <a:pt x="465" y="24"/>
                  </a:cubicBezTo>
                  <a:cubicBezTo>
                    <a:pt x="465" y="31"/>
                    <a:pt x="460" y="37"/>
                    <a:pt x="453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30" name="Freeform 30"/>
            <p:cNvSpPr>
              <a:spLocks noEditPoints="1"/>
            </p:cNvSpPr>
            <p:nvPr/>
          </p:nvSpPr>
          <p:spPr bwMode="auto">
            <a:xfrm>
              <a:off x="6713" y="2442"/>
              <a:ext cx="485" cy="53"/>
            </a:xfrm>
            <a:custGeom>
              <a:avLst/>
              <a:gdLst>
                <a:gd name="T0" fmla="*/ 349 w 361"/>
                <a:gd name="T1" fmla="*/ 0 h 40"/>
                <a:gd name="T2" fmla="*/ 12 w 361"/>
                <a:gd name="T3" fmla="*/ 0 h 40"/>
                <a:gd name="T4" fmla="*/ 0 w 361"/>
                <a:gd name="T5" fmla="*/ 11 h 40"/>
                <a:gd name="T6" fmla="*/ 0 w 361"/>
                <a:gd name="T7" fmla="*/ 40 h 40"/>
                <a:gd name="T8" fmla="*/ 361 w 361"/>
                <a:gd name="T9" fmla="*/ 40 h 40"/>
                <a:gd name="T10" fmla="*/ 361 w 361"/>
                <a:gd name="T11" fmla="*/ 11 h 40"/>
                <a:gd name="T12" fmla="*/ 349 w 361"/>
                <a:gd name="T13" fmla="*/ 0 h 40"/>
                <a:gd name="T14" fmla="*/ 180 w 361"/>
                <a:gd name="T15" fmla="*/ 29 h 40"/>
                <a:gd name="T16" fmla="*/ 171 w 361"/>
                <a:gd name="T17" fmla="*/ 20 h 40"/>
                <a:gd name="T18" fmla="*/ 180 w 361"/>
                <a:gd name="T19" fmla="*/ 10 h 40"/>
                <a:gd name="T20" fmla="*/ 190 w 361"/>
                <a:gd name="T21" fmla="*/ 20 h 40"/>
                <a:gd name="T22" fmla="*/ 180 w 361"/>
                <a:gd name="T23" fmla="*/ 2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1" h="40">
                  <a:moveTo>
                    <a:pt x="349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5"/>
                    <a:pt x="0" y="1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361" y="40"/>
                    <a:pt x="361" y="40"/>
                    <a:pt x="361" y="40"/>
                  </a:cubicBezTo>
                  <a:cubicBezTo>
                    <a:pt x="361" y="11"/>
                    <a:pt x="361" y="11"/>
                    <a:pt x="361" y="11"/>
                  </a:cubicBezTo>
                  <a:cubicBezTo>
                    <a:pt x="361" y="5"/>
                    <a:pt x="355" y="0"/>
                    <a:pt x="349" y="0"/>
                  </a:cubicBezTo>
                  <a:close/>
                  <a:moveTo>
                    <a:pt x="180" y="29"/>
                  </a:moveTo>
                  <a:cubicBezTo>
                    <a:pt x="175" y="29"/>
                    <a:pt x="171" y="25"/>
                    <a:pt x="171" y="20"/>
                  </a:cubicBezTo>
                  <a:cubicBezTo>
                    <a:pt x="171" y="14"/>
                    <a:pt x="175" y="10"/>
                    <a:pt x="180" y="10"/>
                  </a:cubicBezTo>
                  <a:cubicBezTo>
                    <a:pt x="186" y="10"/>
                    <a:pt x="190" y="14"/>
                    <a:pt x="190" y="20"/>
                  </a:cubicBezTo>
                  <a:cubicBezTo>
                    <a:pt x="190" y="25"/>
                    <a:pt x="186" y="29"/>
                    <a:pt x="180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31" name="Freeform 31"/>
            <p:cNvSpPr/>
            <p:nvPr/>
          </p:nvSpPr>
          <p:spPr bwMode="auto">
            <a:xfrm>
              <a:off x="7056" y="2618"/>
              <a:ext cx="43" cy="56"/>
            </a:xfrm>
            <a:custGeom>
              <a:avLst/>
              <a:gdLst>
                <a:gd name="T0" fmla="*/ 24 w 32"/>
                <a:gd name="T1" fmla="*/ 42 h 42"/>
                <a:gd name="T2" fmla="*/ 18 w 32"/>
                <a:gd name="T3" fmla="*/ 39 h 42"/>
                <a:gd name="T4" fmla="*/ 2 w 32"/>
                <a:gd name="T5" fmla="*/ 12 h 42"/>
                <a:gd name="T6" fmla="*/ 4 w 32"/>
                <a:gd name="T7" fmla="*/ 2 h 42"/>
                <a:gd name="T8" fmla="*/ 14 w 32"/>
                <a:gd name="T9" fmla="*/ 5 h 42"/>
                <a:gd name="T10" fmla="*/ 30 w 32"/>
                <a:gd name="T11" fmla="*/ 32 h 42"/>
                <a:gd name="T12" fmla="*/ 28 w 32"/>
                <a:gd name="T13" fmla="*/ 41 h 42"/>
                <a:gd name="T14" fmla="*/ 24 w 32"/>
                <a:gd name="T1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2">
                  <a:moveTo>
                    <a:pt x="24" y="42"/>
                  </a:moveTo>
                  <a:cubicBezTo>
                    <a:pt x="22" y="42"/>
                    <a:pt x="19" y="41"/>
                    <a:pt x="18" y="39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9"/>
                    <a:pt x="1" y="4"/>
                    <a:pt x="4" y="2"/>
                  </a:cubicBezTo>
                  <a:cubicBezTo>
                    <a:pt x="8" y="0"/>
                    <a:pt x="12" y="1"/>
                    <a:pt x="14" y="5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2" y="35"/>
                    <a:pt x="31" y="39"/>
                    <a:pt x="28" y="41"/>
                  </a:cubicBezTo>
                  <a:cubicBezTo>
                    <a:pt x="26" y="42"/>
                    <a:pt x="25" y="42"/>
                    <a:pt x="24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2048" name="Freeform 32"/>
            <p:cNvSpPr/>
            <p:nvPr/>
          </p:nvSpPr>
          <p:spPr bwMode="auto">
            <a:xfrm>
              <a:off x="7028" y="2568"/>
              <a:ext cx="76" cy="93"/>
            </a:xfrm>
            <a:custGeom>
              <a:avLst/>
              <a:gdLst>
                <a:gd name="T0" fmla="*/ 12 w 57"/>
                <a:gd name="T1" fmla="*/ 65 h 69"/>
                <a:gd name="T2" fmla="*/ 1 w 57"/>
                <a:gd name="T3" fmla="*/ 6 h 69"/>
                <a:gd name="T4" fmla="*/ 8 w 57"/>
                <a:gd name="T5" fmla="*/ 2 h 69"/>
                <a:gd name="T6" fmla="*/ 54 w 57"/>
                <a:gd name="T7" fmla="*/ 40 h 69"/>
                <a:gd name="T8" fmla="*/ 51 w 57"/>
                <a:gd name="T9" fmla="*/ 47 h 69"/>
                <a:gd name="T10" fmla="*/ 32 w 57"/>
                <a:gd name="T11" fmla="*/ 47 h 69"/>
                <a:gd name="T12" fmla="*/ 28 w 57"/>
                <a:gd name="T13" fmla="*/ 49 h 69"/>
                <a:gd name="T14" fmla="*/ 20 w 57"/>
                <a:gd name="T15" fmla="*/ 66 h 69"/>
                <a:gd name="T16" fmla="*/ 12 w 57"/>
                <a:gd name="T17" fmla="*/ 6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69">
                  <a:moveTo>
                    <a:pt x="12" y="65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0" y="3"/>
                    <a:pt x="5" y="0"/>
                    <a:pt x="8" y="2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7" y="42"/>
                    <a:pt x="55" y="47"/>
                    <a:pt x="51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29" y="47"/>
                    <a:pt x="28" y="49"/>
                  </a:cubicBezTo>
                  <a:cubicBezTo>
                    <a:pt x="20" y="66"/>
                    <a:pt x="20" y="66"/>
                    <a:pt x="20" y="66"/>
                  </a:cubicBezTo>
                  <a:cubicBezTo>
                    <a:pt x="18" y="69"/>
                    <a:pt x="13" y="69"/>
                    <a:pt x="12" y="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2050" name="TextBox 2049"/>
          <p:cNvSpPr txBox="1"/>
          <p:nvPr/>
        </p:nvSpPr>
        <p:spPr>
          <a:xfrm>
            <a:off x="7600776" y="521140"/>
            <a:ext cx="899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20XX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99747" y="539460"/>
            <a:ext cx="31949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You can key in or paste your texts here. </a:t>
            </a:r>
            <a:endParaRPr lang="en-GB" sz="1000" dirty="0">
              <a:solidFill>
                <a:schemeClr val="bg1">
                  <a:lumMod val="65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39679" y="1107412"/>
            <a:ext cx="899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20XX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38651" y="1125733"/>
            <a:ext cx="31949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You can key in or paste your texts here. </a:t>
            </a:r>
            <a:endParaRPr lang="en-GB" sz="1000" dirty="0">
              <a:solidFill>
                <a:schemeClr val="bg1">
                  <a:lumMod val="65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63296" y="1978265"/>
            <a:ext cx="899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20XX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62267" y="1996587"/>
            <a:ext cx="31949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You can key in or paste your texts here. </a:t>
            </a:r>
            <a:endParaRPr lang="en-GB" sz="1000" dirty="0">
              <a:solidFill>
                <a:schemeClr val="bg1">
                  <a:lumMod val="65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6592" y="3206014"/>
            <a:ext cx="899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20XX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5563" y="3224336"/>
            <a:ext cx="31949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You can key in or paste your texts here. </a:t>
            </a:r>
            <a:endParaRPr lang="en-GB" sz="1000" dirty="0">
              <a:solidFill>
                <a:schemeClr val="bg1">
                  <a:lumMod val="65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317236" y="4423593"/>
            <a:ext cx="899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20XX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16207" y="4441915"/>
            <a:ext cx="31949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You can key in or paste your texts here. </a:t>
            </a:r>
            <a:endParaRPr lang="en-GB" sz="1000" dirty="0">
              <a:solidFill>
                <a:schemeClr val="bg1">
                  <a:lumMod val="65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135606" y="5407344"/>
            <a:ext cx="899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20XX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34578" y="5425665"/>
            <a:ext cx="31949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You can key in or paste your texts here. </a:t>
            </a:r>
            <a:endParaRPr lang="en-GB" sz="1000" dirty="0">
              <a:solidFill>
                <a:schemeClr val="bg1">
                  <a:lumMod val="65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381650" y="6071718"/>
            <a:ext cx="899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20XX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80622" y="6090040"/>
            <a:ext cx="31949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You can key in or paste your texts here. </a:t>
            </a:r>
            <a:endParaRPr lang="en-GB" sz="1000" dirty="0">
              <a:solidFill>
                <a:schemeClr val="bg1">
                  <a:lumMod val="65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2051" name="TextBox 2050"/>
          <p:cNvSpPr txBox="1"/>
          <p:nvPr/>
        </p:nvSpPr>
        <p:spPr>
          <a:xfrm>
            <a:off x="8133504" y="3136341"/>
            <a:ext cx="126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SUPPORT</a:t>
            </a:r>
          </a:p>
        </p:txBody>
      </p:sp>
      <p:grpSp>
        <p:nvGrpSpPr>
          <p:cNvPr id="51" name="Group 41"/>
          <p:cNvGrpSpPr>
            <a:grpSpLocks noChangeAspect="1"/>
          </p:cNvGrpSpPr>
          <p:nvPr/>
        </p:nvGrpSpPr>
        <p:grpSpPr bwMode="auto">
          <a:xfrm>
            <a:off x="8611524" y="1007727"/>
            <a:ext cx="283569" cy="310379"/>
            <a:chOff x="639" y="2007"/>
            <a:chExt cx="275" cy="301"/>
          </a:xfrm>
          <a:solidFill>
            <a:schemeClr val="bg1"/>
          </a:solidFill>
        </p:grpSpPr>
        <p:sp>
          <p:nvSpPr>
            <p:cNvPr id="52" name="Freeform 43"/>
            <p:cNvSpPr>
              <a:spLocks noEditPoints="1"/>
            </p:cNvSpPr>
            <p:nvPr/>
          </p:nvSpPr>
          <p:spPr bwMode="auto">
            <a:xfrm>
              <a:off x="639" y="2158"/>
              <a:ext cx="275" cy="150"/>
            </a:xfrm>
            <a:custGeom>
              <a:avLst/>
              <a:gdLst>
                <a:gd name="T0" fmla="*/ 522 w 3023"/>
                <a:gd name="T1" fmla="*/ 710 h 1645"/>
                <a:gd name="T2" fmla="*/ 488 w 3023"/>
                <a:gd name="T3" fmla="*/ 729 h 1645"/>
                <a:gd name="T4" fmla="*/ 468 w 3023"/>
                <a:gd name="T5" fmla="*/ 764 h 1645"/>
                <a:gd name="T6" fmla="*/ 465 w 3023"/>
                <a:gd name="T7" fmla="*/ 1169 h 1645"/>
                <a:gd name="T8" fmla="*/ 476 w 3023"/>
                <a:gd name="T9" fmla="*/ 1208 h 1645"/>
                <a:gd name="T10" fmla="*/ 504 w 3023"/>
                <a:gd name="T11" fmla="*/ 1235 h 1645"/>
                <a:gd name="T12" fmla="*/ 543 w 3023"/>
                <a:gd name="T13" fmla="*/ 1245 h 1645"/>
                <a:gd name="T14" fmla="*/ 2502 w 3023"/>
                <a:gd name="T15" fmla="*/ 1243 h 1645"/>
                <a:gd name="T16" fmla="*/ 2535 w 3023"/>
                <a:gd name="T17" fmla="*/ 1223 h 1645"/>
                <a:gd name="T18" fmla="*/ 2555 w 3023"/>
                <a:gd name="T19" fmla="*/ 1189 h 1645"/>
                <a:gd name="T20" fmla="*/ 2558 w 3023"/>
                <a:gd name="T21" fmla="*/ 785 h 1645"/>
                <a:gd name="T22" fmla="*/ 2548 w 3023"/>
                <a:gd name="T23" fmla="*/ 745 h 1645"/>
                <a:gd name="T24" fmla="*/ 2519 w 3023"/>
                <a:gd name="T25" fmla="*/ 718 h 1645"/>
                <a:gd name="T26" fmla="*/ 2481 w 3023"/>
                <a:gd name="T27" fmla="*/ 708 h 1645"/>
                <a:gd name="T28" fmla="*/ 543 w 3023"/>
                <a:gd name="T29" fmla="*/ 0 h 1645"/>
                <a:gd name="T30" fmla="*/ 731 w 3023"/>
                <a:gd name="T31" fmla="*/ 171 h 1645"/>
                <a:gd name="T32" fmla="*/ 730 w 3023"/>
                <a:gd name="T33" fmla="*/ 235 h 1645"/>
                <a:gd name="T34" fmla="*/ 747 w 3023"/>
                <a:gd name="T35" fmla="*/ 297 h 1645"/>
                <a:gd name="T36" fmla="*/ 779 w 3023"/>
                <a:gd name="T37" fmla="*/ 352 h 1645"/>
                <a:gd name="T38" fmla="*/ 828 w 3023"/>
                <a:gd name="T39" fmla="*/ 397 h 1645"/>
                <a:gd name="T40" fmla="*/ 886 w 3023"/>
                <a:gd name="T41" fmla="*/ 426 h 1645"/>
                <a:gd name="T42" fmla="*/ 949 w 3023"/>
                <a:gd name="T43" fmla="*/ 438 h 1645"/>
                <a:gd name="T44" fmla="*/ 1013 w 3023"/>
                <a:gd name="T45" fmla="*/ 432 h 1645"/>
                <a:gd name="T46" fmla="*/ 1075 w 3023"/>
                <a:gd name="T47" fmla="*/ 408 h 1645"/>
                <a:gd name="T48" fmla="*/ 1949 w 3023"/>
                <a:gd name="T49" fmla="*/ 408 h 1645"/>
                <a:gd name="T50" fmla="*/ 2004 w 3023"/>
                <a:gd name="T51" fmla="*/ 431 h 1645"/>
                <a:gd name="T52" fmla="*/ 2063 w 3023"/>
                <a:gd name="T53" fmla="*/ 438 h 1645"/>
                <a:gd name="T54" fmla="*/ 2132 w 3023"/>
                <a:gd name="T55" fmla="*/ 428 h 1645"/>
                <a:gd name="T56" fmla="*/ 2196 w 3023"/>
                <a:gd name="T57" fmla="*/ 397 h 1645"/>
                <a:gd name="T58" fmla="*/ 2244 w 3023"/>
                <a:gd name="T59" fmla="*/ 352 h 1645"/>
                <a:gd name="T60" fmla="*/ 2276 w 3023"/>
                <a:gd name="T61" fmla="*/ 297 h 1645"/>
                <a:gd name="T62" fmla="*/ 2293 w 3023"/>
                <a:gd name="T63" fmla="*/ 235 h 1645"/>
                <a:gd name="T64" fmla="*/ 2292 w 3023"/>
                <a:gd name="T65" fmla="*/ 171 h 1645"/>
                <a:gd name="T66" fmla="*/ 2481 w 3023"/>
                <a:gd name="T67" fmla="*/ 0 h 1645"/>
                <a:gd name="T68" fmla="*/ 2532 w 3023"/>
                <a:gd name="T69" fmla="*/ 9 h 1645"/>
                <a:gd name="T70" fmla="*/ 2577 w 3023"/>
                <a:gd name="T71" fmla="*/ 34 h 1645"/>
                <a:gd name="T72" fmla="*/ 2985 w 3023"/>
                <a:gd name="T73" fmla="*/ 361 h 1645"/>
                <a:gd name="T74" fmla="*/ 3013 w 3023"/>
                <a:gd name="T75" fmla="*/ 408 h 1645"/>
                <a:gd name="T76" fmla="*/ 3023 w 3023"/>
                <a:gd name="T77" fmla="*/ 462 h 1645"/>
                <a:gd name="T78" fmla="*/ 3020 w 3023"/>
                <a:gd name="T79" fmla="*/ 1522 h 1645"/>
                <a:gd name="T80" fmla="*/ 2997 w 3023"/>
                <a:gd name="T81" fmla="*/ 1577 h 1645"/>
                <a:gd name="T82" fmla="*/ 2955 w 3023"/>
                <a:gd name="T83" fmla="*/ 1619 h 1645"/>
                <a:gd name="T84" fmla="*/ 2900 w 3023"/>
                <a:gd name="T85" fmla="*/ 1641 h 1645"/>
                <a:gd name="T86" fmla="*/ 155 w 3023"/>
                <a:gd name="T87" fmla="*/ 1645 h 1645"/>
                <a:gd name="T88" fmla="*/ 95 w 3023"/>
                <a:gd name="T89" fmla="*/ 1633 h 1645"/>
                <a:gd name="T90" fmla="*/ 46 w 3023"/>
                <a:gd name="T91" fmla="*/ 1600 h 1645"/>
                <a:gd name="T92" fmla="*/ 13 w 3023"/>
                <a:gd name="T93" fmla="*/ 1551 h 1645"/>
                <a:gd name="T94" fmla="*/ 0 w 3023"/>
                <a:gd name="T95" fmla="*/ 1491 h 1645"/>
                <a:gd name="T96" fmla="*/ 3 w 3023"/>
                <a:gd name="T97" fmla="*/ 434 h 1645"/>
                <a:gd name="T98" fmla="*/ 22 w 3023"/>
                <a:gd name="T99" fmla="*/ 383 h 1645"/>
                <a:gd name="T100" fmla="*/ 59 w 3023"/>
                <a:gd name="T101" fmla="*/ 341 h 1645"/>
                <a:gd name="T102" fmla="*/ 467 w 3023"/>
                <a:gd name="T103" fmla="*/ 19 h 1645"/>
                <a:gd name="T104" fmla="*/ 516 w 3023"/>
                <a:gd name="T105" fmla="*/ 2 h 1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23" h="1645">
                  <a:moveTo>
                    <a:pt x="543" y="708"/>
                  </a:moveTo>
                  <a:lnTo>
                    <a:pt x="522" y="710"/>
                  </a:lnTo>
                  <a:lnTo>
                    <a:pt x="504" y="718"/>
                  </a:lnTo>
                  <a:lnTo>
                    <a:pt x="488" y="729"/>
                  </a:lnTo>
                  <a:lnTo>
                    <a:pt x="476" y="745"/>
                  </a:lnTo>
                  <a:lnTo>
                    <a:pt x="468" y="764"/>
                  </a:lnTo>
                  <a:lnTo>
                    <a:pt x="465" y="785"/>
                  </a:lnTo>
                  <a:lnTo>
                    <a:pt x="465" y="1169"/>
                  </a:lnTo>
                  <a:lnTo>
                    <a:pt x="468" y="1189"/>
                  </a:lnTo>
                  <a:lnTo>
                    <a:pt x="476" y="1208"/>
                  </a:lnTo>
                  <a:lnTo>
                    <a:pt x="488" y="1223"/>
                  </a:lnTo>
                  <a:lnTo>
                    <a:pt x="504" y="1235"/>
                  </a:lnTo>
                  <a:lnTo>
                    <a:pt x="522" y="1243"/>
                  </a:lnTo>
                  <a:lnTo>
                    <a:pt x="543" y="1245"/>
                  </a:lnTo>
                  <a:lnTo>
                    <a:pt x="2481" y="1245"/>
                  </a:lnTo>
                  <a:lnTo>
                    <a:pt x="2502" y="1243"/>
                  </a:lnTo>
                  <a:lnTo>
                    <a:pt x="2519" y="1235"/>
                  </a:lnTo>
                  <a:lnTo>
                    <a:pt x="2535" y="1223"/>
                  </a:lnTo>
                  <a:lnTo>
                    <a:pt x="2548" y="1208"/>
                  </a:lnTo>
                  <a:lnTo>
                    <a:pt x="2555" y="1189"/>
                  </a:lnTo>
                  <a:lnTo>
                    <a:pt x="2558" y="1169"/>
                  </a:lnTo>
                  <a:lnTo>
                    <a:pt x="2558" y="785"/>
                  </a:lnTo>
                  <a:lnTo>
                    <a:pt x="2555" y="764"/>
                  </a:lnTo>
                  <a:lnTo>
                    <a:pt x="2548" y="745"/>
                  </a:lnTo>
                  <a:lnTo>
                    <a:pt x="2535" y="729"/>
                  </a:lnTo>
                  <a:lnTo>
                    <a:pt x="2519" y="718"/>
                  </a:lnTo>
                  <a:lnTo>
                    <a:pt x="2502" y="710"/>
                  </a:lnTo>
                  <a:lnTo>
                    <a:pt x="2481" y="708"/>
                  </a:lnTo>
                  <a:lnTo>
                    <a:pt x="543" y="708"/>
                  </a:lnTo>
                  <a:close/>
                  <a:moveTo>
                    <a:pt x="543" y="0"/>
                  </a:moveTo>
                  <a:lnTo>
                    <a:pt x="758" y="0"/>
                  </a:lnTo>
                  <a:lnTo>
                    <a:pt x="731" y="171"/>
                  </a:lnTo>
                  <a:lnTo>
                    <a:pt x="728" y="203"/>
                  </a:lnTo>
                  <a:lnTo>
                    <a:pt x="730" y="235"/>
                  </a:lnTo>
                  <a:lnTo>
                    <a:pt x="736" y="267"/>
                  </a:lnTo>
                  <a:lnTo>
                    <a:pt x="747" y="297"/>
                  </a:lnTo>
                  <a:lnTo>
                    <a:pt x="762" y="326"/>
                  </a:lnTo>
                  <a:lnTo>
                    <a:pt x="779" y="352"/>
                  </a:lnTo>
                  <a:lnTo>
                    <a:pt x="801" y="376"/>
                  </a:lnTo>
                  <a:lnTo>
                    <a:pt x="828" y="397"/>
                  </a:lnTo>
                  <a:lnTo>
                    <a:pt x="856" y="413"/>
                  </a:lnTo>
                  <a:lnTo>
                    <a:pt x="886" y="426"/>
                  </a:lnTo>
                  <a:lnTo>
                    <a:pt x="917" y="434"/>
                  </a:lnTo>
                  <a:lnTo>
                    <a:pt x="949" y="438"/>
                  </a:lnTo>
                  <a:lnTo>
                    <a:pt x="982" y="437"/>
                  </a:lnTo>
                  <a:lnTo>
                    <a:pt x="1013" y="432"/>
                  </a:lnTo>
                  <a:lnTo>
                    <a:pt x="1044" y="423"/>
                  </a:lnTo>
                  <a:lnTo>
                    <a:pt x="1075" y="408"/>
                  </a:lnTo>
                  <a:lnTo>
                    <a:pt x="1512" y="165"/>
                  </a:lnTo>
                  <a:lnTo>
                    <a:pt x="1949" y="408"/>
                  </a:lnTo>
                  <a:lnTo>
                    <a:pt x="1976" y="422"/>
                  </a:lnTo>
                  <a:lnTo>
                    <a:pt x="2004" y="431"/>
                  </a:lnTo>
                  <a:lnTo>
                    <a:pt x="2033" y="436"/>
                  </a:lnTo>
                  <a:lnTo>
                    <a:pt x="2063" y="438"/>
                  </a:lnTo>
                  <a:lnTo>
                    <a:pt x="2097" y="435"/>
                  </a:lnTo>
                  <a:lnTo>
                    <a:pt x="2132" y="428"/>
                  </a:lnTo>
                  <a:lnTo>
                    <a:pt x="2164" y="414"/>
                  </a:lnTo>
                  <a:lnTo>
                    <a:pt x="2196" y="397"/>
                  </a:lnTo>
                  <a:lnTo>
                    <a:pt x="2222" y="376"/>
                  </a:lnTo>
                  <a:lnTo>
                    <a:pt x="2244" y="352"/>
                  </a:lnTo>
                  <a:lnTo>
                    <a:pt x="2262" y="326"/>
                  </a:lnTo>
                  <a:lnTo>
                    <a:pt x="2276" y="297"/>
                  </a:lnTo>
                  <a:lnTo>
                    <a:pt x="2287" y="267"/>
                  </a:lnTo>
                  <a:lnTo>
                    <a:pt x="2293" y="235"/>
                  </a:lnTo>
                  <a:lnTo>
                    <a:pt x="2295" y="203"/>
                  </a:lnTo>
                  <a:lnTo>
                    <a:pt x="2292" y="171"/>
                  </a:lnTo>
                  <a:lnTo>
                    <a:pt x="2265" y="0"/>
                  </a:lnTo>
                  <a:lnTo>
                    <a:pt x="2481" y="0"/>
                  </a:lnTo>
                  <a:lnTo>
                    <a:pt x="2507" y="2"/>
                  </a:lnTo>
                  <a:lnTo>
                    <a:pt x="2532" y="9"/>
                  </a:lnTo>
                  <a:lnTo>
                    <a:pt x="2555" y="19"/>
                  </a:lnTo>
                  <a:lnTo>
                    <a:pt x="2577" y="34"/>
                  </a:lnTo>
                  <a:lnTo>
                    <a:pt x="2965" y="341"/>
                  </a:lnTo>
                  <a:lnTo>
                    <a:pt x="2985" y="361"/>
                  </a:lnTo>
                  <a:lnTo>
                    <a:pt x="3001" y="383"/>
                  </a:lnTo>
                  <a:lnTo>
                    <a:pt x="3013" y="408"/>
                  </a:lnTo>
                  <a:lnTo>
                    <a:pt x="3020" y="434"/>
                  </a:lnTo>
                  <a:lnTo>
                    <a:pt x="3023" y="462"/>
                  </a:lnTo>
                  <a:lnTo>
                    <a:pt x="3023" y="1491"/>
                  </a:lnTo>
                  <a:lnTo>
                    <a:pt x="3020" y="1522"/>
                  </a:lnTo>
                  <a:lnTo>
                    <a:pt x="3011" y="1551"/>
                  </a:lnTo>
                  <a:lnTo>
                    <a:pt x="2997" y="1577"/>
                  </a:lnTo>
                  <a:lnTo>
                    <a:pt x="2977" y="1600"/>
                  </a:lnTo>
                  <a:lnTo>
                    <a:pt x="2955" y="1619"/>
                  </a:lnTo>
                  <a:lnTo>
                    <a:pt x="2929" y="1633"/>
                  </a:lnTo>
                  <a:lnTo>
                    <a:pt x="2900" y="1641"/>
                  </a:lnTo>
                  <a:lnTo>
                    <a:pt x="2868" y="1645"/>
                  </a:lnTo>
                  <a:lnTo>
                    <a:pt x="155" y="1645"/>
                  </a:lnTo>
                  <a:lnTo>
                    <a:pt x="124" y="1641"/>
                  </a:lnTo>
                  <a:lnTo>
                    <a:pt x="95" y="1633"/>
                  </a:lnTo>
                  <a:lnTo>
                    <a:pt x="68" y="1619"/>
                  </a:lnTo>
                  <a:lnTo>
                    <a:pt x="46" y="1600"/>
                  </a:lnTo>
                  <a:lnTo>
                    <a:pt x="26" y="1577"/>
                  </a:lnTo>
                  <a:lnTo>
                    <a:pt x="13" y="1551"/>
                  </a:lnTo>
                  <a:lnTo>
                    <a:pt x="3" y="1522"/>
                  </a:lnTo>
                  <a:lnTo>
                    <a:pt x="0" y="1491"/>
                  </a:lnTo>
                  <a:lnTo>
                    <a:pt x="0" y="462"/>
                  </a:lnTo>
                  <a:lnTo>
                    <a:pt x="3" y="434"/>
                  </a:lnTo>
                  <a:lnTo>
                    <a:pt x="10" y="408"/>
                  </a:lnTo>
                  <a:lnTo>
                    <a:pt x="22" y="383"/>
                  </a:lnTo>
                  <a:lnTo>
                    <a:pt x="39" y="361"/>
                  </a:lnTo>
                  <a:lnTo>
                    <a:pt x="59" y="341"/>
                  </a:lnTo>
                  <a:lnTo>
                    <a:pt x="446" y="34"/>
                  </a:lnTo>
                  <a:lnTo>
                    <a:pt x="467" y="19"/>
                  </a:lnTo>
                  <a:lnTo>
                    <a:pt x="491" y="9"/>
                  </a:lnTo>
                  <a:lnTo>
                    <a:pt x="516" y="2"/>
                  </a:lnTo>
                  <a:lnTo>
                    <a:pt x="5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53" name="Freeform 44"/>
            <p:cNvSpPr>
              <a:spLocks noEditPoints="1"/>
            </p:cNvSpPr>
            <p:nvPr/>
          </p:nvSpPr>
          <p:spPr bwMode="auto">
            <a:xfrm>
              <a:off x="688" y="2007"/>
              <a:ext cx="176" cy="177"/>
            </a:xfrm>
            <a:custGeom>
              <a:avLst/>
              <a:gdLst>
                <a:gd name="T0" fmla="*/ 997 w 1936"/>
                <a:gd name="T1" fmla="*/ 624 h 1948"/>
                <a:gd name="T2" fmla="*/ 968 w 1936"/>
                <a:gd name="T3" fmla="*/ 638 h 1948"/>
                <a:gd name="T4" fmla="*/ 948 w 1936"/>
                <a:gd name="T5" fmla="*/ 662 h 1948"/>
                <a:gd name="T6" fmla="*/ 931 w 1936"/>
                <a:gd name="T7" fmla="*/ 692 h 1948"/>
                <a:gd name="T8" fmla="*/ 913 w 1936"/>
                <a:gd name="T9" fmla="*/ 723 h 1948"/>
                <a:gd name="T10" fmla="*/ 887 w 1936"/>
                <a:gd name="T11" fmla="*/ 752 h 1948"/>
                <a:gd name="T12" fmla="*/ 849 w 1936"/>
                <a:gd name="T13" fmla="*/ 774 h 1948"/>
                <a:gd name="T14" fmla="*/ 780 w 1936"/>
                <a:gd name="T15" fmla="*/ 791 h 1948"/>
                <a:gd name="T16" fmla="*/ 737 w 1936"/>
                <a:gd name="T17" fmla="*/ 802 h 1948"/>
                <a:gd name="T18" fmla="*/ 710 w 1936"/>
                <a:gd name="T19" fmla="*/ 817 h 1948"/>
                <a:gd name="T20" fmla="*/ 697 w 1936"/>
                <a:gd name="T21" fmla="*/ 841 h 1948"/>
                <a:gd name="T22" fmla="*/ 697 w 1936"/>
                <a:gd name="T23" fmla="*/ 876 h 1948"/>
                <a:gd name="T24" fmla="*/ 708 w 1936"/>
                <a:gd name="T25" fmla="*/ 901 h 1948"/>
                <a:gd name="T26" fmla="*/ 728 w 1936"/>
                <a:gd name="T27" fmla="*/ 915 h 1948"/>
                <a:gd name="T28" fmla="*/ 756 w 1936"/>
                <a:gd name="T29" fmla="*/ 919 h 1948"/>
                <a:gd name="T30" fmla="*/ 907 w 1936"/>
                <a:gd name="T31" fmla="*/ 1359 h 1948"/>
                <a:gd name="T32" fmla="*/ 911 w 1936"/>
                <a:gd name="T33" fmla="*/ 1400 h 1948"/>
                <a:gd name="T34" fmla="*/ 927 w 1936"/>
                <a:gd name="T35" fmla="*/ 1432 h 1948"/>
                <a:gd name="T36" fmla="*/ 954 w 1936"/>
                <a:gd name="T37" fmla="*/ 1453 h 1948"/>
                <a:gd name="T38" fmla="*/ 995 w 1936"/>
                <a:gd name="T39" fmla="*/ 1461 h 1948"/>
                <a:gd name="T40" fmla="*/ 1037 w 1936"/>
                <a:gd name="T41" fmla="*/ 1453 h 1948"/>
                <a:gd name="T42" fmla="*/ 1064 w 1936"/>
                <a:gd name="T43" fmla="*/ 1432 h 1948"/>
                <a:gd name="T44" fmla="*/ 1080 w 1936"/>
                <a:gd name="T45" fmla="*/ 1400 h 1948"/>
                <a:gd name="T46" fmla="*/ 1084 w 1936"/>
                <a:gd name="T47" fmla="*/ 1359 h 1948"/>
                <a:gd name="T48" fmla="*/ 1083 w 1936"/>
                <a:gd name="T49" fmla="*/ 679 h 1948"/>
                <a:gd name="T50" fmla="*/ 1072 w 1936"/>
                <a:gd name="T51" fmla="*/ 648 h 1948"/>
                <a:gd name="T52" fmla="*/ 1054 w 1936"/>
                <a:gd name="T53" fmla="*/ 631 h 1948"/>
                <a:gd name="T54" fmla="*/ 1029 w 1936"/>
                <a:gd name="T55" fmla="*/ 623 h 1948"/>
                <a:gd name="T56" fmla="*/ 968 w 1936"/>
                <a:gd name="T57" fmla="*/ 0 h 1948"/>
                <a:gd name="T58" fmla="*/ 1002 w 1936"/>
                <a:gd name="T59" fmla="*/ 9 h 1948"/>
                <a:gd name="T60" fmla="*/ 1028 w 1936"/>
                <a:gd name="T61" fmla="*/ 29 h 1948"/>
                <a:gd name="T62" fmla="*/ 1296 w 1936"/>
                <a:gd name="T63" fmla="*/ 598 h 1948"/>
                <a:gd name="T64" fmla="*/ 1892 w 1936"/>
                <a:gd name="T65" fmla="*/ 693 h 1948"/>
                <a:gd name="T66" fmla="*/ 1923 w 1936"/>
                <a:gd name="T67" fmla="*/ 719 h 1948"/>
                <a:gd name="T68" fmla="*/ 1936 w 1936"/>
                <a:gd name="T69" fmla="*/ 754 h 1948"/>
                <a:gd name="T70" fmla="*/ 1933 w 1936"/>
                <a:gd name="T71" fmla="*/ 788 h 1948"/>
                <a:gd name="T72" fmla="*/ 1915 w 1936"/>
                <a:gd name="T73" fmla="*/ 816 h 1948"/>
                <a:gd name="T74" fmla="*/ 1595 w 1936"/>
                <a:gd name="T75" fmla="*/ 1859 h 1948"/>
                <a:gd name="T76" fmla="*/ 1593 w 1936"/>
                <a:gd name="T77" fmla="*/ 1893 h 1948"/>
                <a:gd name="T78" fmla="*/ 1576 w 1936"/>
                <a:gd name="T79" fmla="*/ 1922 h 1948"/>
                <a:gd name="T80" fmla="*/ 1549 w 1936"/>
                <a:gd name="T81" fmla="*/ 1942 h 1948"/>
                <a:gd name="T82" fmla="*/ 1519 w 1936"/>
                <a:gd name="T83" fmla="*/ 1948 h 1948"/>
                <a:gd name="T84" fmla="*/ 1481 w 1936"/>
                <a:gd name="T85" fmla="*/ 1938 h 1948"/>
                <a:gd name="T86" fmla="*/ 454 w 1936"/>
                <a:gd name="T87" fmla="*/ 1938 h 1948"/>
                <a:gd name="T88" fmla="*/ 422 w 1936"/>
                <a:gd name="T89" fmla="*/ 1948 h 1948"/>
                <a:gd name="T90" fmla="*/ 387 w 1936"/>
                <a:gd name="T91" fmla="*/ 1942 h 1948"/>
                <a:gd name="T92" fmla="*/ 359 w 1936"/>
                <a:gd name="T93" fmla="*/ 1922 h 1948"/>
                <a:gd name="T94" fmla="*/ 342 w 1936"/>
                <a:gd name="T95" fmla="*/ 1893 h 1948"/>
                <a:gd name="T96" fmla="*/ 340 w 1936"/>
                <a:gd name="T97" fmla="*/ 1859 h 1948"/>
                <a:gd name="T98" fmla="*/ 21 w 1936"/>
                <a:gd name="T99" fmla="*/ 816 h 1948"/>
                <a:gd name="T100" fmla="*/ 3 w 1936"/>
                <a:gd name="T101" fmla="*/ 788 h 1948"/>
                <a:gd name="T102" fmla="*/ 0 w 1936"/>
                <a:gd name="T103" fmla="*/ 754 h 1948"/>
                <a:gd name="T104" fmla="*/ 12 w 1936"/>
                <a:gd name="T105" fmla="*/ 719 h 1948"/>
                <a:gd name="T106" fmla="*/ 44 w 1936"/>
                <a:gd name="T107" fmla="*/ 693 h 1948"/>
                <a:gd name="T108" fmla="*/ 640 w 1936"/>
                <a:gd name="T109" fmla="*/ 598 h 1948"/>
                <a:gd name="T110" fmla="*/ 907 w 1936"/>
                <a:gd name="T111" fmla="*/ 29 h 1948"/>
                <a:gd name="T112" fmla="*/ 933 w 1936"/>
                <a:gd name="T113" fmla="*/ 9 h 1948"/>
                <a:gd name="T114" fmla="*/ 968 w 1936"/>
                <a:gd name="T115" fmla="*/ 0 h 19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936" h="1948">
                  <a:moveTo>
                    <a:pt x="1016" y="622"/>
                  </a:moveTo>
                  <a:lnTo>
                    <a:pt x="997" y="624"/>
                  </a:lnTo>
                  <a:lnTo>
                    <a:pt x="981" y="630"/>
                  </a:lnTo>
                  <a:lnTo>
                    <a:pt x="968" y="638"/>
                  </a:lnTo>
                  <a:lnTo>
                    <a:pt x="957" y="649"/>
                  </a:lnTo>
                  <a:lnTo>
                    <a:pt x="948" y="662"/>
                  </a:lnTo>
                  <a:lnTo>
                    <a:pt x="939" y="676"/>
                  </a:lnTo>
                  <a:lnTo>
                    <a:pt x="931" y="692"/>
                  </a:lnTo>
                  <a:lnTo>
                    <a:pt x="923" y="708"/>
                  </a:lnTo>
                  <a:lnTo>
                    <a:pt x="913" y="723"/>
                  </a:lnTo>
                  <a:lnTo>
                    <a:pt x="901" y="738"/>
                  </a:lnTo>
                  <a:lnTo>
                    <a:pt x="887" y="752"/>
                  </a:lnTo>
                  <a:lnTo>
                    <a:pt x="870" y="765"/>
                  </a:lnTo>
                  <a:lnTo>
                    <a:pt x="849" y="774"/>
                  </a:lnTo>
                  <a:lnTo>
                    <a:pt x="824" y="782"/>
                  </a:lnTo>
                  <a:lnTo>
                    <a:pt x="780" y="791"/>
                  </a:lnTo>
                  <a:lnTo>
                    <a:pt x="757" y="796"/>
                  </a:lnTo>
                  <a:lnTo>
                    <a:pt x="737" y="802"/>
                  </a:lnTo>
                  <a:lnTo>
                    <a:pt x="721" y="808"/>
                  </a:lnTo>
                  <a:lnTo>
                    <a:pt x="710" y="817"/>
                  </a:lnTo>
                  <a:lnTo>
                    <a:pt x="703" y="827"/>
                  </a:lnTo>
                  <a:lnTo>
                    <a:pt x="697" y="841"/>
                  </a:lnTo>
                  <a:lnTo>
                    <a:pt x="696" y="857"/>
                  </a:lnTo>
                  <a:lnTo>
                    <a:pt x="697" y="876"/>
                  </a:lnTo>
                  <a:lnTo>
                    <a:pt x="702" y="891"/>
                  </a:lnTo>
                  <a:lnTo>
                    <a:pt x="708" y="901"/>
                  </a:lnTo>
                  <a:lnTo>
                    <a:pt x="716" y="909"/>
                  </a:lnTo>
                  <a:lnTo>
                    <a:pt x="728" y="915"/>
                  </a:lnTo>
                  <a:lnTo>
                    <a:pt x="740" y="918"/>
                  </a:lnTo>
                  <a:lnTo>
                    <a:pt x="756" y="919"/>
                  </a:lnTo>
                  <a:lnTo>
                    <a:pt x="907" y="919"/>
                  </a:lnTo>
                  <a:lnTo>
                    <a:pt x="907" y="1359"/>
                  </a:lnTo>
                  <a:lnTo>
                    <a:pt x="908" y="1380"/>
                  </a:lnTo>
                  <a:lnTo>
                    <a:pt x="911" y="1400"/>
                  </a:lnTo>
                  <a:lnTo>
                    <a:pt x="917" y="1418"/>
                  </a:lnTo>
                  <a:lnTo>
                    <a:pt x="927" y="1432"/>
                  </a:lnTo>
                  <a:lnTo>
                    <a:pt x="938" y="1445"/>
                  </a:lnTo>
                  <a:lnTo>
                    <a:pt x="954" y="1453"/>
                  </a:lnTo>
                  <a:lnTo>
                    <a:pt x="973" y="1458"/>
                  </a:lnTo>
                  <a:lnTo>
                    <a:pt x="995" y="1461"/>
                  </a:lnTo>
                  <a:lnTo>
                    <a:pt x="1018" y="1458"/>
                  </a:lnTo>
                  <a:lnTo>
                    <a:pt x="1037" y="1453"/>
                  </a:lnTo>
                  <a:lnTo>
                    <a:pt x="1053" y="1445"/>
                  </a:lnTo>
                  <a:lnTo>
                    <a:pt x="1064" y="1432"/>
                  </a:lnTo>
                  <a:lnTo>
                    <a:pt x="1073" y="1418"/>
                  </a:lnTo>
                  <a:lnTo>
                    <a:pt x="1080" y="1400"/>
                  </a:lnTo>
                  <a:lnTo>
                    <a:pt x="1083" y="1380"/>
                  </a:lnTo>
                  <a:lnTo>
                    <a:pt x="1084" y="1359"/>
                  </a:lnTo>
                  <a:lnTo>
                    <a:pt x="1084" y="701"/>
                  </a:lnTo>
                  <a:lnTo>
                    <a:pt x="1083" y="679"/>
                  </a:lnTo>
                  <a:lnTo>
                    <a:pt x="1079" y="662"/>
                  </a:lnTo>
                  <a:lnTo>
                    <a:pt x="1072" y="648"/>
                  </a:lnTo>
                  <a:lnTo>
                    <a:pt x="1064" y="638"/>
                  </a:lnTo>
                  <a:lnTo>
                    <a:pt x="1054" y="631"/>
                  </a:lnTo>
                  <a:lnTo>
                    <a:pt x="1042" y="625"/>
                  </a:lnTo>
                  <a:lnTo>
                    <a:pt x="1029" y="623"/>
                  </a:lnTo>
                  <a:lnTo>
                    <a:pt x="1016" y="622"/>
                  </a:lnTo>
                  <a:close/>
                  <a:moveTo>
                    <a:pt x="968" y="0"/>
                  </a:moveTo>
                  <a:lnTo>
                    <a:pt x="985" y="2"/>
                  </a:lnTo>
                  <a:lnTo>
                    <a:pt x="1002" y="9"/>
                  </a:lnTo>
                  <a:lnTo>
                    <a:pt x="1016" y="17"/>
                  </a:lnTo>
                  <a:lnTo>
                    <a:pt x="1028" y="29"/>
                  </a:lnTo>
                  <a:lnTo>
                    <a:pt x="1038" y="45"/>
                  </a:lnTo>
                  <a:lnTo>
                    <a:pt x="1296" y="598"/>
                  </a:lnTo>
                  <a:lnTo>
                    <a:pt x="1871" y="687"/>
                  </a:lnTo>
                  <a:lnTo>
                    <a:pt x="1892" y="693"/>
                  </a:lnTo>
                  <a:lnTo>
                    <a:pt x="1909" y="703"/>
                  </a:lnTo>
                  <a:lnTo>
                    <a:pt x="1923" y="719"/>
                  </a:lnTo>
                  <a:lnTo>
                    <a:pt x="1933" y="738"/>
                  </a:lnTo>
                  <a:lnTo>
                    <a:pt x="1936" y="754"/>
                  </a:lnTo>
                  <a:lnTo>
                    <a:pt x="1936" y="771"/>
                  </a:lnTo>
                  <a:lnTo>
                    <a:pt x="1933" y="788"/>
                  </a:lnTo>
                  <a:lnTo>
                    <a:pt x="1925" y="802"/>
                  </a:lnTo>
                  <a:lnTo>
                    <a:pt x="1915" y="816"/>
                  </a:lnTo>
                  <a:lnTo>
                    <a:pt x="1496" y="1248"/>
                  </a:lnTo>
                  <a:lnTo>
                    <a:pt x="1595" y="1859"/>
                  </a:lnTo>
                  <a:lnTo>
                    <a:pt x="1596" y="1877"/>
                  </a:lnTo>
                  <a:lnTo>
                    <a:pt x="1593" y="1893"/>
                  </a:lnTo>
                  <a:lnTo>
                    <a:pt x="1586" y="1909"/>
                  </a:lnTo>
                  <a:lnTo>
                    <a:pt x="1576" y="1922"/>
                  </a:lnTo>
                  <a:lnTo>
                    <a:pt x="1563" y="1934"/>
                  </a:lnTo>
                  <a:lnTo>
                    <a:pt x="1549" y="1942"/>
                  </a:lnTo>
                  <a:lnTo>
                    <a:pt x="1534" y="1946"/>
                  </a:lnTo>
                  <a:lnTo>
                    <a:pt x="1519" y="1948"/>
                  </a:lnTo>
                  <a:lnTo>
                    <a:pt x="1499" y="1945"/>
                  </a:lnTo>
                  <a:lnTo>
                    <a:pt x="1481" y="1938"/>
                  </a:lnTo>
                  <a:lnTo>
                    <a:pt x="968" y="1653"/>
                  </a:lnTo>
                  <a:lnTo>
                    <a:pt x="454" y="1938"/>
                  </a:lnTo>
                  <a:lnTo>
                    <a:pt x="439" y="1945"/>
                  </a:lnTo>
                  <a:lnTo>
                    <a:pt x="422" y="1948"/>
                  </a:lnTo>
                  <a:lnTo>
                    <a:pt x="404" y="1947"/>
                  </a:lnTo>
                  <a:lnTo>
                    <a:pt x="387" y="1942"/>
                  </a:lnTo>
                  <a:lnTo>
                    <a:pt x="373" y="1934"/>
                  </a:lnTo>
                  <a:lnTo>
                    <a:pt x="359" y="1922"/>
                  </a:lnTo>
                  <a:lnTo>
                    <a:pt x="350" y="1909"/>
                  </a:lnTo>
                  <a:lnTo>
                    <a:pt x="342" y="1893"/>
                  </a:lnTo>
                  <a:lnTo>
                    <a:pt x="339" y="1877"/>
                  </a:lnTo>
                  <a:lnTo>
                    <a:pt x="340" y="1859"/>
                  </a:lnTo>
                  <a:lnTo>
                    <a:pt x="440" y="1247"/>
                  </a:lnTo>
                  <a:lnTo>
                    <a:pt x="21" y="816"/>
                  </a:lnTo>
                  <a:lnTo>
                    <a:pt x="10" y="802"/>
                  </a:lnTo>
                  <a:lnTo>
                    <a:pt x="3" y="788"/>
                  </a:lnTo>
                  <a:lnTo>
                    <a:pt x="0" y="771"/>
                  </a:lnTo>
                  <a:lnTo>
                    <a:pt x="0" y="754"/>
                  </a:lnTo>
                  <a:lnTo>
                    <a:pt x="3" y="738"/>
                  </a:lnTo>
                  <a:lnTo>
                    <a:pt x="12" y="719"/>
                  </a:lnTo>
                  <a:lnTo>
                    <a:pt x="26" y="703"/>
                  </a:lnTo>
                  <a:lnTo>
                    <a:pt x="44" y="693"/>
                  </a:lnTo>
                  <a:lnTo>
                    <a:pt x="65" y="687"/>
                  </a:lnTo>
                  <a:lnTo>
                    <a:pt x="640" y="598"/>
                  </a:lnTo>
                  <a:lnTo>
                    <a:pt x="897" y="45"/>
                  </a:lnTo>
                  <a:lnTo>
                    <a:pt x="907" y="29"/>
                  </a:lnTo>
                  <a:lnTo>
                    <a:pt x="918" y="17"/>
                  </a:lnTo>
                  <a:lnTo>
                    <a:pt x="933" y="9"/>
                  </a:lnTo>
                  <a:lnTo>
                    <a:pt x="950" y="2"/>
                  </a:lnTo>
                  <a:lnTo>
                    <a:pt x="9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54" name="Group 47"/>
          <p:cNvGrpSpPr>
            <a:grpSpLocks noChangeAspect="1"/>
          </p:cNvGrpSpPr>
          <p:nvPr/>
        </p:nvGrpSpPr>
        <p:grpSpPr bwMode="auto">
          <a:xfrm>
            <a:off x="6604853" y="4508632"/>
            <a:ext cx="312441" cy="310379"/>
            <a:chOff x="1276" y="2007"/>
            <a:chExt cx="303" cy="301"/>
          </a:xfrm>
          <a:solidFill>
            <a:schemeClr val="bg1"/>
          </a:solidFill>
        </p:grpSpPr>
        <p:sp>
          <p:nvSpPr>
            <p:cNvPr id="55" name="Freeform 49"/>
            <p:cNvSpPr/>
            <p:nvPr/>
          </p:nvSpPr>
          <p:spPr bwMode="auto">
            <a:xfrm>
              <a:off x="1501" y="2076"/>
              <a:ext cx="78" cy="27"/>
            </a:xfrm>
            <a:custGeom>
              <a:avLst/>
              <a:gdLst>
                <a:gd name="T0" fmla="*/ 0 w 860"/>
                <a:gd name="T1" fmla="*/ 0 h 300"/>
                <a:gd name="T2" fmla="*/ 709 w 860"/>
                <a:gd name="T3" fmla="*/ 0 h 300"/>
                <a:gd name="T4" fmla="*/ 739 w 860"/>
                <a:gd name="T5" fmla="*/ 3 h 300"/>
                <a:gd name="T6" fmla="*/ 768 w 860"/>
                <a:gd name="T7" fmla="*/ 11 h 300"/>
                <a:gd name="T8" fmla="*/ 793 w 860"/>
                <a:gd name="T9" fmla="*/ 26 h 300"/>
                <a:gd name="T10" fmla="*/ 816 w 860"/>
                <a:gd name="T11" fmla="*/ 43 h 300"/>
                <a:gd name="T12" fmla="*/ 834 w 860"/>
                <a:gd name="T13" fmla="*/ 66 h 300"/>
                <a:gd name="T14" fmla="*/ 849 w 860"/>
                <a:gd name="T15" fmla="*/ 91 h 300"/>
                <a:gd name="T16" fmla="*/ 857 w 860"/>
                <a:gd name="T17" fmla="*/ 119 h 300"/>
                <a:gd name="T18" fmla="*/ 860 w 860"/>
                <a:gd name="T19" fmla="*/ 149 h 300"/>
                <a:gd name="T20" fmla="*/ 857 w 860"/>
                <a:gd name="T21" fmla="*/ 180 h 300"/>
                <a:gd name="T22" fmla="*/ 849 w 860"/>
                <a:gd name="T23" fmla="*/ 209 h 300"/>
                <a:gd name="T24" fmla="*/ 834 w 860"/>
                <a:gd name="T25" fmla="*/ 234 h 300"/>
                <a:gd name="T26" fmla="*/ 816 w 860"/>
                <a:gd name="T27" fmla="*/ 256 h 300"/>
                <a:gd name="T28" fmla="*/ 793 w 860"/>
                <a:gd name="T29" fmla="*/ 274 h 300"/>
                <a:gd name="T30" fmla="*/ 768 w 860"/>
                <a:gd name="T31" fmla="*/ 289 h 300"/>
                <a:gd name="T32" fmla="*/ 739 w 860"/>
                <a:gd name="T33" fmla="*/ 297 h 300"/>
                <a:gd name="T34" fmla="*/ 709 w 860"/>
                <a:gd name="T35" fmla="*/ 300 h 300"/>
                <a:gd name="T36" fmla="*/ 246 w 860"/>
                <a:gd name="T37" fmla="*/ 300 h 300"/>
                <a:gd name="T38" fmla="*/ 205 w 860"/>
                <a:gd name="T39" fmla="*/ 234 h 300"/>
                <a:gd name="T40" fmla="*/ 159 w 860"/>
                <a:gd name="T41" fmla="*/ 170 h 300"/>
                <a:gd name="T42" fmla="*/ 110 w 860"/>
                <a:gd name="T43" fmla="*/ 110 h 300"/>
                <a:gd name="T44" fmla="*/ 57 w 860"/>
                <a:gd name="T45" fmla="*/ 53 h 300"/>
                <a:gd name="T46" fmla="*/ 0 w 860"/>
                <a:gd name="T47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60" h="300">
                  <a:moveTo>
                    <a:pt x="0" y="0"/>
                  </a:moveTo>
                  <a:lnTo>
                    <a:pt x="709" y="0"/>
                  </a:lnTo>
                  <a:lnTo>
                    <a:pt x="739" y="3"/>
                  </a:lnTo>
                  <a:lnTo>
                    <a:pt x="768" y="11"/>
                  </a:lnTo>
                  <a:lnTo>
                    <a:pt x="793" y="26"/>
                  </a:lnTo>
                  <a:lnTo>
                    <a:pt x="816" y="43"/>
                  </a:lnTo>
                  <a:lnTo>
                    <a:pt x="834" y="66"/>
                  </a:lnTo>
                  <a:lnTo>
                    <a:pt x="849" y="91"/>
                  </a:lnTo>
                  <a:lnTo>
                    <a:pt x="857" y="119"/>
                  </a:lnTo>
                  <a:lnTo>
                    <a:pt x="860" y="149"/>
                  </a:lnTo>
                  <a:lnTo>
                    <a:pt x="857" y="180"/>
                  </a:lnTo>
                  <a:lnTo>
                    <a:pt x="849" y="209"/>
                  </a:lnTo>
                  <a:lnTo>
                    <a:pt x="834" y="234"/>
                  </a:lnTo>
                  <a:lnTo>
                    <a:pt x="816" y="256"/>
                  </a:lnTo>
                  <a:lnTo>
                    <a:pt x="793" y="274"/>
                  </a:lnTo>
                  <a:lnTo>
                    <a:pt x="768" y="289"/>
                  </a:lnTo>
                  <a:lnTo>
                    <a:pt x="739" y="297"/>
                  </a:lnTo>
                  <a:lnTo>
                    <a:pt x="709" y="300"/>
                  </a:lnTo>
                  <a:lnTo>
                    <a:pt x="246" y="300"/>
                  </a:lnTo>
                  <a:lnTo>
                    <a:pt x="205" y="234"/>
                  </a:lnTo>
                  <a:lnTo>
                    <a:pt x="159" y="170"/>
                  </a:lnTo>
                  <a:lnTo>
                    <a:pt x="110" y="110"/>
                  </a:lnTo>
                  <a:lnTo>
                    <a:pt x="57" y="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56" name="Freeform 50"/>
            <p:cNvSpPr/>
            <p:nvPr/>
          </p:nvSpPr>
          <p:spPr bwMode="auto">
            <a:xfrm>
              <a:off x="1527" y="2111"/>
              <a:ext cx="52" cy="27"/>
            </a:xfrm>
            <a:custGeom>
              <a:avLst/>
              <a:gdLst>
                <a:gd name="T0" fmla="*/ 0 w 573"/>
                <a:gd name="T1" fmla="*/ 0 h 301"/>
                <a:gd name="T2" fmla="*/ 422 w 573"/>
                <a:gd name="T3" fmla="*/ 0 h 301"/>
                <a:gd name="T4" fmla="*/ 452 w 573"/>
                <a:gd name="T5" fmla="*/ 3 h 301"/>
                <a:gd name="T6" fmla="*/ 481 w 573"/>
                <a:gd name="T7" fmla="*/ 12 h 301"/>
                <a:gd name="T8" fmla="*/ 506 w 573"/>
                <a:gd name="T9" fmla="*/ 25 h 301"/>
                <a:gd name="T10" fmla="*/ 529 w 573"/>
                <a:gd name="T11" fmla="*/ 44 h 301"/>
                <a:gd name="T12" fmla="*/ 547 w 573"/>
                <a:gd name="T13" fmla="*/ 66 h 301"/>
                <a:gd name="T14" fmla="*/ 562 w 573"/>
                <a:gd name="T15" fmla="*/ 92 h 301"/>
                <a:gd name="T16" fmla="*/ 570 w 573"/>
                <a:gd name="T17" fmla="*/ 120 h 301"/>
                <a:gd name="T18" fmla="*/ 573 w 573"/>
                <a:gd name="T19" fmla="*/ 150 h 301"/>
                <a:gd name="T20" fmla="*/ 570 w 573"/>
                <a:gd name="T21" fmla="*/ 180 h 301"/>
                <a:gd name="T22" fmla="*/ 562 w 573"/>
                <a:gd name="T23" fmla="*/ 208 h 301"/>
                <a:gd name="T24" fmla="*/ 547 w 573"/>
                <a:gd name="T25" fmla="*/ 234 h 301"/>
                <a:gd name="T26" fmla="*/ 529 w 573"/>
                <a:gd name="T27" fmla="*/ 256 h 301"/>
                <a:gd name="T28" fmla="*/ 506 w 573"/>
                <a:gd name="T29" fmla="*/ 275 h 301"/>
                <a:gd name="T30" fmla="*/ 481 w 573"/>
                <a:gd name="T31" fmla="*/ 288 h 301"/>
                <a:gd name="T32" fmla="*/ 452 w 573"/>
                <a:gd name="T33" fmla="*/ 298 h 301"/>
                <a:gd name="T34" fmla="*/ 422 w 573"/>
                <a:gd name="T35" fmla="*/ 301 h 301"/>
                <a:gd name="T36" fmla="*/ 98 w 573"/>
                <a:gd name="T37" fmla="*/ 301 h 301"/>
                <a:gd name="T38" fmla="*/ 81 w 573"/>
                <a:gd name="T39" fmla="*/ 222 h 301"/>
                <a:gd name="T40" fmla="*/ 59 w 573"/>
                <a:gd name="T41" fmla="*/ 146 h 301"/>
                <a:gd name="T42" fmla="*/ 32 w 573"/>
                <a:gd name="T43" fmla="*/ 72 h 301"/>
                <a:gd name="T44" fmla="*/ 0 w 573"/>
                <a:gd name="T45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73" h="301">
                  <a:moveTo>
                    <a:pt x="0" y="0"/>
                  </a:moveTo>
                  <a:lnTo>
                    <a:pt x="422" y="0"/>
                  </a:lnTo>
                  <a:lnTo>
                    <a:pt x="452" y="3"/>
                  </a:lnTo>
                  <a:lnTo>
                    <a:pt x="481" y="12"/>
                  </a:lnTo>
                  <a:lnTo>
                    <a:pt x="506" y="25"/>
                  </a:lnTo>
                  <a:lnTo>
                    <a:pt x="529" y="44"/>
                  </a:lnTo>
                  <a:lnTo>
                    <a:pt x="547" y="66"/>
                  </a:lnTo>
                  <a:lnTo>
                    <a:pt x="562" y="92"/>
                  </a:lnTo>
                  <a:lnTo>
                    <a:pt x="570" y="120"/>
                  </a:lnTo>
                  <a:lnTo>
                    <a:pt x="573" y="150"/>
                  </a:lnTo>
                  <a:lnTo>
                    <a:pt x="570" y="180"/>
                  </a:lnTo>
                  <a:lnTo>
                    <a:pt x="562" y="208"/>
                  </a:lnTo>
                  <a:lnTo>
                    <a:pt x="547" y="234"/>
                  </a:lnTo>
                  <a:lnTo>
                    <a:pt x="529" y="256"/>
                  </a:lnTo>
                  <a:lnTo>
                    <a:pt x="506" y="275"/>
                  </a:lnTo>
                  <a:lnTo>
                    <a:pt x="481" y="288"/>
                  </a:lnTo>
                  <a:lnTo>
                    <a:pt x="452" y="298"/>
                  </a:lnTo>
                  <a:lnTo>
                    <a:pt x="422" y="301"/>
                  </a:lnTo>
                  <a:lnTo>
                    <a:pt x="98" y="301"/>
                  </a:lnTo>
                  <a:lnTo>
                    <a:pt x="81" y="222"/>
                  </a:lnTo>
                  <a:lnTo>
                    <a:pt x="59" y="146"/>
                  </a:lnTo>
                  <a:lnTo>
                    <a:pt x="32" y="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57" name="Freeform 51"/>
            <p:cNvSpPr/>
            <p:nvPr/>
          </p:nvSpPr>
          <p:spPr bwMode="auto">
            <a:xfrm>
              <a:off x="1450" y="2042"/>
              <a:ext cx="129" cy="27"/>
            </a:xfrm>
            <a:custGeom>
              <a:avLst/>
              <a:gdLst>
                <a:gd name="T0" fmla="*/ 142 w 1414"/>
                <a:gd name="T1" fmla="*/ 0 h 302"/>
                <a:gd name="T2" fmla="*/ 1263 w 1414"/>
                <a:gd name="T3" fmla="*/ 0 h 302"/>
                <a:gd name="T4" fmla="*/ 1293 w 1414"/>
                <a:gd name="T5" fmla="*/ 3 h 302"/>
                <a:gd name="T6" fmla="*/ 1322 w 1414"/>
                <a:gd name="T7" fmla="*/ 12 h 302"/>
                <a:gd name="T8" fmla="*/ 1347 w 1414"/>
                <a:gd name="T9" fmla="*/ 26 h 302"/>
                <a:gd name="T10" fmla="*/ 1370 w 1414"/>
                <a:gd name="T11" fmla="*/ 45 h 302"/>
                <a:gd name="T12" fmla="*/ 1388 w 1414"/>
                <a:gd name="T13" fmla="*/ 66 h 302"/>
                <a:gd name="T14" fmla="*/ 1403 w 1414"/>
                <a:gd name="T15" fmla="*/ 92 h 302"/>
                <a:gd name="T16" fmla="*/ 1411 w 1414"/>
                <a:gd name="T17" fmla="*/ 121 h 302"/>
                <a:gd name="T18" fmla="*/ 1414 w 1414"/>
                <a:gd name="T19" fmla="*/ 151 h 302"/>
                <a:gd name="T20" fmla="*/ 1411 w 1414"/>
                <a:gd name="T21" fmla="*/ 181 h 302"/>
                <a:gd name="T22" fmla="*/ 1403 w 1414"/>
                <a:gd name="T23" fmla="*/ 209 h 302"/>
                <a:gd name="T24" fmla="*/ 1388 w 1414"/>
                <a:gd name="T25" fmla="*/ 235 h 302"/>
                <a:gd name="T26" fmla="*/ 1370 w 1414"/>
                <a:gd name="T27" fmla="*/ 257 h 302"/>
                <a:gd name="T28" fmla="*/ 1347 w 1414"/>
                <a:gd name="T29" fmla="*/ 276 h 302"/>
                <a:gd name="T30" fmla="*/ 1322 w 1414"/>
                <a:gd name="T31" fmla="*/ 289 h 302"/>
                <a:gd name="T32" fmla="*/ 1293 w 1414"/>
                <a:gd name="T33" fmla="*/ 298 h 302"/>
                <a:gd name="T34" fmla="*/ 1263 w 1414"/>
                <a:gd name="T35" fmla="*/ 302 h 302"/>
                <a:gd name="T36" fmla="*/ 456 w 1414"/>
                <a:gd name="T37" fmla="*/ 302 h 302"/>
                <a:gd name="T38" fmla="*/ 387 w 1414"/>
                <a:gd name="T39" fmla="*/ 255 h 302"/>
                <a:gd name="T40" fmla="*/ 316 w 1414"/>
                <a:gd name="T41" fmla="*/ 213 h 302"/>
                <a:gd name="T42" fmla="*/ 241 w 1414"/>
                <a:gd name="T43" fmla="*/ 177 h 302"/>
                <a:gd name="T44" fmla="*/ 163 w 1414"/>
                <a:gd name="T45" fmla="*/ 146 h 302"/>
                <a:gd name="T46" fmla="*/ 83 w 1414"/>
                <a:gd name="T47" fmla="*/ 120 h 302"/>
                <a:gd name="T48" fmla="*/ 0 w 1414"/>
                <a:gd name="T49" fmla="*/ 99 h 302"/>
                <a:gd name="T50" fmla="*/ 11 w 1414"/>
                <a:gd name="T51" fmla="*/ 75 h 302"/>
                <a:gd name="T52" fmla="*/ 26 w 1414"/>
                <a:gd name="T53" fmla="*/ 54 h 302"/>
                <a:gd name="T54" fmla="*/ 44 w 1414"/>
                <a:gd name="T55" fmla="*/ 36 h 302"/>
                <a:gd name="T56" fmla="*/ 66 w 1414"/>
                <a:gd name="T57" fmla="*/ 21 h 302"/>
                <a:gd name="T58" fmla="*/ 89 w 1414"/>
                <a:gd name="T59" fmla="*/ 10 h 302"/>
                <a:gd name="T60" fmla="*/ 115 w 1414"/>
                <a:gd name="T61" fmla="*/ 3 h 302"/>
                <a:gd name="T62" fmla="*/ 142 w 1414"/>
                <a:gd name="T6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14" h="302">
                  <a:moveTo>
                    <a:pt x="142" y="0"/>
                  </a:moveTo>
                  <a:lnTo>
                    <a:pt x="1263" y="0"/>
                  </a:lnTo>
                  <a:lnTo>
                    <a:pt x="1293" y="3"/>
                  </a:lnTo>
                  <a:lnTo>
                    <a:pt x="1322" y="12"/>
                  </a:lnTo>
                  <a:lnTo>
                    <a:pt x="1347" y="26"/>
                  </a:lnTo>
                  <a:lnTo>
                    <a:pt x="1370" y="45"/>
                  </a:lnTo>
                  <a:lnTo>
                    <a:pt x="1388" y="66"/>
                  </a:lnTo>
                  <a:lnTo>
                    <a:pt x="1403" y="92"/>
                  </a:lnTo>
                  <a:lnTo>
                    <a:pt x="1411" y="121"/>
                  </a:lnTo>
                  <a:lnTo>
                    <a:pt x="1414" y="151"/>
                  </a:lnTo>
                  <a:lnTo>
                    <a:pt x="1411" y="181"/>
                  </a:lnTo>
                  <a:lnTo>
                    <a:pt x="1403" y="209"/>
                  </a:lnTo>
                  <a:lnTo>
                    <a:pt x="1388" y="235"/>
                  </a:lnTo>
                  <a:lnTo>
                    <a:pt x="1370" y="257"/>
                  </a:lnTo>
                  <a:lnTo>
                    <a:pt x="1347" y="276"/>
                  </a:lnTo>
                  <a:lnTo>
                    <a:pt x="1322" y="289"/>
                  </a:lnTo>
                  <a:lnTo>
                    <a:pt x="1293" y="298"/>
                  </a:lnTo>
                  <a:lnTo>
                    <a:pt x="1263" y="302"/>
                  </a:lnTo>
                  <a:lnTo>
                    <a:pt x="456" y="302"/>
                  </a:lnTo>
                  <a:lnTo>
                    <a:pt x="387" y="255"/>
                  </a:lnTo>
                  <a:lnTo>
                    <a:pt x="316" y="213"/>
                  </a:lnTo>
                  <a:lnTo>
                    <a:pt x="241" y="177"/>
                  </a:lnTo>
                  <a:lnTo>
                    <a:pt x="163" y="146"/>
                  </a:lnTo>
                  <a:lnTo>
                    <a:pt x="83" y="120"/>
                  </a:lnTo>
                  <a:lnTo>
                    <a:pt x="0" y="99"/>
                  </a:lnTo>
                  <a:lnTo>
                    <a:pt x="11" y="75"/>
                  </a:lnTo>
                  <a:lnTo>
                    <a:pt x="26" y="54"/>
                  </a:lnTo>
                  <a:lnTo>
                    <a:pt x="44" y="36"/>
                  </a:lnTo>
                  <a:lnTo>
                    <a:pt x="66" y="21"/>
                  </a:lnTo>
                  <a:lnTo>
                    <a:pt x="89" y="10"/>
                  </a:lnTo>
                  <a:lnTo>
                    <a:pt x="115" y="3"/>
                  </a:lnTo>
                  <a:lnTo>
                    <a:pt x="14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58" name="Freeform 52"/>
            <p:cNvSpPr/>
            <p:nvPr/>
          </p:nvSpPr>
          <p:spPr bwMode="auto">
            <a:xfrm>
              <a:off x="1449" y="2007"/>
              <a:ext cx="130" cy="28"/>
            </a:xfrm>
            <a:custGeom>
              <a:avLst/>
              <a:gdLst>
                <a:gd name="T0" fmla="*/ 151 w 1423"/>
                <a:gd name="T1" fmla="*/ 0 h 301"/>
                <a:gd name="T2" fmla="*/ 1272 w 1423"/>
                <a:gd name="T3" fmla="*/ 0 h 301"/>
                <a:gd name="T4" fmla="*/ 1302 w 1423"/>
                <a:gd name="T5" fmla="*/ 3 h 301"/>
                <a:gd name="T6" fmla="*/ 1331 w 1423"/>
                <a:gd name="T7" fmla="*/ 12 h 301"/>
                <a:gd name="T8" fmla="*/ 1356 w 1423"/>
                <a:gd name="T9" fmla="*/ 26 h 301"/>
                <a:gd name="T10" fmla="*/ 1379 w 1423"/>
                <a:gd name="T11" fmla="*/ 44 h 301"/>
                <a:gd name="T12" fmla="*/ 1397 w 1423"/>
                <a:gd name="T13" fmla="*/ 67 h 301"/>
                <a:gd name="T14" fmla="*/ 1412 w 1423"/>
                <a:gd name="T15" fmla="*/ 92 h 301"/>
                <a:gd name="T16" fmla="*/ 1420 w 1423"/>
                <a:gd name="T17" fmla="*/ 120 h 301"/>
                <a:gd name="T18" fmla="*/ 1423 w 1423"/>
                <a:gd name="T19" fmla="*/ 150 h 301"/>
                <a:gd name="T20" fmla="*/ 1420 w 1423"/>
                <a:gd name="T21" fmla="*/ 180 h 301"/>
                <a:gd name="T22" fmla="*/ 1412 w 1423"/>
                <a:gd name="T23" fmla="*/ 209 h 301"/>
                <a:gd name="T24" fmla="*/ 1397 w 1423"/>
                <a:gd name="T25" fmla="*/ 234 h 301"/>
                <a:gd name="T26" fmla="*/ 1379 w 1423"/>
                <a:gd name="T27" fmla="*/ 257 h 301"/>
                <a:gd name="T28" fmla="*/ 1356 w 1423"/>
                <a:gd name="T29" fmla="*/ 275 h 301"/>
                <a:gd name="T30" fmla="*/ 1331 w 1423"/>
                <a:gd name="T31" fmla="*/ 289 h 301"/>
                <a:gd name="T32" fmla="*/ 1302 w 1423"/>
                <a:gd name="T33" fmla="*/ 298 h 301"/>
                <a:gd name="T34" fmla="*/ 1272 w 1423"/>
                <a:gd name="T35" fmla="*/ 301 h 301"/>
                <a:gd name="T36" fmla="*/ 151 w 1423"/>
                <a:gd name="T37" fmla="*/ 301 h 301"/>
                <a:gd name="T38" fmla="*/ 120 w 1423"/>
                <a:gd name="T39" fmla="*/ 298 h 301"/>
                <a:gd name="T40" fmla="*/ 92 w 1423"/>
                <a:gd name="T41" fmla="*/ 289 h 301"/>
                <a:gd name="T42" fmla="*/ 67 w 1423"/>
                <a:gd name="T43" fmla="*/ 275 h 301"/>
                <a:gd name="T44" fmla="*/ 44 w 1423"/>
                <a:gd name="T45" fmla="*/ 257 h 301"/>
                <a:gd name="T46" fmla="*/ 26 w 1423"/>
                <a:gd name="T47" fmla="*/ 234 h 301"/>
                <a:gd name="T48" fmla="*/ 11 w 1423"/>
                <a:gd name="T49" fmla="*/ 209 h 301"/>
                <a:gd name="T50" fmla="*/ 3 w 1423"/>
                <a:gd name="T51" fmla="*/ 181 h 301"/>
                <a:gd name="T52" fmla="*/ 0 w 1423"/>
                <a:gd name="T53" fmla="*/ 151 h 301"/>
                <a:gd name="T54" fmla="*/ 3 w 1423"/>
                <a:gd name="T55" fmla="*/ 120 h 301"/>
                <a:gd name="T56" fmla="*/ 11 w 1423"/>
                <a:gd name="T57" fmla="*/ 92 h 301"/>
                <a:gd name="T58" fmla="*/ 26 w 1423"/>
                <a:gd name="T59" fmla="*/ 67 h 301"/>
                <a:gd name="T60" fmla="*/ 44 w 1423"/>
                <a:gd name="T61" fmla="*/ 44 h 301"/>
                <a:gd name="T62" fmla="*/ 67 w 1423"/>
                <a:gd name="T63" fmla="*/ 26 h 301"/>
                <a:gd name="T64" fmla="*/ 92 w 1423"/>
                <a:gd name="T65" fmla="*/ 12 h 301"/>
                <a:gd name="T66" fmla="*/ 120 w 1423"/>
                <a:gd name="T67" fmla="*/ 3 h 301"/>
                <a:gd name="T68" fmla="*/ 151 w 1423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23" h="301">
                  <a:moveTo>
                    <a:pt x="151" y="0"/>
                  </a:moveTo>
                  <a:lnTo>
                    <a:pt x="1272" y="0"/>
                  </a:lnTo>
                  <a:lnTo>
                    <a:pt x="1302" y="3"/>
                  </a:lnTo>
                  <a:lnTo>
                    <a:pt x="1331" y="12"/>
                  </a:lnTo>
                  <a:lnTo>
                    <a:pt x="1356" y="26"/>
                  </a:lnTo>
                  <a:lnTo>
                    <a:pt x="1379" y="44"/>
                  </a:lnTo>
                  <a:lnTo>
                    <a:pt x="1397" y="67"/>
                  </a:lnTo>
                  <a:lnTo>
                    <a:pt x="1412" y="92"/>
                  </a:lnTo>
                  <a:lnTo>
                    <a:pt x="1420" y="120"/>
                  </a:lnTo>
                  <a:lnTo>
                    <a:pt x="1423" y="150"/>
                  </a:lnTo>
                  <a:lnTo>
                    <a:pt x="1420" y="180"/>
                  </a:lnTo>
                  <a:lnTo>
                    <a:pt x="1412" y="209"/>
                  </a:lnTo>
                  <a:lnTo>
                    <a:pt x="1397" y="234"/>
                  </a:lnTo>
                  <a:lnTo>
                    <a:pt x="1379" y="257"/>
                  </a:lnTo>
                  <a:lnTo>
                    <a:pt x="1356" y="275"/>
                  </a:lnTo>
                  <a:lnTo>
                    <a:pt x="1331" y="289"/>
                  </a:lnTo>
                  <a:lnTo>
                    <a:pt x="1302" y="298"/>
                  </a:lnTo>
                  <a:lnTo>
                    <a:pt x="1272" y="301"/>
                  </a:lnTo>
                  <a:lnTo>
                    <a:pt x="151" y="301"/>
                  </a:lnTo>
                  <a:lnTo>
                    <a:pt x="120" y="298"/>
                  </a:lnTo>
                  <a:lnTo>
                    <a:pt x="92" y="289"/>
                  </a:lnTo>
                  <a:lnTo>
                    <a:pt x="67" y="275"/>
                  </a:lnTo>
                  <a:lnTo>
                    <a:pt x="44" y="257"/>
                  </a:lnTo>
                  <a:lnTo>
                    <a:pt x="26" y="234"/>
                  </a:lnTo>
                  <a:lnTo>
                    <a:pt x="11" y="209"/>
                  </a:lnTo>
                  <a:lnTo>
                    <a:pt x="3" y="181"/>
                  </a:lnTo>
                  <a:lnTo>
                    <a:pt x="0" y="151"/>
                  </a:lnTo>
                  <a:lnTo>
                    <a:pt x="3" y="120"/>
                  </a:lnTo>
                  <a:lnTo>
                    <a:pt x="11" y="92"/>
                  </a:lnTo>
                  <a:lnTo>
                    <a:pt x="26" y="67"/>
                  </a:lnTo>
                  <a:lnTo>
                    <a:pt x="44" y="44"/>
                  </a:lnTo>
                  <a:lnTo>
                    <a:pt x="67" y="26"/>
                  </a:lnTo>
                  <a:lnTo>
                    <a:pt x="92" y="12"/>
                  </a:lnTo>
                  <a:lnTo>
                    <a:pt x="120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59" name="Freeform 53"/>
            <p:cNvSpPr/>
            <p:nvPr/>
          </p:nvSpPr>
          <p:spPr bwMode="auto">
            <a:xfrm>
              <a:off x="1536" y="2145"/>
              <a:ext cx="43" cy="27"/>
            </a:xfrm>
            <a:custGeom>
              <a:avLst/>
              <a:gdLst>
                <a:gd name="T0" fmla="*/ 5 w 467"/>
                <a:gd name="T1" fmla="*/ 0 h 300"/>
                <a:gd name="T2" fmla="*/ 316 w 467"/>
                <a:gd name="T3" fmla="*/ 0 h 300"/>
                <a:gd name="T4" fmla="*/ 346 w 467"/>
                <a:gd name="T5" fmla="*/ 3 h 300"/>
                <a:gd name="T6" fmla="*/ 375 w 467"/>
                <a:gd name="T7" fmla="*/ 11 h 300"/>
                <a:gd name="T8" fmla="*/ 400 w 467"/>
                <a:gd name="T9" fmla="*/ 26 h 300"/>
                <a:gd name="T10" fmla="*/ 423 w 467"/>
                <a:gd name="T11" fmla="*/ 43 h 300"/>
                <a:gd name="T12" fmla="*/ 441 w 467"/>
                <a:gd name="T13" fmla="*/ 66 h 300"/>
                <a:gd name="T14" fmla="*/ 456 w 467"/>
                <a:gd name="T15" fmla="*/ 91 h 300"/>
                <a:gd name="T16" fmla="*/ 464 w 467"/>
                <a:gd name="T17" fmla="*/ 119 h 300"/>
                <a:gd name="T18" fmla="*/ 467 w 467"/>
                <a:gd name="T19" fmla="*/ 150 h 300"/>
                <a:gd name="T20" fmla="*/ 464 w 467"/>
                <a:gd name="T21" fmla="*/ 181 h 300"/>
                <a:gd name="T22" fmla="*/ 456 w 467"/>
                <a:gd name="T23" fmla="*/ 209 h 300"/>
                <a:gd name="T24" fmla="*/ 441 w 467"/>
                <a:gd name="T25" fmla="*/ 235 h 300"/>
                <a:gd name="T26" fmla="*/ 423 w 467"/>
                <a:gd name="T27" fmla="*/ 257 h 300"/>
                <a:gd name="T28" fmla="*/ 400 w 467"/>
                <a:gd name="T29" fmla="*/ 275 h 300"/>
                <a:gd name="T30" fmla="*/ 375 w 467"/>
                <a:gd name="T31" fmla="*/ 289 h 300"/>
                <a:gd name="T32" fmla="*/ 346 w 467"/>
                <a:gd name="T33" fmla="*/ 297 h 300"/>
                <a:gd name="T34" fmla="*/ 316 w 467"/>
                <a:gd name="T35" fmla="*/ 300 h 300"/>
                <a:gd name="T36" fmla="*/ 0 w 467"/>
                <a:gd name="T37" fmla="*/ 300 h 300"/>
                <a:gd name="T38" fmla="*/ 7 w 467"/>
                <a:gd name="T39" fmla="*/ 247 h 300"/>
                <a:gd name="T40" fmla="*/ 11 w 467"/>
                <a:gd name="T41" fmla="*/ 193 h 300"/>
                <a:gd name="T42" fmla="*/ 13 w 467"/>
                <a:gd name="T43" fmla="*/ 138 h 300"/>
                <a:gd name="T44" fmla="*/ 11 w 467"/>
                <a:gd name="T45" fmla="*/ 68 h 300"/>
                <a:gd name="T46" fmla="*/ 5 w 467"/>
                <a:gd name="T47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7" h="300">
                  <a:moveTo>
                    <a:pt x="5" y="0"/>
                  </a:moveTo>
                  <a:lnTo>
                    <a:pt x="316" y="0"/>
                  </a:lnTo>
                  <a:lnTo>
                    <a:pt x="346" y="3"/>
                  </a:lnTo>
                  <a:lnTo>
                    <a:pt x="375" y="11"/>
                  </a:lnTo>
                  <a:lnTo>
                    <a:pt x="400" y="26"/>
                  </a:lnTo>
                  <a:lnTo>
                    <a:pt x="423" y="43"/>
                  </a:lnTo>
                  <a:lnTo>
                    <a:pt x="441" y="66"/>
                  </a:lnTo>
                  <a:lnTo>
                    <a:pt x="456" y="91"/>
                  </a:lnTo>
                  <a:lnTo>
                    <a:pt x="464" y="119"/>
                  </a:lnTo>
                  <a:lnTo>
                    <a:pt x="467" y="150"/>
                  </a:lnTo>
                  <a:lnTo>
                    <a:pt x="464" y="181"/>
                  </a:lnTo>
                  <a:lnTo>
                    <a:pt x="456" y="209"/>
                  </a:lnTo>
                  <a:lnTo>
                    <a:pt x="441" y="235"/>
                  </a:lnTo>
                  <a:lnTo>
                    <a:pt x="423" y="257"/>
                  </a:lnTo>
                  <a:lnTo>
                    <a:pt x="400" y="275"/>
                  </a:lnTo>
                  <a:lnTo>
                    <a:pt x="375" y="289"/>
                  </a:lnTo>
                  <a:lnTo>
                    <a:pt x="346" y="297"/>
                  </a:lnTo>
                  <a:lnTo>
                    <a:pt x="316" y="300"/>
                  </a:lnTo>
                  <a:lnTo>
                    <a:pt x="0" y="300"/>
                  </a:lnTo>
                  <a:lnTo>
                    <a:pt x="7" y="247"/>
                  </a:lnTo>
                  <a:lnTo>
                    <a:pt x="11" y="193"/>
                  </a:lnTo>
                  <a:lnTo>
                    <a:pt x="13" y="138"/>
                  </a:lnTo>
                  <a:lnTo>
                    <a:pt x="11" y="68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60" name="Freeform 54"/>
            <p:cNvSpPr/>
            <p:nvPr/>
          </p:nvSpPr>
          <p:spPr bwMode="auto">
            <a:xfrm>
              <a:off x="1525" y="2180"/>
              <a:ext cx="54" cy="27"/>
            </a:xfrm>
            <a:custGeom>
              <a:avLst/>
              <a:gdLst>
                <a:gd name="T0" fmla="*/ 108 w 586"/>
                <a:gd name="T1" fmla="*/ 0 h 301"/>
                <a:gd name="T2" fmla="*/ 435 w 586"/>
                <a:gd name="T3" fmla="*/ 0 h 301"/>
                <a:gd name="T4" fmla="*/ 465 w 586"/>
                <a:gd name="T5" fmla="*/ 3 h 301"/>
                <a:gd name="T6" fmla="*/ 494 w 586"/>
                <a:gd name="T7" fmla="*/ 12 h 301"/>
                <a:gd name="T8" fmla="*/ 519 w 586"/>
                <a:gd name="T9" fmla="*/ 25 h 301"/>
                <a:gd name="T10" fmla="*/ 542 w 586"/>
                <a:gd name="T11" fmla="*/ 44 h 301"/>
                <a:gd name="T12" fmla="*/ 560 w 586"/>
                <a:gd name="T13" fmla="*/ 66 h 301"/>
                <a:gd name="T14" fmla="*/ 575 w 586"/>
                <a:gd name="T15" fmla="*/ 92 h 301"/>
                <a:gd name="T16" fmla="*/ 583 w 586"/>
                <a:gd name="T17" fmla="*/ 120 h 301"/>
                <a:gd name="T18" fmla="*/ 586 w 586"/>
                <a:gd name="T19" fmla="*/ 150 h 301"/>
                <a:gd name="T20" fmla="*/ 583 w 586"/>
                <a:gd name="T21" fmla="*/ 180 h 301"/>
                <a:gd name="T22" fmla="*/ 575 w 586"/>
                <a:gd name="T23" fmla="*/ 209 h 301"/>
                <a:gd name="T24" fmla="*/ 560 w 586"/>
                <a:gd name="T25" fmla="*/ 234 h 301"/>
                <a:gd name="T26" fmla="*/ 542 w 586"/>
                <a:gd name="T27" fmla="*/ 257 h 301"/>
                <a:gd name="T28" fmla="*/ 519 w 586"/>
                <a:gd name="T29" fmla="*/ 275 h 301"/>
                <a:gd name="T30" fmla="*/ 494 w 586"/>
                <a:gd name="T31" fmla="*/ 289 h 301"/>
                <a:gd name="T32" fmla="*/ 465 w 586"/>
                <a:gd name="T33" fmla="*/ 298 h 301"/>
                <a:gd name="T34" fmla="*/ 435 w 586"/>
                <a:gd name="T35" fmla="*/ 301 h 301"/>
                <a:gd name="T36" fmla="*/ 0 w 586"/>
                <a:gd name="T37" fmla="*/ 301 h 301"/>
                <a:gd name="T38" fmla="*/ 35 w 586"/>
                <a:gd name="T39" fmla="*/ 229 h 301"/>
                <a:gd name="T40" fmla="*/ 64 w 586"/>
                <a:gd name="T41" fmla="*/ 155 h 301"/>
                <a:gd name="T42" fmla="*/ 88 w 586"/>
                <a:gd name="T43" fmla="*/ 78 h 301"/>
                <a:gd name="T44" fmla="*/ 108 w 586"/>
                <a:gd name="T45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6" h="301">
                  <a:moveTo>
                    <a:pt x="108" y="0"/>
                  </a:moveTo>
                  <a:lnTo>
                    <a:pt x="435" y="0"/>
                  </a:lnTo>
                  <a:lnTo>
                    <a:pt x="465" y="3"/>
                  </a:lnTo>
                  <a:lnTo>
                    <a:pt x="494" y="12"/>
                  </a:lnTo>
                  <a:lnTo>
                    <a:pt x="519" y="25"/>
                  </a:lnTo>
                  <a:lnTo>
                    <a:pt x="542" y="44"/>
                  </a:lnTo>
                  <a:lnTo>
                    <a:pt x="560" y="66"/>
                  </a:lnTo>
                  <a:lnTo>
                    <a:pt x="575" y="92"/>
                  </a:lnTo>
                  <a:lnTo>
                    <a:pt x="583" y="120"/>
                  </a:lnTo>
                  <a:lnTo>
                    <a:pt x="586" y="150"/>
                  </a:lnTo>
                  <a:lnTo>
                    <a:pt x="583" y="180"/>
                  </a:lnTo>
                  <a:lnTo>
                    <a:pt x="575" y="209"/>
                  </a:lnTo>
                  <a:lnTo>
                    <a:pt x="560" y="234"/>
                  </a:lnTo>
                  <a:lnTo>
                    <a:pt x="542" y="257"/>
                  </a:lnTo>
                  <a:lnTo>
                    <a:pt x="519" y="275"/>
                  </a:lnTo>
                  <a:lnTo>
                    <a:pt x="494" y="289"/>
                  </a:lnTo>
                  <a:lnTo>
                    <a:pt x="465" y="298"/>
                  </a:lnTo>
                  <a:lnTo>
                    <a:pt x="435" y="301"/>
                  </a:lnTo>
                  <a:lnTo>
                    <a:pt x="0" y="301"/>
                  </a:lnTo>
                  <a:lnTo>
                    <a:pt x="35" y="229"/>
                  </a:lnTo>
                  <a:lnTo>
                    <a:pt x="64" y="155"/>
                  </a:lnTo>
                  <a:lnTo>
                    <a:pt x="88" y="78"/>
                  </a:lnTo>
                  <a:lnTo>
                    <a:pt x="1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61" name="Freeform 55"/>
            <p:cNvSpPr/>
            <p:nvPr/>
          </p:nvSpPr>
          <p:spPr bwMode="auto">
            <a:xfrm>
              <a:off x="1498" y="2214"/>
              <a:ext cx="81" cy="27"/>
            </a:xfrm>
            <a:custGeom>
              <a:avLst/>
              <a:gdLst>
                <a:gd name="T0" fmla="*/ 257 w 887"/>
                <a:gd name="T1" fmla="*/ 0 h 301"/>
                <a:gd name="T2" fmla="*/ 736 w 887"/>
                <a:gd name="T3" fmla="*/ 0 h 301"/>
                <a:gd name="T4" fmla="*/ 766 w 887"/>
                <a:gd name="T5" fmla="*/ 3 h 301"/>
                <a:gd name="T6" fmla="*/ 795 w 887"/>
                <a:gd name="T7" fmla="*/ 12 h 301"/>
                <a:gd name="T8" fmla="*/ 820 w 887"/>
                <a:gd name="T9" fmla="*/ 26 h 301"/>
                <a:gd name="T10" fmla="*/ 843 w 887"/>
                <a:gd name="T11" fmla="*/ 45 h 301"/>
                <a:gd name="T12" fmla="*/ 861 w 887"/>
                <a:gd name="T13" fmla="*/ 66 h 301"/>
                <a:gd name="T14" fmla="*/ 876 w 887"/>
                <a:gd name="T15" fmla="*/ 91 h 301"/>
                <a:gd name="T16" fmla="*/ 884 w 887"/>
                <a:gd name="T17" fmla="*/ 120 h 301"/>
                <a:gd name="T18" fmla="*/ 887 w 887"/>
                <a:gd name="T19" fmla="*/ 151 h 301"/>
                <a:gd name="T20" fmla="*/ 884 w 887"/>
                <a:gd name="T21" fmla="*/ 181 h 301"/>
                <a:gd name="T22" fmla="*/ 876 w 887"/>
                <a:gd name="T23" fmla="*/ 209 h 301"/>
                <a:gd name="T24" fmla="*/ 861 w 887"/>
                <a:gd name="T25" fmla="*/ 235 h 301"/>
                <a:gd name="T26" fmla="*/ 843 w 887"/>
                <a:gd name="T27" fmla="*/ 257 h 301"/>
                <a:gd name="T28" fmla="*/ 820 w 887"/>
                <a:gd name="T29" fmla="*/ 275 h 301"/>
                <a:gd name="T30" fmla="*/ 795 w 887"/>
                <a:gd name="T31" fmla="*/ 289 h 301"/>
                <a:gd name="T32" fmla="*/ 766 w 887"/>
                <a:gd name="T33" fmla="*/ 298 h 301"/>
                <a:gd name="T34" fmla="*/ 736 w 887"/>
                <a:gd name="T35" fmla="*/ 301 h 301"/>
                <a:gd name="T36" fmla="*/ 0 w 887"/>
                <a:gd name="T37" fmla="*/ 301 h 301"/>
                <a:gd name="T38" fmla="*/ 59 w 887"/>
                <a:gd name="T39" fmla="*/ 247 h 301"/>
                <a:gd name="T40" fmla="*/ 115 w 887"/>
                <a:gd name="T41" fmla="*/ 191 h 301"/>
                <a:gd name="T42" fmla="*/ 166 w 887"/>
                <a:gd name="T43" fmla="*/ 131 h 301"/>
                <a:gd name="T44" fmla="*/ 214 w 887"/>
                <a:gd name="T45" fmla="*/ 67 h 301"/>
                <a:gd name="T46" fmla="*/ 257 w 887"/>
                <a:gd name="T47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87" h="301">
                  <a:moveTo>
                    <a:pt x="257" y="0"/>
                  </a:moveTo>
                  <a:lnTo>
                    <a:pt x="736" y="0"/>
                  </a:lnTo>
                  <a:lnTo>
                    <a:pt x="766" y="3"/>
                  </a:lnTo>
                  <a:lnTo>
                    <a:pt x="795" y="12"/>
                  </a:lnTo>
                  <a:lnTo>
                    <a:pt x="820" y="26"/>
                  </a:lnTo>
                  <a:lnTo>
                    <a:pt x="843" y="45"/>
                  </a:lnTo>
                  <a:lnTo>
                    <a:pt x="861" y="66"/>
                  </a:lnTo>
                  <a:lnTo>
                    <a:pt x="876" y="91"/>
                  </a:lnTo>
                  <a:lnTo>
                    <a:pt x="884" y="120"/>
                  </a:lnTo>
                  <a:lnTo>
                    <a:pt x="887" y="151"/>
                  </a:lnTo>
                  <a:lnTo>
                    <a:pt x="884" y="181"/>
                  </a:lnTo>
                  <a:lnTo>
                    <a:pt x="876" y="209"/>
                  </a:lnTo>
                  <a:lnTo>
                    <a:pt x="861" y="235"/>
                  </a:lnTo>
                  <a:lnTo>
                    <a:pt x="843" y="257"/>
                  </a:lnTo>
                  <a:lnTo>
                    <a:pt x="820" y="275"/>
                  </a:lnTo>
                  <a:lnTo>
                    <a:pt x="795" y="289"/>
                  </a:lnTo>
                  <a:lnTo>
                    <a:pt x="766" y="298"/>
                  </a:lnTo>
                  <a:lnTo>
                    <a:pt x="736" y="301"/>
                  </a:lnTo>
                  <a:lnTo>
                    <a:pt x="0" y="301"/>
                  </a:lnTo>
                  <a:lnTo>
                    <a:pt x="59" y="247"/>
                  </a:lnTo>
                  <a:lnTo>
                    <a:pt x="115" y="191"/>
                  </a:lnTo>
                  <a:lnTo>
                    <a:pt x="166" y="131"/>
                  </a:lnTo>
                  <a:lnTo>
                    <a:pt x="214" y="67"/>
                  </a:lnTo>
                  <a:lnTo>
                    <a:pt x="2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62" name="Freeform 56"/>
            <p:cNvSpPr/>
            <p:nvPr/>
          </p:nvSpPr>
          <p:spPr bwMode="auto">
            <a:xfrm>
              <a:off x="1276" y="2143"/>
              <a:ext cx="42" cy="27"/>
            </a:xfrm>
            <a:custGeom>
              <a:avLst/>
              <a:gdLst>
                <a:gd name="T0" fmla="*/ 152 w 467"/>
                <a:gd name="T1" fmla="*/ 0 h 300"/>
                <a:gd name="T2" fmla="*/ 467 w 467"/>
                <a:gd name="T3" fmla="*/ 0 h 300"/>
                <a:gd name="T4" fmla="*/ 461 w 467"/>
                <a:gd name="T5" fmla="*/ 54 h 300"/>
                <a:gd name="T6" fmla="*/ 456 w 467"/>
                <a:gd name="T7" fmla="*/ 108 h 300"/>
                <a:gd name="T8" fmla="*/ 454 w 467"/>
                <a:gd name="T9" fmla="*/ 163 h 300"/>
                <a:gd name="T10" fmla="*/ 456 w 467"/>
                <a:gd name="T11" fmla="*/ 232 h 300"/>
                <a:gd name="T12" fmla="*/ 463 w 467"/>
                <a:gd name="T13" fmla="*/ 300 h 300"/>
                <a:gd name="T14" fmla="*/ 152 w 467"/>
                <a:gd name="T15" fmla="*/ 300 h 300"/>
                <a:gd name="T16" fmla="*/ 121 w 467"/>
                <a:gd name="T17" fmla="*/ 297 h 300"/>
                <a:gd name="T18" fmla="*/ 93 w 467"/>
                <a:gd name="T19" fmla="*/ 289 h 300"/>
                <a:gd name="T20" fmla="*/ 67 w 467"/>
                <a:gd name="T21" fmla="*/ 275 h 300"/>
                <a:gd name="T22" fmla="*/ 45 w 467"/>
                <a:gd name="T23" fmla="*/ 257 h 300"/>
                <a:gd name="T24" fmla="*/ 26 w 467"/>
                <a:gd name="T25" fmla="*/ 234 h 300"/>
                <a:gd name="T26" fmla="*/ 13 w 467"/>
                <a:gd name="T27" fmla="*/ 209 h 300"/>
                <a:gd name="T28" fmla="*/ 3 w 467"/>
                <a:gd name="T29" fmla="*/ 181 h 300"/>
                <a:gd name="T30" fmla="*/ 0 w 467"/>
                <a:gd name="T31" fmla="*/ 149 h 300"/>
                <a:gd name="T32" fmla="*/ 3 w 467"/>
                <a:gd name="T33" fmla="*/ 119 h 300"/>
                <a:gd name="T34" fmla="*/ 13 w 467"/>
                <a:gd name="T35" fmla="*/ 91 h 300"/>
                <a:gd name="T36" fmla="*/ 26 w 467"/>
                <a:gd name="T37" fmla="*/ 66 h 300"/>
                <a:gd name="T38" fmla="*/ 45 w 467"/>
                <a:gd name="T39" fmla="*/ 43 h 300"/>
                <a:gd name="T40" fmla="*/ 67 w 467"/>
                <a:gd name="T41" fmla="*/ 26 h 300"/>
                <a:gd name="T42" fmla="*/ 93 w 467"/>
                <a:gd name="T43" fmla="*/ 11 h 300"/>
                <a:gd name="T44" fmla="*/ 121 w 467"/>
                <a:gd name="T45" fmla="*/ 3 h 300"/>
                <a:gd name="T46" fmla="*/ 152 w 467"/>
                <a:gd name="T47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7" h="300">
                  <a:moveTo>
                    <a:pt x="152" y="0"/>
                  </a:moveTo>
                  <a:lnTo>
                    <a:pt x="467" y="0"/>
                  </a:lnTo>
                  <a:lnTo>
                    <a:pt x="461" y="54"/>
                  </a:lnTo>
                  <a:lnTo>
                    <a:pt x="456" y="108"/>
                  </a:lnTo>
                  <a:lnTo>
                    <a:pt x="454" y="163"/>
                  </a:lnTo>
                  <a:lnTo>
                    <a:pt x="456" y="232"/>
                  </a:lnTo>
                  <a:lnTo>
                    <a:pt x="463" y="300"/>
                  </a:lnTo>
                  <a:lnTo>
                    <a:pt x="152" y="300"/>
                  </a:lnTo>
                  <a:lnTo>
                    <a:pt x="121" y="297"/>
                  </a:lnTo>
                  <a:lnTo>
                    <a:pt x="93" y="289"/>
                  </a:lnTo>
                  <a:lnTo>
                    <a:pt x="67" y="275"/>
                  </a:lnTo>
                  <a:lnTo>
                    <a:pt x="45" y="257"/>
                  </a:lnTo>
                  <a:lnTo>
                    <a:pt x="26" y="234"/>
                  </a:lnTo>
                  <a:lnTo>
                    <a:pt x="13" y="209"/>
                  </a:lnTo>
                  <a:lnTo>
                    <a:pt x="3" y="181"/>
                  </a:lnTo>
                  <a:lnTo>
                    <a:pt x="0" y="149"/>
                  </a:lnTo>
                  <a:lnTo>
                    <a:pt x="3" y="119"/>
                  </a:lnTo>
                  <a:lnTo>
                    <a:pt x="13" y="91"/>
                  </a:lnTo>
                  <a:lnTo>
                    <a:pt x="26" y="66"/>
                  </a:lnTo>
                  <a:lnTo>
                    <a:pt x="45" y="43"/>
                  </a:lnTo>
                  <a:lnTo>
                    <a:pt x="67" y="26"/>
                  </a:lnTo>
                  <a:lnTo>
                    <a:pt x="93" y="11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63" name="Freeform 57"/>
            <p:cNvSpPr/>
            <p:nvPr/>
          </p:nvSpPr>
          <p:spPr bwMode="auto">
            <a:xfrm>
              <a:off x="1276" y="2177"/>
              <a:ext cx="52" cy="28"/>
            </a:xfrm>
            <a:custGeom>
              <a:avLst/>
              <a:gdLst>
                <a:gd name="T0" fmla="*/ 152 w 574"/>
                <a:gd name="T1" fmla="*/ 0 h 301"/>
                <a:gd name="T2" fmla="*/ 475 w 574"/>
                <a:gd name="T3" fmla="*/ 0 h 301"/>
                <a:gd name="T4" fmla="*/ 492 w 574"/>
                <a:gd name="T5" fmla="*/ 78 h 301"/>
                <a:gd name="T6" fmla="*/ 515 w 574"/>
                <a:gd name="T7" fmla="*/ 154 h 301"/>
                <a:gd name="T8" fmla="*/ 542 w 574"/>
                <a:gd name="T9" fmla="*/ 229 h 301"/>
                <a:gd name="T10" fmla="*/ 574 w 574"/>
                <a:gd name="T11" fmla="*/ 301 h 301"/>
                <a:gd name="T12" fmla="*/ 152 w 574"/>
                <a:gd name="T13" fmla="*/ 301 h 301"/>
                <a:gd name="T14" fmla="*/ 121 w 574"/>
                <a:gd name="T15" fmla="*/ 298 h 301"/>
                <a:gd name="T16" fmla="*/ 93 w 574"/>
                <a:gd name="T17" fmla="*/ 288 h 301"/>
                <a:gd name="T18" fmla="*/ 67 w 574"/>
                <a:gd name="T19" fmla="*/ 275 h 301"/>
                <a:gd name="T20" fmla="*/ 45 w 574"/>
                <a:gd name="T21" fmla="*/ 256 h 301"/>
                <a:gd name="T22" fmla="*/ 26 w 574"/>
                <a:gd name="T23" fmla="*/ 234 h 301"/>
                <a:gd name="T24" fmla="*/ 13 w 574"/>
                <a:gd name="T25" fmla="*/ 208 h 301"/>
                <a:gd name="T26" fmla="*/ 3 w 574"/>
                <a:gd name="T27" fmla="*/ 180 h 301"/>
                <a:gd name="T28" fmla="*/ 0 w 574"/>
                <a:gd name="T29" fmla="*/ 150 h 301"/>
                <a:gd name="T30" fmla="*/ 3 w 574"/>
                <a:gd name="T31" fmla="*/ 120 h 301"/>
                <a:gd name="T32" fmla="*/ 13 w 574"/>
                <a:gd name="T33" fmla="*/ 92 h 301"/>
                <a:gd name="T34" fmla="*/ 26 w 574"/>
                <a:gd name="T35" fmla="*/ 66 h 301"/>
                <a:gd name="T36" fmla="*/ 45 w 574"/>
                <a:gd name="T37" fmla="*/ 44 h 301"/>
                <a:gd name="T38" fmla="*/ 67 w 574"/>
                <a:gd name="T39" fmla="*/ 25 h 301"/>
                <a:gd name="T40" fmla="*/ 93 w 574"/>
                <a:gd name="T41" fmla="*/ 12 h 301"/>
                <a:gd name="T42" fmla="*/ 121 w 574"/>
                <a:gd name="T43" fmla="*/ 3 h 301"/>
                <a:gd name="T44" fmla="*/ 152 w 574"/>
                <a:gd name="T45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74" h="301">
                  <a:moveTo>
                    <a:pt x="152" y="0"/>
                  </a:moveTo>
                  <a:lnTo>
                    <a:pt x="475" y="0"/>
                  </a:lnTo>
                  <a:lnTo>
                    <a:pt x="492" y="78"/>
                  </a:lnTo>
                  <a:lnTo>
                    <a:pt x="515" y="154"/>
                  </a:lnTo>
                  <a:lnTo>
                    <a:pt x="542" y="229"/>
                  </a:lnTo>
                  <a:lnTo>
                    <a:pt x="574" y="301"/>
                  </a:lnTo>
                  <a:lnTo>
                    <a:pt x="152" y="301"/>
                  </a:lnTo>
                  <a:lnTo>
                    <a:pt x="121" y="298"/>
                  </a:lnTo>
                  <a:lnTo>
                    <a:pt x="93" y="288"/>
                  </a:lnTo>
                  <a:lnTo>
                    <a:pt x="67" y="275"/>
                  </a:lnTo>
                  <a:lnTo>
                    <a:pt x="45" y="256"/>
                  </a:lnTo>
                  <a:lnTo>
                    <a:pt x="26" y="234"/>
                  </a:lnTo>
                  <a:lnTo>
                    <a:pt x="13" y="208"/>
                  </a:lnTo>
                  <a:lnTo>
                    <a:pt x="3" y="180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3" y="92"/>
                  </a:lnTo>
                  <a:lnTo>
                    <a:pt x="26" y="66"/>
                  </a:lnTo>
                  <a:lnTo>
                    <a:pt x="45" y="44"/>
                  </a:lnTo>
                  <a:lnTo>
                    <a:pt x="67" y="25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64" name="Freeform 58"/>
            <p:cNvSpPr/>
            <p:nvPr/>
          </p:nvSpPr>
          <p:spPr bwMode="auto">
            <a:xfrm>
              <a:off x="1276" y="2108"/>
              <a:ext cx="53" cy="28"/>
            </a:xfrm>
            <a:custGeom>
              <a:avLst/>
              <a:gdLst>
                <a:gd name="T0" fmla="*/ 152 w 586"/>
                <a:gd name="T1" fmla="*/ 0 h 302"/>
                <a:gd name="T2" fmla="*/ 586 w 586"/>
                <a:gd name="T3" fmla="*/ 0 h 302"/>
                <a:gd name="T4" fmla="*/ 552 w 586"/>
                <a:gd name="T5" fmla="*/ 72 h 302"/>
                <a:gd name="T6" fmla="*/ 522 w 586"/>
                <a:gd name="T7" fmla="*/ 147 h 302"/>
                <a:gd name="T8" fmla="*/ 498 w 586"/>
                <a:gd name="T9" fmla="*/ 223 h 302"/>
                <a:gd name="T10" fmla="*/ 479 w 586"/>
                <a:gd name="T11" fmla="*/ 302 h 302"/>
                <a:gd name="T12" fmla="*/ 152 w 586"/>
                <a:gd name="T13" fmla="*/ 302 h 302"/>
                <a:gd name="T14" fmla="*/ 121 w 586"/>
                <a:gd name="T15" fmla="*/ 299 h 302"/>
                <a:gd name="T16" fmla="*/ 93 w 586"/>
                <a:gd name="T17" fmla="*/ 289 h 302"/>
                <a:gd name="T18" fmla="*/ 67 w 586"/>
                <a:gd name="T19" fmla="*/ 276 h 302"/>
                <a:gd name="T20" fmla="*/ 45 w 586"/>
                <a:gd name="T21" fmla="*/ 257 h 302"/>
                <a:gd name="T22" fmla="*/ 26 w 586"/>
                <a:gd name="T23" fmla="*/ 235 h 302"/>
                <a:gd name="T24" fmla="*/ 13 w 586"/>
                <a:gd name="T25" fmla="*/ 209 h 302"/>
                <a:gd name="T26" fmla="*/ 3 w 586"/>
                <a:gd name="T27" fmla="*/ 181 h 302"/>
                <a:gd name="T28" fmla="*/ 0 w 586"/>
                <a:gd name="T29" fmla="*/ 151 h 302"/>
                <a:gd name="T30" fmla="*/ 3 w 586"/>
                <a:gd name="T31" fmla="*/ 121 h 302"/>
                <a:gd name="T32" fmla="*/ 13 w 586"/>
                <a:gd name="T33" fmla="*/ 93 h 302"/>
                <a:gd name="T34" fmla="*/ 26 w 586"/>
                <a:gd name="T35" fmla="*/ 67 h 302"/>
                <a:gd name="T36" fmla="*/ 45 w 586"/>
                <a:gd name="T37" fmla="*/ 45 h 302"/>
                <a:gd name="T38" fmla="*/ 67 w 586"/>
                <a:gd name="T39" fmla="*/ 26 h 302"/>
                <a:gd name="T40" fmla="*/ 93 w 586"/>
                <a:gd name="T41" fmla="*/ 13 h 302"/>
                <a:gd name="T42" fmla="*/ 121 w 586"/>
                <a:gd name="T43" fmla="*/ 3 h 302"/>
                <a:gd name="T44" fmla="*/ 152 w 586"/>
                <a:gd name="T45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6" h="302">
                  <a:moveTo>
                    <a:pt x="152" y="0"/>
                  </a:moveTo>
                  <a:lnTo>
                    <a:pt x="586" y="0"/>
                  </a:lnTo>
                  <a:lnTo>
                    <a:pt x="552" y="72"/>
                  </a:lnTo>
                  <a:lnTo>
                    <a:pt x="522" y="147"/>
                  </a:lnTo>
                  <a:lnTo>
                    <a:pt x="498" y="223"/>
                  </a:lnTo>
                  <a:lnTo>
                    <a:pt x="479" y="302"/>
                  </a:lnTo>
                  <a:lnTo>
                    <a:pt x="152" y="302"/>
                  </a:lnTo>
                  <a:lnTo>
                    <a:pt x="121" y="299"/>
                  </a:lnTo>
                  <a:lnTo>
                    <a:pt x="93" y="289"/>
                  </a:lnTo>
                  <a:lnTo>
                    <a:pt x="67" y="276"/>
                  </a:lnTo>
                  <a:lnTo>
                    <a:pt x="45" y="257"/>
                  </a:lnTo>
                  <a:lnTo>
                    <a:pt x="26" y="235"/>
                  </a:lnTo>
                  <a:lnTo>
                    <a:pt x="13" y="209"/>
                  </a:lnTo>
                  <a:lnTo>
                    <a:pt x="3" y="181"/>
                  </a:lnTo>
                  <a:lnTo>
                    <a:pt x="0" y="151"/>
                  </a:lnTo>
                  <a:lnTo>
                    <a:pt x="3" y="121"/>
                  </a:lnTo>
                  <a:lnTo>
                    <a:pt x="13" y="93"/>
                  </a:lnTo>
                  <a:lnTo>
                    <a:pt x="26" y="67"/>
                  </a:lnTo>
                  <a:lnTo>
                    <a:pt x="45" y="45"/>
                  </a:lnTo>
                  <a:lnTo>
                    <a:pt x="67" y="26"/>
                  </a:lnTo>
                  <a:lnTo>
                    <a:pt x="93" y="13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65" name="Freeform 59"/>
            <p:cNvSpPr/>
            <p:nvPr/>
          </p:nvSpPr>
          <p:spPr bwMode="auto">
            <a:xfrm>
              <a:off x="1276" y="2074"/>
              <a:ext cx="81" cy="27"/>
            </a:xfrm>
            <a:custGeom>
              <a:avLst/>
              <a:gdLst>
                <a:gd name="T0" fmla="*/ 152 w 888"/>
                <a:gd name="T1" fmla="*/ 0 h 300"/>
                <a:gd name="T2" fmla="*/ 888 w 888"/>
                <a:gd name="T3" fmla="*/ 0 h 300"/>
                <a:gd name="T4" fmla="*/ 829 w 888"/>
                <a:gd name="T5" fmla="*/ 53 h 300"/>
                <a:gd name="T6" fmla="*/ 774 w 888"/>
                <a:gd name="T7" fmla="*/ 110 h 300"/>
                <a:gd name="T8" fmla="*/ 721 w 888"/>
                <a:gd name="T9" fmla="*/ 170 h 300"/>
                <a:gd name="T10" fmla="*/ 674 w 888"/>
                <a:gd name="T11" fmla="*/ 234 h 300"/>
                <a:gd name="T12" fmla="*/ 630 w 888"/>
                <a:gd name="T13" fmla="*/ 300 h 300"/>
                <a:gd name="T14" fmla="*/ 152 w 888"/>
                <a:gd name="T15" fmla="*/ 300 h 300"/>
                <a:gd name="T16" fmla="*/ 121 w 888"/>
                <a:gd name="T17" fmla="*/ 297 h 300"/>
                <a:gd name="T18" fmla="*/ 93 w 888"/>
                <a:gd name="T19" fmla="*/ 289 h 300"/>
                <a:gd name="T20" fmla="*/ 67 w 888"/>
                <a:gd name="T21" fmla="*/ 274 h 300"/>
                <a:gd name="T22" fmla="*/ 45 w 888"/>
                <a:gd name="T23" fmla="*/ 256 h 300"/>
                <a:gd name="T24" fmla="*/ 26 w 888"/>
                <a:gd name="T25" fmla="*/ 234 h 300"/>
                <a:gd name="T26" fmla="*/ 13 w 888"/>
                <a:gd name="T27" fmla="*/ 209 h 300"/>
                <a:gd name="T28" fmla="*/ 3 w 888"/>
                <a:gd name="T29" fmla="*/ 179 h 300"/>
                <a:gd name="T30" fmla="*/ 0 w 888"/>
                <a:gd name="T31" fmla="*/ 149 h 300"/>
                <a:gd name="T32" fmla="*/ 3 w 888"/>
                <a:gd name="T33" fmla="*/ 119 h 300"/>
                <a:gd name="T34" fmla="*/ 13 w 888"/>
                <a:gd name="T35" fmla="*/ 91 h 300"/>
                <a:gd name="T36" fmla="*/ 26 w 888"/>
                <a:gd name="T37" fmla="*/ 66 h 300"/>
                <a:gd name="T38" fmla="*/ 45 w 888"/>
                <a:gd name="T39" fmla="*/ 43 h 300"/>
                <a:gd name="T40" fmla="*/ 67 w 888"/>
                <a:gd name="T41" fmla="*/ 26 h 300"/>
                <a:gd name="T42" fmla="*/ 93 w 888"/>
                <a:gd name="T43" fmla="*/ 11 h 300"/>
                <a:gd name="T44" fmla="*/ 121 w 888"/>
                <a:gd name="T45" fmla="*/ 3 h 300"/>
                <a:gd name="T46" fmla="*/ 152 w 888"/>
                <a:gd name="T47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88" h="300">
                  <a:moveTo>
                    <a:pt x="152" y="0"/>
                  </a:moveTo>
                  <a:lnTo>
                    <a:pt x="888" y="0"/>
                  </a:lnTo>
                  <a:lnTo>
                    <a:pt x="829" y="53"/>
                  </a:lnTo>
                  <a:lnTo>
                    <a:pt x="774" y="110"/>
                  </a:lnTo>
                  <a:lnTo>
                    <a:pt x="721" y="170"/>
                  </a:lnTo>
                  <a:lnTo>
                    <a:pt x="674" y="234"/>
                  </a:lnTo>
                  <a:lnTo>
                    <a:pt x="630" y="300"/>
                  </a:lnTo>
                  <a:lnTo>
                    <a:pt x="152" y="300"/>
                  </a:lnTo>
                  <a:lnTo>
                    <a:pt x="121" y="297"/>
                  </a:lnTo>
                  <a:lnTo>
                    <a:pt x="93" y="289"/>
                  </a:lnTo>
                  <a:lnTo>
                    <a:pt x="67" y="274"/>
                  </a:lnTo>
                  <a:lnTo>
                    <a:pt x="45" y="256"/>
                  </a:lnTo>
                  <a:lnTo>
                    <a:pt x="26" y="234"/>
                  </a:lnTo>
                  <a:lnTo>
                    <a:pt x="13" y="209"/>
                  </a:lnTo>
                  <a:lnTo>
                    <a:pt x="3" y="179"/>
                  </a:lnTo>
                  <a:lnTo>
                    <a:pt x="0" y="149"/>
                  </a:lnTo>
                  <a:lnTo>
                    <a:pt x="3" y="119"/>
                  </a:lnTo>
                  <a:lnTo>
                    <a:pt x="13" y="91"/>
                  </a:lnTo>
                  <a:lnTo>
                    <a:pt x="26" y="66"/>
                  </a:lnTo>
                  <a:lnTo>
                    <a:pt x="45" y="43"/>
                  </a:lnTo>
                  <a:lnTo>
                    <a:pt x="67" y="26"/>
                  </a:lnTo>
                  <a:lnTo>
                    <a:pt x="93" y="11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66" name="Freeform 60"/>
            <p:cNvSpPr/>
            <p:nvPr/>
          </p:nvSpPr>
          <p:spPr bwMode="auto">
            <a:xfrm>
              <a:off x="1276" y="2212"/>
              <a:ext cx="78" cy="27"/>
            </a:xfrm>
            <a:custGeom>
              <a:avLst/>
              <a:gdLst>
                <a:gd name="T0" fmla="*/ 152 w 861"/>
                <a:gd name="T1" fmla="*/ 0 h 300"/>
                <a:gd name="T2" fmla="*/ 615 w 861"/>
                <a:gd name="T3" fmla="*/ 0 h 300"/>
                <a:gd name="T4" fmla="*/ 655 w 861"/>
                <a:gd name="T5" fmla="*/ 66 h 300"/>
                <a:gd name="T6" fmla="*/ 701 w 861"/>
                <a:gd name="T7" fmla="*/ 130 h 300"/>
                <a:gd name="T8" fmla="*/ 751 w 861"/>
                <a:gd name="T9" fmla="*/ 190 h 300"/>
                <a:gd name="T10" fmla="*/ 804 w 861"/>
                <a:gd name="T11" fmla="*/ 247 h 300"/>
                <a:gd name="T12" fmla="*/ 861 w 861"/>
                <a:gd name="T13" fmla="*/ 300 h 300"/>
                <a:gd name="T14" fmla="*/ 152 w 861"/>
                <a:gd name="T15" fmla="*/ 300 h 300"/>
                <a:gd name="T16" fmla="*/ 121 w 861"/>
                <a:gd name="T17" fmla="*/ 297 h 300"/>
                <a:gd name="T18" fmla="*/ 93 w 861"/>
                <a:gd name="T19" fmla="*/ 289 h 300"/>
                <a:gd name="T20" fmla="*/ 67 w 861"/>
                <a:gd name="T21" fmla="*/ 275 h 300"/>
                <a:gd name="T22" fmla="*/ 45 w 861"/>
                <a:gd name="T23" fmla="*/ 257 h 300"/>
                <a:gd name="T24" fmla="*/ 26 w 861"/>
                <a:gd name="T25" fmla="*/ 235 h 300"/>
                <a:gd name="T26" fmla="*/ 13 w 861"/>
                <a:gd name="T27" fmla="*/ 209 h 300"/>
                <a:gd name="T28" fmla="*/ 3 w 861"/>
                <a:gd name="T29" fmla="*/ 181 h 300"/>
                <a:gd name="T30" fmla="*/ 0 w 861"/>
                <a:gd name="T31" fmla="*/ 151 h 300"/>
                <a:gd name="T32" fmla="*/ 3 w 861"/>
                <a:gd name="T33" fmla="*/ 119 h 300"/>
                <a:gd name="T34" fmla="*/ 13 w 861"/>
                <a:gd name="T35" fmla="*/ 91 h 300"/>
                <a:gd name="T36" fmla="*/ 26 w 861"/>
                <a:gd name="T37" fmla="*/ 66 h 300"/>
                <a:gd name="T38" fmla="*/ 45 w 861"/>
                <a:gd name="T39" fmla="*/ 44 h 300"/>
                <a:gd name="T40" fmla="*/ 67 w 861"/>
                <a:gd name="T41" fmla="*/ 26 h 300"/>
                <a:gd name="T42" fmla="*/ 93 w 861"/>
                <a:gd name="T43" fmla="*/ 11 h 300"/>
                <a:gd name="T44" fmla="*/ 121 w 861"/>
                <a:gd name="T45" fmla="*/ 3 h 300"/>
                <a:gd name="T46" fmla="*/ 152 w 861"/>
                <a:gd name="T47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61" h="300">
                  <a:moveTo>
                    <a:pt x="152" y="0"/>
                  </a:moveTo>
                  <a:lnTo>
                    <a:pt x="615" y="0"/>
                  </a:lnTo>
                  <a:lnTo>
                    <a:pt x="655" y="66"/>
                  </a:lnTo>
                  <a:lnTo>
                    <a:pt x="701" y="130"/>
                  </a:lnTo>
                  <a:lnTo>
                    <a:pt x="751" y="190"/>
                  </a:lnTo>
                  <a:lnTo>
                    <a:pt x="804" y="247"/>
                  </a:lnTo>
                  <a:lnTo>
                    <a:pt x="861" y="300"/>
                  </a:lnTo>
                  <a:lnTo>
                    <a:pt x="152" y="300"/>
                  </a:lnTo>
                  <a:lnTo>
                    <a:pt x="121" y="297"/>
                  </a:lnTo>
                  <a:lnTo>
                    <a:pt x="93" y="289"/>
                  </a:lnTo>
                  <a:lnTo>
                    <a:pt x="67" y="275"/>
                  </a:lnTo>
                  <a:lnTo>
                    <a:pt x="45" y="257"/>
                  </a:lnTo>
                  <a:lnTo>
                    <a:pt x="26" y="235"/>
                  </a:lnTo>
                  <a:lnTo>
                    <a:pt x="13" y="209"/>
                  </a:lnTo>
                  <a:lnTo>
                    <a:pt x="3" y="181"/>
                  </a:lnTo>
                  <a:lnTo>
                    <a:pt x="0" y="151"/>
                  </a:lnTo>
                  <a:lnTo>
                    <a:pt x="3" y="119"/>
                  </a:lnTo>
                  <a:lnTo>
                    <a:pt x="13" y="91"/>
                  </a:lnTo>
                  <a:lnTo>
                    <a:pt x="26" y="66"/>
                  </a:lnTo>
                  <a:lnTo>
                    <a:pt x="45" y="44"/>
                  </a:lnTo>
                  <a:lnTo>
                    <a:pt x="67" y="26"/>
                  </a:lnTo>
                  <a:lnTo>
                    <a:pt x="93" y="11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67" name="Freeform 61"/>
            <p:cNvSpPr/>
            <p:nvPr/>
          </p:nvSpPr>
          <p:spPr bwMode="auto">
            <a:xfrm>
              <a:off x="1276" y="2246"/>
              <a:ext cx="128" cy="28"/>
            </a:xfrm>
            <a:custGeom>
              <a:avLst/>
              <a:gdLst>
                <a:gd name="T0" fmla="*/ 152 w 1414"/>
                <a:gd name="T1" fmla="*/ 0 h 301"/>
                <a:gd name="T2" fmla="*/ 958 w 1414"/>
                <a:gd name="T3" fmla="*/ 0 h 301"/>
                <a:gd name="T4" fmla="*/ 1027 w 1414"/>
                <a:gd name="T5" fmla="*/ 46 h 301"/>
                <a:gd name="T6" fmla="*/ 1099 w 1414"/>
                <a:gd name="T7" fmla="*/ 88 h 301"/>
                <a:gd name="T8" fmla="*/ 1174 w 1414"/>
                <a:gd name="T9" fmla="*/ 124 h 301"/>
                <a:gd name="T10" fmla="*/ 1251 w 1414"/>
                <a:gd name="T11" fmla="*/ 155 h 301"/>
                <a:gd name="T12" fmla="*/ 1332 w 1414"/>
                <a:gd name="T13" fmla="*/ 181 h 301"/>
                <a:gd name="T14" fmla="*/ 1414 w 1414"/>
                <a:gd name="T15" fmla="*/ 202 h 301"/>
                <a:gd name="T16" fmla="*/ 1403 w 1414"/>
                <a:gd name="T17" fmla="*/ 226 h 301"/>
                <a:gd name="T18" fmla="*/ 1388 w 1414"/>
                <a:gd name="T19" fmla="*/ 247 h 301"/>
                <a:gd name="T20" fmla="*/ 1370 w 1414"/>
                <a:gd name="T21" fmla="*/ 266 h 301"/>
                <a:gd name="T22" fmla="*/ 1349 w 1414"/>
                <a:gd name="T23" fmla="*/ 280 h 301"/>
                <a:gd name="T24" fmla="*/ 1325 w 1414"/>
                <a:gd name="T25" fmla="*/ 292 h 301"/>
                <a:gd name="T26" fmla="*/ 1300 w 1414"/>
                <a:gd name="T27" fmla="*/ 299 h 301"/>
                <a:gd name="T28" fmla="*/ 1273 w 1414"/>
                <a:gd name="T29" fmla="*/ 301 h 301"/>
                <a:gd name="T30" fmla="*/ 152 w 1414"/>
                <a:gd name="T31" fmla="*/ 301 h 301"/>
                <a:gd name="T32" fmla="*/ 121 w 1414"/>
                <a:gd name="T33" fmla="*/ 298 h 301"/>
                <a:gd name="T34" fmla="*/ 93 w 1414"/>
                <a:gd name="T35" fmla="*/ 290 h 301"/>
                <a:gd name="T36" fmla="*/ 67 w 1414"/>
                <a:gd name="T37" fmla="*/ 275 h 301"/>
                <a:gd name="T38" fmla="*/ 45 w 1414"/>
                <a:gd name="T39" fmla="*/ 257 h 301"/>
                <a:gd name="T40" fmla="*/ 26 w 1414"/>
                <a:gd name="T41" fmla="*/ 234 h 301"/>
                <a:gd name="T42" fmla="*/ 13 w 1414"/>
                <a:gd name="T43" fmla="*/ 210 h 301"/>
                <a:gd name="T44" fmla="*/ 3 w 1414"/>
                <a:gd name="T45" fmla="*/ 180 h 301"/>
                <a:gd name="T46" fmla="*/ 0 w 1414"/>
                <a:gd name="T47" fmla="*/ 150 h 301"/>
                <a:gd name="T48" fmla="*/ 3 w 1414"/>
                <a:gd name="T49" fmla="*/ 120 h 301"/>
                <a:gd name="T50" fmla="*/ 13 w 1414"/>
                <a:gd name="T51" fmla="*/ 92 h 301"/>
                <a:gd name="T52" fmla="*/ 26 w 1414"/>
                <a:gd name="T53" fmla="*/ 66 h 301"/>
                <a:gd name="T54" fmla="*/ 45 w 1414"/>
                <a:gd name="T55" fmla="*/ 44 h 301"/>
                <a:gd name="T56" fmla="*/ 67 w 1414"/>
                <a:gd name="T57" fmla="*/ 25 h 301"/>
                <a:gd name="T58" fmla="*/ 93 w 1414"/>
                <a:gd name="T59" fmla="*/ 12 h 301"/>
                <a:gd name="T60" fmla="*/ 121 w 1414"/>
                <a:gd name="T61" fmla="*/ 4 h 301"/>
                <a:gd name="T62" fmla="*/ 152 w 1414"/>
                <a:gd name="T63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14" h="301">
                  <a:moveTo>
                    <a:pt x="152" y="0"/>
                  </a:moveTo>
                  <a:lnTo>
                    <a:pt x="958" y="0"/>
                  </a:lnTo>
                  <a:lnTo>
                    <a:pt x="1027" y="46"/>
                  </a:lnTo>
                  <a:lnTo>
                    <a:pt x="1099" y="88"/>
                  </a:lnTo>
                  <a:lnTo>
                    <a:pt x="1174" y="124"/>
                  </a:lnTo>
                  <a:lnTo>
                    <a:pt x="1251" y="155"/>
                  </a:lnTo>
                  <a:lnTo>
                    <a:pt x="1332" y="181"/>
                  </a:lnTo>
                  <a:lnTo>
                    <a:pt x="1414" y="202"/>
                  </a:lnTo>
                  <a:lnTo>
                    <a:pt x="1403" y="226"/>
                  </a:lnTo>
                  <a:lnTo>
                    <a:pt x="1388" y="247"/>
                  </a:lnTo>
                  <a:lnTo>
                    <a:pt x="1370" y="266"/>
                  </a:lnTo>
                  <a:lnTo>
                    <a:pt x="1349" y="280"/>
                  </a:lnTo>
                  <a:lnTo>
                    <a:pt x="1325" y="292"/>
                  </a:lnTo>
                  <a:lnTo>
                    <a:pt x="1300" y="299"/>
                  </a:lnTo>
                  <a:lnTo>
                    <a:pt x="1273" y="301"/>
                  </a:lnTo>
                  <a:lnTo>
                    <a:pt x="152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7" y="275"/>
                  </a:lnTo>
                  <a:lnTo>
                    <a:pt x="45" y="257"/>
                  </a:lnTo>
                  <a:lnTo>
                    <a:pt x="26" y="234"/>
                  </a:lnTo>
                  <a:lnTo>
                    <a:pt x="13" y="210"/>
                  </a:lnTo>
                  <a:lnTo>
                    <a:pt x="3" y="180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3" y="92"/>
                  </a:lnTo>
                  <a:lnTo>
                    <a:pt x="26" y="66"/>
                  </a:lnTo>
                  <a:lnTo>
                    <a:pt x="45" y="44"/>
                  </a:lnTo>
                  <a:lnTo>
                    <a:pt x="67" y="25"/>
                  </a:lnTo>
                  <a:lnTo>
                    <a:pt x="93" y="12"/>
                  </a:lnTo>
                  <a:lnTo>
                    <a:pt x="121" y="4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68" name="Freeform 62"/>
            <p:cNvSpPr/>
            <p:nvPr/>
          </p:nvSpPr>
          <p:spPr bwMode="auto">
            <a:xfrm>
              <a:off x="1276" y="2281"/>
              <a:ext cx="129" cy="27"/>
            </a:xfrm>
            <a:custGeom>
              <a:avLst/>
              <a:gdLst>
                <a:gd name="T0" fmla="*/ 152 w 1424"/>
                <a:gd name="T1" fmla="*/ 0 h 302"/>
                <a:gd name="T2" fmla="*/ 1273 w 1424"/>
                <a:gd name="T3" fmla="*/ 0 h 302"/>
                <a:gd name="T4" fmla="*/ 1303 w 1424"/>
                <a:gd name="T5" fmla="*/ 3 h 302"/>
                <a:gd name="T6" fmla="*/ 1332 w 1424"/>
                <a:gd name="T7" fmla="*/ 13 h 302"/>
                <a:gd name="T8" fmla="*/ 1357 w 1424"/>
                <a:gd name="T9" fmla="*/ 26 h 302"/>
                <a:gd name="T10" fmla="*/ 1380 w 1424"/>
                <a:gd name="T11" fmla="*/ 45 h 302"/>
                <a:gd name="T12" fmla="*/ 1398 w 1424"/>
                <a:gd name="T13" fmla="*/ 67 h 302"/>
                <a:gd name="T14" fmla="*/ 1412 w 1424"/>
                <a:gd name="T15" fmla="*/ 92 h 302"/>
                <a:gd name="T16" fmla="*/ 1421 w 1424"/>
                <a:gd name="T17" fmla="*/ 121 h 302"/>
                <a:gd name="T18" fmla="*/ 1424 w 1424"/>
                <a:gd name="T19" fmla="*/ 151 h 302"/>
                <a:gd name="T20" fmla="*/ 1421 w 1424"/>
                <a:gd name="T21" fmla="*/ 181 h 302"/>
                <a:gd name="T22" fmla="*/ 1412 w 1424"/>
                <a:gd name="T23" fmla="*/ 209 h 302"/>
                <a:gd name="T24" fmla="*/ 1398 w 1424"/>
                <a:gd name="T25" fmla="*/ 235 h 302"/>
                <a:gd name="T26" fmla="*/ 1380 w 1424"/>
                <a:gd name="T27" fmla="*/ 257 h 302"/>
                <a:gd name="T28" fmla="*/ 1357 w 1424"/>
                <a:gd name="T29" fmla="*/ 276 h 302"/>
                <a:gd name="T30" fmla="*/ 1332 w 1424"/>
                <a:gd name="T31" fmla="*/ 289 h 302"/>
                <a:gd name="T32" fmla="*/ 1303 w 1424"/>
                <a:gd name="T33" fmla="*/ 299 h 302"/>
                <a:gd name="T34" fmla="*/ 1273 w 1424"/>
                <a:gd name="T35" fmla="*/ 302 h 302"/>
                <a:gd name="T36" fmla="*/ 152 w 1424"/>
                <a:gd name="T37" fmla="*/ 302 h 302"/>
                <a:gd name="T38" fmla="*/ 121 w 1424"/>
                <a:gd name="T39" fmla="*/ 299 h 302"/>
                <a:gd name="T40" fmla="*/ 93 w 1424"/>
                <a:gd name="T41" fmla="*/ 289 h 302"/>
                <a:gd name="T42" fmla="*/ 67 w 1424"/>
                <a:gd name="T43" fmla="*/ 276 h 302"/>
                <a:gd name="T44" fmla="*/ 45 w 1424"/>
                <a:gd name="T45" fmla="*/ 257 h 302"/>
                <a:gd name="T46" fmla="*/ 26 w 1424"/>
                <a:gd name="T47" fmla="*/ 235 h 302"/>
                <a:gd name="T48" fmla="*/ 13 w 1424"/>
                <a:gd name="T49" fmla="*/ 209 h 302"/>
                <a:gd name="T50" fmla="*/ 3 w 1424"/>
                <a:gd name="T51" fmla="*/ 181 h 302"/>
                <a:gd name="T52" fmla="*/ 0 w 1424"/>
                <a:gd name="T53" fmla="*/ 151 h 302"/>
                <a:gd name="T54" fmla="*/ 3 w 1424"/>
                <a:gd name="T55" fmla="*/ 121 h 302"/>
                <a:gd name="T56" fmla="*/ 13 w 1424"/>
                <a:gd name="T57" fmla="*/ 92 h 302"/>
                <a:gd name="T58" fmla="*/ 26 w 1424"/>
                <a:gd name="T59" fmla="*/ 67 h 302"/>
                <a:gd name="T60" fmla="*/ 45 w 1424"/>
                <a:gd name="T61" fmla="*/ 45 h 302"/>
                <a:gd name="T62" fmla="*/ 67 w 1424"/>
                <a:gd name="T63" fmla="*/ 26 h 302"/>
                <a:gd name="T64" fmla="*/ 93 w 1424"/>
                <a:gd name="T65" fmla="*/ 13 h 302"/>
                <a:gd name="T66" fmla="*/ 121 w 1424"/>
                <a:gd name="T67" fmla="*/ 3 h 302"/>
                <a:gd name="T68" fmla="*/ 152 w 1424"/>
                <a:gd name="T69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24" h="302">
                  <a:moveTo>
                    <a:pt x="152" y="0"/>
                  </a:moveTo>
                  <a:lnTo>
                    <a:pt x="1273" y="0"/>
                  </a:lnTo>
                  <a:lnTo>
                    <a:pt x="1303" y="3"/>
                  </a:lnTo>
                  <a:lnTo>
                    <a:pt x="1332" y="13"/>
                  </a:lnTo>
                  <a:lnTo>
                    <a:pt x="1357" y="26"/>
                  </a:lnTo>
                  <a:lnTo>
                    <a:pt x="1380" y="45"/>
                  </a:lnTo>
                  <a:lnTo>
                    <a:pt x="1398" y="67"/>
                  </a:lnTo>
                  <a:lnTo>
                    <a:pt x="1412" y="92"/>
                  </a:lnTo>
                  <a:lnTo>
                    <a:pt x="1421" y="121"/>
                  </a:lnTo>
                  <a:lnTo>
                    <a:pt x="1424" y="151"/>
                  </a:lnTo>
                  <a:lnTo>
                    <a:pt x="1421" y="181"/>
                  </a:lnTo>
                  <a:lnTo>
                    <a:pt x="1412" y="209"/>
                  </a:lnTo>
                  <a:lnTo>
                    <a:pt x="1398" y="235"/>
                  </a:lnTo>
                  <a:lnTo>
                    <a:pt x="1380" y="257"/>
                  </a:lnTo>
                  <a:lnTo>
                    <a:pt x="1357" y="276"/>
                  </a:lnTo>
                  <a:lnTo>
                    <a:pt x="1332" y="289"/>
                  </a:lnTo>
                  <a:lnTo>
                    <a:pt x="1303" y="299"/>
                  </a:lnTo>
                  <a:lnTo>
                    <a:pt x="1273" y="302"/>
                  </a:lnTo>
                  <a:lnTo>
                    <a:pt x="152" y="302"/>
                  </a:lnTo>
                  <a:lnTo>
                    <a:pt x="121" y="299"/>
                  </a:lnTo>
                  <a:lnTo>
                    <a:pt x="93" y="289"/>
                  </a:lnTo>
                  <a:lnTo>
                    <a:pt x="67" y="276"/>
                  </a:lnTo>
                  <a:lnTo>
                    <a:pt x="45" y="257"/>
                  </a:lnTo>
                  <a:lnTo>
                    <a:pt x="26" y="235"/>
                  </a:lnTo>
                  <a:lnTo>
                    <a:pt x="13" y="209"/>
                  </a:lnTo>
                  <a:lnTo>
                    <a:pt x="3" y="181"/>
                  </a:lnTo>
                  <a:lnTo>
                    <a:pt x="0" y="151"/>
                  </a:lnTo>
                  <a:lnTo>
                    <a:pt x="3" y="121"/>
                  </a:lnTo>
                  <a:lnTo>
                    <a:pt x="13" y="92"/>
                  </a:lnTo>
                  <a:lnTo>
                    <a:pt x="26" y="67"/>
                  </a:lnTo>
                  <a:lnTo>
                    <a:pt x="45" y="45"/>
                  </a:lnTo>
                  <a:lnTo>
                    <a:pt x="67" y="26"/>
                  </a:lnTo>
                  <a:lnTo>
                    <a:pt x="93" y="13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69" name="Freeform 63"/>
            <p:cNvSpPr>
              <a:spLocks noEditPoints="1"/>
            </p:cNvSpPr>
            <p:nvPr/>
          </p:nvSpPr>
          <p:spPr bwMode="auto">
            <a:xfrm>
              <a:off x="1331" y="2062"/>
              <a:ext cx="193" cy="191"/>
            </a:xfrm>
            <a:custGeom>
              <a:avLst/>
              <a:gdLst>
                <a:gd name="T0" fmla="*/ 924 w 2119"/>
                <a:gd name="T1" fmla="*/ 314 h 2106"/>
                <a:gd name="T2" fmla="*/ 735 w 2119"/>
                <a:gd name="T3" fmla="*/ 374 h 2106"/>
                <a:gd name="T4" fmla="*/ 573 w 2119"/>
                <a:gd name="T5" fmla="*/ 479 h 2106"/>
                <a:gd name="T6" fmla="*/ 441 w 2119"/>
                <a:gd name="T7" fmla="*/ 620 h 2106"/>
                <a:gd name="T8" fmla="*/ 350 w 2119"/>
                <a:gd name="T9" fmla="*/ 792 h 2106"/>
                <a:gd name="T10" fmla="*/ 306 w 2119"/>
                <a:gd name="T11" fmla="*/ 985 h 2106"/>
                <a:gd name="T12" fmla="*/ 315 w 2119"/>
                <a:gd name="T13" fmla="*/ 1188 h 2106"/>
                <a:gd name="T14" fmla="*/ 376 w 2119"/>
                <a:gd name="T15" fmla="*/ 1375 h 2106"/>
                <a:gd name="T16" fmla="*/ 481 w 2119"/>
                <a:gd name="T17" fmla="*/ 1538 h 2106"/>
                <a:gd name="T18" fmla="*/ 623 w 2119"/>
                <a:gd name="T19" fmla="*/ 1668 h 2106"/>
                <a:gd name="T20" fmla="*/ 796 w 2119"/>
                <a:gd name="T21" fmla="*/ 1758 h 2106"/>
                <a:gd name="T22" fmla="*/ 991 w 2119"/>
                <a:gd name="T23" fmla="*/ 1803 h 2106"/>
                <a:gd name="T24" fmla="*/ 1196 w 2119"/>
                <a:gd name="T25" fmla="*/ 1793 h 2106"/>
                <a:gd name="T26" fmla="*/ 1384 w 2119"/>
                <a:gd name="T27" fmla="*/ 1733 h 2106"/>
                <a:gd name="T28" fmla="*/ 1548 w 2119"/>
                <a:gd name="T29" fmla="*/ 1628 h 2106"/>
                <a:gd name="T30" fmla="*/ 1678 w 2119"/>
                <a:gd name="T31" fmla="*/ 1487 h 2106"/>
                <a:gd name="T32" fmla="*/ 1770 w 2119"/>
                <a:gd name="T33" fmla="*/ 1316 h 2106"/>
                <a:gd name="T34" fmla="*/ 1813 w 2119"/>
                <a:gd name="T35" fmla="*/ 1122 h 2106"/>
                <a:gd name="T36" fmla="*/ 1804 w 2119"/>
                <a:gd name="T37" fmla="*/ 919 h 2106"/>
                <a:gd name="T38" fmla="*/ 1743 w 2119"/>
                <a:gd name="T39" fmla="*/ 732 h 2106"/>
                <a:gd name="T40" fmla="*/ 1639 w 2119"/>
                <a:gd name="T41" fmla="*/ 569 h 2106"/>
                <a:gd name="T42" fmla="*/ 1496 w 2119"/>
                <a:gd name="T43" fmla="*/ 439 h 2106"/>
                <a:gd name="T44" fmla="*/ 1324 w 2119"/>
                <a:gd name="T45" fmla="*/ 349 h 2106"/>
                <a:gd name="T46" fmla="*/ 1129 w 2119"/>
                <a:gd name="T47" fmla="*/ 304 h 2106"/>
                <a:gd name="T48" fmla="*/ 1142 w 2119"/>
                <a:gd name="T49" fmla="*/ 4 h 2106"/>
                <a:gd name="T50" fmla="*/ 1379 w 2119"/>
                <a:gd name="T51" fmla="*/ 49 h 2106"/>
                <a:gd name="T52" fmla="*/ 1595 w 2119"/>
                <a:gd name="T53" fmla="*/ 145 h 2106"/>
                <a:gd name="T54" fmla="*/ 1781 w 2119"/>
                <a:gd name="T55" fmla="*/ 282 h 2106"/>
                <a:gd name="T56" fmla="*/ 1933 w 2119"/>
                <a:gd name="T57" fmla="*/ 457 h 2106"/>
                <a:gd name="T58" fmla="*/ 2044 w 2119"/>
                <a:gd name="T59" fmla="*/ 662 h 2106"/>
                <a:gd name="T60" fmla="*/ 2107 w 2119"/>
                <a:gd name="T61" fmla="*/ 891 h 2106"/>
                <a:gd name="T62" fmla="*/ 2116 w 2119"/>
                <a:gd name="T63" fmla="*/ 1136 h 2106"/>
                <a:gd name="T64" fmla="*/ 2070 w 2119"/>
                <a:gd name="T65" fmla="*/ 1371 h 2106"/>
                <a:gd name="T66" fmla="*/ 1975 w 2119"/>
                <a:gd name="T67" fmla="*/ 1584 h 2106"/>
                <a:gd name="T68" fmla="*/ 1835 w 2119"/>
                <a:gd name="T69" fmla="*/ 1770 h 2106"/>
                <a:gd name="T70" fmla="*/ 1660 w 2119"/>
                <a:gd name="T71" fmla="*/ 1921 h 2106"/>
                <a:gd name="T72" fmla="*/ 1453 w 2119"/>
                <a:gd name="T73" fmla="*/ 2031 h 2106"/>
                <a:gd name="T74" fmla="*/ 1224 w 2119"/>
                <a:gd name="T75" fmla="*/ 2094 h 2106"/>
                <a:gd name="T76" fmla="*/ 977 w 2119"/>
                <a:gd name="T77" fmla="*/ 2103 h 2106"/>
                <a:gd name="T78" fmla="*/ 740 w 2119"/>
                <a:gd name="T79" fmla="*/ 2058 h 2106"/>
                <a:gd name="T80" fmla="*/ 526 w 2119"/>
                <a:gd name="T81" fmla="*/ 1962 h 2106"/>
                <a:gd name="T82" fmla="*/ 338 w 2119"/>
                <a:gd name="T83" fmla="*/ 1825 h 2106"/>
                <a:gd name="T84" fmla="*/ 187 w 2119"/>
                <a:gd name="T85" fmla="*/ 1650 h 2106"/>
                <a:gd name="T86" fmla="*/ 76 w 2119"/>
                <a:gd name="T87" fmla="*/ 1445 h 2106"/>
                <a:gd name="T88" fmla="*/ 13 w 2119"/>
                <a:gd name="T89" fmla="*/ 1216 h 2106"/>
                <a:gd name="T90" fmla="*/ 3 w 2119"/>
                <a:gd name="T91" fmla="*/ 972 h 2106"/>
                <a:gd name="T92" fmla="*/ 49 w 2119"/>
                <a:gd name="T93" fmla="*/ 736 h 2106"/>
                <a:gd name="T94" fmla="*/ 145 w 2119"/>
                <a:gd name="T95" fmla="*/ 523 h 2106"/>
                <a:gd name="T96" fmla="*/ 284 w 2119"/>
                <a:gd name="T97" fmla="*/ 337 h 2106"/>
                <a:gd name="T98" fmla="*/ 460 w 2119"/>
                <a:gd name="T99" fmla="*/ 187 h 2106"/>
                <a:gd name="T100" fmla="*/ 666 w 2119"/>
                <a:gd name="T101" fmla="*/ 76 h 2106"/>
                <a:gd name="T102" fmla="*/ 896 w 2119"/>
                <a:gd name="T103" fmla="*/ 13 h 2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19" h="2106">
                  <a:moveTo>
                    <a:pt x="1060" y="301"/>
                  </a:moveTo>
                  <a:lnTo>
                    <a:pt x="991" y="304"/>
                  </a:lnTo>
                  <a:lnTo>
                    <a:pt x="924" y="314"/>
                  </a:lnTo>
                  <a:lnTo>
                    <a:pt x="859" y="328"/>
                  </a:lnTo>
                  <a:lnTo>
                    <a:pt x="796" y="349"/>
                  </a:lnTo>
                  <a:lnTo>
                    <a:pt x="735" y="374"/>
                  </a:lnTo>
                  <a:lnTo>
                    <a:pt x="678" y="404"/>
                  </a:lnTo>
                  <a:lnTo>
                    <a:pt x="623" y="439"/>
                  </a:lnTo>
                  <a:lnTo>
                    <a:pt x="573" y="479"/>
                  </a:lnTo>
                  <a:lnTo>
                    <a:pt x="525" y="523"/>
                  </a:lnTo>
                  <a:lnTo>
                    <a:pt x="481" y="569"/>
                  </a:lnTo>
                  <a:lnTo>
                    <a:pt x="441" y="620"/>
                  </a:lnTo>
                  <a:lnTo>
                    <a:pt x="406" y="674"/>
                  </a:lnTo>
                  <a:lnTo>
                    <a:pt x="376" y="732"/>
                  </a:lnTo>
                  <a:lnTo>
                    <a:pt x="350" y="792"/>
                  </a:lnTo>
                  <a:lnTo>
                    <a:pt x="330" y="854"/>
                  </a:lnTo>
                  <a:lnTo>
                    <a:pt x="315" y="919"/>
                  </a:lnTo>
                  <a:lnTo>
                    <a:pt x="306" y="985"/>
                  </a:lnTo>
                  <a:lnTo>
                    <a:pt x="303" y="1054"/>
                  </a:lnTo>
                  <a:lnTo>
                    <a:pt x="306" y="1122"/>
                  </a:lnTo>
                  <a:lnTo>
                    <a:pt x="315" y="1188"/>
                  </a:lnTo>
                  <a:lnTo>
                    <a:pt x="330" y="1254"/>
                  </a:lnTo>
                  <a:lnTo>
                    <a:pt x="350" y="1316"/>
                  </a:lnTo>
                  <a:lnTo>
                    <a:pt x="376" y="1375"/>
                  </a:lnTo>
                  <a:lnTo>
                    <a:pt x="406" y="1433"/>
                  </a:lnTo>
                  <a:lnTo>
                    <a:pt x="441" y="1487"/>
                  </a:lnTo>
                  <a:lnTo>
                    <a:pt x="481" y="1538"/>
                  </a:lnTo>
                  <a:lnTo>
                    <a:pt x="525" y="1585"/>
                  </a:lnTo>
                  <a:lnTo>
                    <a:pt x="573" y="1628"/>
                  </a:lnTo>
                  <a:lnTo>
                    <a:pt x="623" y="1668"/>
                  </a:lnTo>
                  <a:lnTo>
                    <a:pt x="678" y="1703"/>
                  </a:lnTo>
                  <a:lnTo>
                    <a:pt x="735" y="1733"/>
                  </a:lnTo>
                  <a:lnTo>
                    <a:pt x="796" y="1758"/>
                  </a:lnTo>
                  <a:lnTo>
                    <a:pt x="859" y="1779"/>
                  </a:lnTo>
                  <a:lnTo>
                    <a:pt x="924" y="1793"/>
                  </a:lnTo>
                  <a:lnTo>
                    <a:pt x="991" y="1803"/>
                  </a:lnTo>
                  <a:lnTo>
                    <a:pt x="1060" y="1806"/>
                  </a:lnTo>
                  <a:lnTo>
                    <a:pt x="1129" y="1803"/>
                  </a:lnTo>
                  <a:lnTo>
                    <a:pt x="1196" y="1793"/>
                  </a:lnTo>
                  <a:lnTo>
                    <a:pt x="1261" y="1779"/>
                  </a:lnTo>
                  <a:lnTo>
                    <a:pt x="1324" y="1758"/>
                  </a:lnTo>
                  <a:lnTo>
                    <a:pt x="1384" y="1733"/>
                  </a:lnTo>
                  <a:lnTo>
                    <a:pt x="1442" y="1703"/>
                  </a:lnTo>
                  <a:lnTo>
                    <a:pt x="1496" y="1668"/>
                  </a:lnTo>
                  <a:lnTo>
                    <a:pt x="1548" y="1628"/>
                  </a:lnTo>
                  <a:lnTo>
                    <a:pt x="1595" y="1585"/>
                  </a:lnTo>
                  <a:lnTo>
                    <a:pt x="1639" y="1538"/>
                  </a:lnTo>
                  <a:lnTo>
                    <a:pt x="1678" y="1487"/>
                  </a:lnTo>
                  <a:lnTo>
                    <a:pt x="1713" y="1433"/>
                  </a:lnTo>
                  <a:lnTo>
                    <a:pt x="1743" y="1375"/>
                  </a:lnTo>
                  <a:lnTo>
                    <a:pt x="1770" y="1316"/>
                  </a:lnTo>
                  <a:lnTo>
                    <a:pt x="1789" y="1254"/>
                  </a:lnTo>
                  <a:lnTo>
                    <a:pt x="1804" y="1188"/>
                  </a:lnTo>
                  <a:lnTo>
                    <a:pt x="1813" y="1122"/>
                  </a:lnTo>
                  <a:lnTo>
                    <a:pt x="1817" y="1054"/>
                  </a:lnTo>
                  <a:lnTo>
                    <a:pt x="1813" y="985"/>
                  </a:lnTo>
                  <a:lnTo>
                    <a:pt x="1804" y="919"/>
                  </a:lnTo>
                  <a:lnTo>
                    <a:pt x="1789" y="854"/>
                  </a:lnTo>
                  <a:lnTo>
                    <a:pt x="1770" y="792"/>
                  </a:lnTo>
                  <a:lnTo>
                    <a:pt x="1743" y="732"/>
                  </a:lnTo>
                  <a:lnTo>
                    <a:pt x="1713" y="674"/>
                  </a:lnTo>
                  <a:lnTo>
                    <a:pt x="1678" y="620"/>
                  </a:lnTo>
                  <a:lnTo>
                    <a:pt x="1639" y="569"/>
                  </a:lnTo>
                  <a:lnTo>
                    <a:pt x="1595" y="523"/>
                  </a:lnTo>
                  <a:lnTo>
                    <a:pt x="1548" y="479"/>
                  </a:lnTo>
                  <a:lnTo>
                    <a:pt x="1496" y="439"/>
                  </a:lnTo>
                  <a:lnTo>
                    <a:pt x="1442" y="404"/>
                  </a:lnTo>
                  <a:lnTo>
                    <a:pt x="1384" y="374"/>
                  </a:lnTo>
                  <a:lnTo>
                    <a:pt x="1324" y="349"/>
                  </a:lnTo>
                  <a:lnTo>
                    <a:pt x="1261" y="328"/>
                  </a:lnTo>
                  <a:lnTo>
                    <a:pt x="1196" y="314"/>
                  </a:lnTo>
                  <a:lnTo>
                    <a:pt x="1129" y="304"/>
                  </a:lnTo>
                  <a:lnTo>
                    <a:pt x="1060" y="301"/>
                  </a:lnTo>
                  <a:close/>
                  <a:moveTo>
                    <a:pt x="1060" y="0"/>
                  </a:moveTo>
                  <a:lnTo>
                    <a:pt x="1142" y="4"/>
                  </a:lnTo>
                  <a:lnTo>
                    <a:pt x="1224" y="13"/>
                  </a:lnTo>
                  <a:lnTo>
                    <a:pt x="1303" y="29"/>
                  </a:lnTo>
                  <a:lnTo>
                    <a:pt x="1379" y="49"/>
                  </a:lnTo>
                  <a:lnTo>
                    <a:pt x="1453" y="76"/>
                  </a:lnTo>
                  <a:lnTo>
                    <a:pt x="1526" y="108"/>
                  </a:lnTo>
                  <a:lnTo>
                    <a:pt x="1595" y="145"/>
                  </a:lnTo>
                  <a:lnTo>
                    <a:pt x="1660" y="187"/>
                  </a:lnTo>
                  <a:lnTo>
                    <a:pt x="1722" y="232"/>
                  </a:lnTo>
                  <a:lnTo>
                    <a:pt x="1781" y="282"/>
                  </a:lnTo>
                  <a:lnTo>
                    <a:pt x="1835" y="337"/>
                  </a:lnTo>
                  <a:lnTo>
                    <a:pt x="1887" y="396"/>
                  </a:lnTo>
                  <a:lnTo>
                    <a:pt x="1933" y="457"/>
                  </a:lnTo>
                  <a:lnTo>
                    <a:pt x="1975" y="523"/>
                  </a:lnTo>
                  <a:lnTo>
                    <a:pt x="2011" y="591"/>
                  </a:lnTo>
                  <a:lnTo>
                    <a:pt x="2044" y="662"/>
                  </a:lnTo>
                  <a:lnTo>
                    <a:pt x="2070" y="736"/>
                  </a:lnTo>
                  <a:lnTo>
                    <a:pt x="2091" y="813"/>
                  </a:lnTo>
                  <a:lnTo>
                    <a:pt x="2107" y="891"/>
                  </a:lnTo>
                  <a:lnTo>
                    <a:pt x="2116" y="972"/>
                  </a:lnTo>
                  <a:lnTo>
                    <a:pt x="2119" y="1054"/>
                  </a:lnTo>
                  <a:lnTo>
                    <a:pt x="2116" y="1136"/>
                  </a:lnTo>
                  <a:lnTo>
                    <a:pt x="2107" y="1216"/>
                  </a:lnTo>
                  <a:lnTo>
                    <a:pt x="2091" y="1295"/>
                  </a:lnTo>
                  <a:lnTo>
                    <a:pt x="2070" y="1371"/>
                  </a:lnTo>
                  <a:lnTo>
                    <a:pt x="2044" y="1445"/>
                  </a:lnTo>
                  <a:lnTo>
                    <a:pt x="2011" y="1516"/>
                  </a:lnTo>
                  <a:lnTo>
                    <a:pt x="1975" y="1584"/>
                  </a:lnTo>
                  <a:lnTo>
                    <a:pt x="1933" y="1650"/>
                  </a:lnTo>
                  <a:lnTo>
                    <a:pt x="1887" y="1711"/>
                  </a:lnTo>
                  <a:lnTo>
                    <a:pt x="1835" y="1770"/>
                  </a:lnTo>
                  <a:lnTo>
                    <a:pt x="1781" y="1825"/>
                  </a:lnTo>
                  <a:lnTo>
                    <a:pt x="1722" y="1875"/>
                  </a:lnTo>
                  <a:lnTo>
                    <a:pt x="1660" y="1921"/>
                  </a:lnTo>
                  <a:lnTo>
                    <a:pt x="1595" y="1962"/>
                  </a:lnTo>
                  <a:lnTo>
                    <a:pt x="1526" y="1999"/>
                  </a:lnTo>
                  <a:lnTo>
                    <a:pt x="1453" y="2031"/>
                  </a:lnTo>
                  <a:lnTo>
                    <a:pt x="1379" y="2058"/>
                  </a:lnTo>
                  <a:lnTo>
                    <a:pt x="1303" y="2078"/>
                  </a:lnTo>
                  <a:lnTo>
                    <a:pt x="1224" y="2094"/>
                  </a:lnTo>
                  <a:lnTo>
                    <a:pt x="1142" y="2103"/>
                  </a:lnTo>
                  <a:lnTo>
                    <a:pt x="1060" y="2106"/>
                  </a:lnTo>
                  <a:lnTo>
                    <a:pt x="977" y="2103"/>
                  </a:lnTo>
                  <a:lnTo>
                    <a:pt x="896" y="2094"/>
                  </a:lnTo>
                  <a:lnTo>
                    <a:pt x="817" y="2078"/>
                  </a:lnTo>
                  <a:lnTo>
                    <a:pt x="740" y="2058"/>
                  </a:lnTo>
                  <a:lnTo>
                    <a:pt x="666" y="2031"/>
                  </a:lnTo>
                  <a:lnTo>
                    <a:pt x="594" y="1999"/>
                  </a:lnTo>
                  <a:lnTo>
                    <a:pt x="526" y="1962"/>
                  </a:lnTo>
                  <a:lnTo>
                    <a:pt x="460" y="1921"/>
                  </a:lnTo>
                  <a:lnTo>
                    <a:pt x="397" y="1875"/>
                  </a:lnTo>
                  <a:lnTo>
                    <a:pt x="338" y="1825"/>
                  </a:lnTo>
                  <a:lnTo>
                    <a:pt x="284" y="1770"/>
                  </a:lnTo>
                  <a:lnTo>
                    <a:pt x="233" y="1711"/>
                  </a:lnTo>
                  <a:lnTo>
                    <a:pt x="187" y="1650"/>
                  </a:lnTo>
                  <a:lnTo>
                    <a:pt x="145" y="1584"/>
                  </a:lnTo>
                  <a:lnTo>
                    <a:pt x="108" y="1516"/>
                  </a:lnTo>
                  <a:lnTo>
                    <a:pt x="76" y="1445"/>
                  </a:lnTo>
                  <a:lnTo>
                    <a:pt x="49" y="1371"/>
                  </a:lnTo>
                  <a:lnTo>
                    <a:pt x="28" y="1295"/>
                  </a:lnTo>
                  <a:lnTo>
                    <a:pt x="13" y="1216"/>
                  </a:lnTo>
                  <a:lnTo>
                    <a:pt x="3" y="1136"/>
                  </a:lnTo>
                  <a:lnTo>
                    <a:pt x="0" y="1054"/>
                  </a:lnTo>
                  <a:lnTo>
                    <a:pt x="3" y="972"/>
                  </a:lnTo>
                  <a:lnTo>
                    <a:pt x="13" y="891"/>
                  </a:lnTo>
                  <a:lnTo>
                    <a:pt x="28" y="813"/>
                  </a:lnTo>
                  <a:lnTo>
                    <a:pt x="49" y="736"/>
                  </a:lnTo>
                  <a:lnTo>
                    <a:pt x="76" y="662"/>
                  </a:lnTo>
                  <a:lnTo>
                    <a:pt x="108" y="591"/>
                  </a:lnTo>
                  <a:lnTo>
                    <a:pt x="145" y="523"/>
                  </a:lnTo>
                  <a:lnTo>
                    <a:pt x="187" y="457"/>
                  </a:lnTo>
                  <a:lnTo>
                    <a:pt x="233" y="396"/>
                  </a:lnTo>
                  <a:lnTo>
                    <a:pt x="284" y="337"/>
                  </a:lnTo>
                  <a:lnTo>
                    <a:pt x="338" y="282"/>
                  </a:lnTo>
                  <a:lnTo>
                    <a:pt x="397" y="232"/>
                  </a:lnTo>
                  <a:lnTo>
                    <a:pt x="460" y="187"/>
                  </a:lnTo>
                  <a:lnTo>
                    <a:pt x="526" y="145"/>
                  </a:lnTo>
                  <a:lnTo>
                    <a:pt x="594" y="108"/>
                  </a:lnTo>
                  <a:lnTo>
                    <a:pt x="666" y="76"/>
                  </a:lnTo>
                  <a:lnTo>
                    <a:pt x="740" y="49"/>
                  </a:lnTo>
                  <a:lnTo>
                    <a:pt x="817" y="29"/>
                  </a:lnTo>
                  <a:lnTo>
                    <a:pt x="896" y="13"/>
                  </a:lnTo>
                  <a:lnTo>
                    <a:pt x="977" y="4"/>
                  </a:lnTo>
                  <a:lnTo>
                    <a:pt x="10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70" name="Freeform 64"/>
            <p:cNvSpPr>
              <a:spLocks noEditPoints="1"/>
            </p:cNvSpPr>
            <p:nvPr/>
          </p:nvSpPr>
          <p:spPr bwMode="auto">
            <a:xfrm>
              <a:off x="1392" y="2101"/>
              <a:ext cx="71" cy="113"/>
            </a:xfrm>
            <a:custGeom>
              <a:avLst/>
              <a:gdLst>
                <a:gd name="T0" fmla="*/ 480 w 774"/>
                <a:gd name="T1" fmla="*/ 963 h 1241"/>
                <a:gd name="T2" fmla="*/ 565 w 774"/>
                <a:gd name="T3" fmla="*/ 921 h 1241"/>
                <a:gd name="T4" fmla="*/ 600 w 774"/>
                <a:gd name="T5" fmla="*/ 836 h 1241"/>
                <a:gd name="T6" fmla="*/ 568 w 774"/>
                <a:gd name="T7" fmla="*/ 758 h 1241"/>
                <a:gd name="T8" fmla="*/ 493 w 774"/>
                <a:gd name="T9" fmla="*/ 717 h 1241"/>
                <a:gd name="T10" fmla="*/ 348 w 774"/>
                <a:gd name="T11" fmla="*/ 259 h 1241"/>
                <a:gd name="T12" fmla="*/ 236 w 774"/>
                <a:gd name="T13" fmla="*/ 297 h 1241"/>
                <a:gd name="T14" fmla="*/ 194 w 774"/>
                <a:gd name="T15" fmla="*/ 376 h 1241"/>
                <a:gd name="T16" fmla="*/ 233 w 774"/>
                <a:gd name="T17" fmla="*/ 458 h 1241"/>
                <a:gd name="T18" fmla="*/ 348 w 774"/>
                <a:gd name="T19" fmla="*/ 505 h 1241"/>
                <a:gd name="T20" fmla="*/ 414 w 774"/>
                <a:gd name="T21" fmla="*/ 9 h 1241"/>
                <a:gd name="T22" fmla="*/ 431 w 774"/>
                <a:gd name="T23" fmla="*/ 120 h 1241"/>
                <a:gd name="T24" fmla="*/ 534 w 774"/>
                <a:gd name="T25" fmla="*/ 135 h 1241"/>
                <a:gd name="T26" fmla="*/ 648 w 774"/>
                <a:gd name="T27" fmla="*/ 179 h 1241"/>
                <a:gd name="T28" fmla="*/ 734 w 774"/>
                <a:gd name="T29" fmla="*/ 251 h 1241"/>
                <a:gd name="T30" fmla="*/ 756 w 774"/>
                <a:gd name="T31" fmla="*/ 345 h 1241"/>
                <a:gd name="T32" fmla="*/ 709 w 774"/>
                <a:gd name="T33" fmla="*/ 401 h 1241"/>
                <a:gd name="T34" fmla="*/ 640 w 774"/>
                <a:gd name="T35" fmla="*/ 402 h 1241"/>
                <a:gd name="T36" fmla="*/ 592 w 774"/>
                <a:gd name="T37" fmla="*/ 357 h 1241"/>
                <a:gd name="T38" fmla="*/ 542 w 774"/>
                <a:gd name="T39" fmla="*/ 299 h 1241"/>
                <a:gd name="T40" fmla="*/ 459 w 774"/>
                <a:gd name="T41" fmla="*/ 261 h 1241"/>
                <a:gd name="T42" fmla="*/ 498 w 774"/>
                <a:gd name="T43" fmla="*/ 535 h 1241"/>
                <a:gd name="T44" fmla="*/ 619 w 774"/>
                <a:gd name="T45" fmla="*/ 576 h 1241"/>
                <a:gd name="T46" fmla="*/ 713 w 774"/>
                <a:gd name="T47" fmla="*/ 643 h 1241"/>
                <a:gd name="T48" fmla="*/ 767 w 774"/>
                <a:gd name="T49" fmla="*/ 749 h 1241"/>
                <a:gd name="T50" fmla="*/ 765 w 774"/>
                <a:gd name="T51" fmla="*/ 900 h 1241"/>
                <a:gd name="T52" fmla="*/ 692 w 774"/>
                <a:gd name="T53" fmla="*/ 1018 h 1241"/>
                <a:gd name="T54" fmla="*/ 562 w 774"/>
                <a:gd name="T55" fmla="*/ 1088 h 1241"/>
                <a:gd name="T56" fmla="*/ 431 w 774"/>
                <a:gd name="T57" fmla="*/ 1194 h 1241"/>
                <a:gd name="T58" fmla="*/ 402 w 774"/>
                <a:gd name="T59" fmla="*/ 1239 h 1241"/>
                <a:gd name="T60" fmla="*/ 356 w 774"/>
                <a:gd name="T61" fmla="*/ 1221 h 1241"/>
                <a:gd name="T62" fmla="*/ 300 w 774"/>
                <a:gd name="T63" fmla="*/ 1107 h 1241"/>
                <a:gd name="T64" fmla="*/ 144 w 774"/>
                <a:gd name="T65" fmla="*/ 1061 h 1241"/>
                <a:gd name="T66" fmla="*/ 44 w 774"/>
                <a:gd name="T67" fmla="*/ 978 h 1241"/>
                <a:gd name="T68" fmla="*/ 1 w 774"/>
                <a:gd name="T69" fmla="*/ 881 h 1241"/>
                <a:gd name="T70" fmla="*/ 17 w 774"/>
                <a:gd name="T71" fmla="*/ 801 h 1241"/>
                <a:gd name="T72" fmla="*/ 85 w 774"/>
                <a:gd name="T73" fmla="*/ 772 h 1241"/>
                <a:gd name="T74" fmla="*/ 150 w 774"/>
                <a:gd name="T75" fmla="*/ 792 h 1241"/>
                <a:gd name="T76" fmla="*/ 178 w 774"/>
                <a:gd name="T77" fmla="*/ 839 h 1241"/>
                <a:gd name="T78" fmla="*/ 201 w 774"/>
                <a:gd name="T79" fmla="*/ 897 h 1241"/>
                <a:gd name="T80" fmla="*/ 247 w 774"/>
                <a:gd name="T81" fmla="*/ 945 h 1241"/>
                <a:gd name="T82" fmla="*/ 348 w 774"/>
                <a:gd name="T83" fmla="*/ 970 h 1241"/>
                <a:gd name="T84" fmla="*/ 211 w 774"/>
                <a:gd name="T85" fmla="*/ 646 h 1241"/>
                <a:gd name="T86" fmla="*/ 82 w 774"/>
                <a:gd name="T87" fmla="*/ 565 h 1241"/>
                <a:gd name="T88" fmla="*/ 23 w 774"/>
                <a:gd name="T89" fmla="*/ 443 h 1241"/>
                <a:gd name="T90" fmla="*/ 41 w 774"/>
                <a:gd name="T91" fmla="*/ 300 h 1241"/>
                <a:gd name="T92" fmla="*/ 120 w 774"/>
                <a:gd name="T93" fmla="*/ 196 h 1241"/>
                <a:gd name="T94" fmla="*/ 241 w 774"/>
                <a:gd name="T95" fmla="*/ 135 h 1241"/>
                <a:gd name="T96" fmla="*/ 348 w 774"/>
                <a:gd name="T97" fmla="*/ 47 h 1241"/>
                <a:gd name="T98" fmla="*/ 376 w 774"/>
                <a:gd name="T99" fmla="*/ 3 h 1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74" h="1241">
                  <a:moveTo>
                    <a:pt x="431" y="699"/>
                  </a:moveTo>
                  <a:lnTo>
                    <a:pt x="431" y="970"/>
                  </a:lnTo>
                  <a:lnTo>
                    <a:pt x="456" y="967"/>
                  </a:lnTo>
                  <a:lnTo>
                    <a:pt x="480" y="963"/>
                  </a:lnTo>
                  <a:lnTo>
                    <a:pt x="504" y="956"/>
                  </a:lnTo>
                  <a:lnTo>
                    <a:pt x="526" y="947"/>
                  </a:lnTo>
                  <a:lnTo>
                    <a:pt x="547" y="935"/>
                  </a:lnTo>
                  <a:lnTo>
                    <a:pt x="565" y="921"/>
                  </a:lnTo>
                  <a:lnTo>
                    <a:pt x="579" y="904"/>
                  </a:lnTo>
                  <a:lnTo>
                    <a:pt x="591" y="884"/>
                  </a:lnTo>
                  <a:lnTo>
                    <a:pt x="598" y="861"/>
                  </a:lnTo>
                  <a:lnTo>
                    <a:pt x="600" y="836"/>
                  </a:lnTo>
                  <a:lnTo>
                    <a:pt x="598" y="812"/>
                  </a:lnTo>
                  <a:lnTo>
                    <a:pt x="592" y="792"/>
                  </a:lnTo>
                  <a:lnTo>
                    <a:pt x="581" y="774"/>
                  </a:lnTo>
                  <a:lnTo>
                    <a:pt x="568" y="758"/>
                  </a:lnTo>
                  <a:lnTo>
                    <a:pt x="552" y="745"/>
                  </a:lnTo>
                  <a:lnTo>
                    <a:pt x="534" y="733"/>
                  </a:lnTo>
                  <a:lnTo>
                    <a:pt x="514" y="724"/>
                  </a:lnTo>
                  <a:lnTo>
                    <a:pt x="493" y="717"/>
                  </a:lnTo>
                  <a:lnTo>
                    <a:pt x="473" y="709"/>
                  </a:lnTo>
                  <a:lnTo>
                    <a:pt x="452" y="704"/>
                  </a:lnTo>
                  <a:lnTo>
                    <a:pt x="431" y="699"/>
                  </a:lnTo>
                  <a:close/>
                  <a:moveTo>
                    <a:pt x="348" y="259"/>
                  </a:moveTo>
                  <a:lnTo>
                    <a:pt x="314" y="262"/>
                  </a:lnTo>
                  <a:lnTo>
                    <a:pt x="284" y="271"/>
                  </a:lnTo>
                  <a:lnTo>
                    <a:pt x="258" y="282"/>
                  </a:lnTo>
                  <a:lnTo>
                    <a:pt x="236" y="297"/>
                  </a:lnTo>
                  <a:lnTo>
                    <a:pt x="218" y="313"/>
                  </a:lnTo>
                  <a:lnTo>
                    <a:pt x="205" y="333"/>
                  </a:lnTo>
                  <a:lnTo>
                    <a:pt x="196" y="354"/>
                  </a:lnTo>
                  <a:lnTo>
                    <a:pt x="194" y="376"/>
                  </a:lnTo>
                  <a:lnTo>
                    <a:pt x="196" y="399"/>
                  </a:lnTo>
                  <a:lnTo>
                    <a:pt x="203" y="421"/>
                  </a:lnTo>
                  <a:lnTo>
                    <a:pt x="215" y="441"/>
                  </a:lnTo>
                  <a:lnTo>
                    <a:pt x="233" y="458"/>
                  </a:lnTo>
                  <a:lnTo>
                    <a:pt x="254" y="472"/>
                  </a:lnTo>
                  <a:lnTo>
                    <a:pt x="281" y="485"/>
                  </a:lnTo>
                  <a:lnTo>
                    <a:pt x="312" y="495"/>
                  </a:lnTo>
                  <a:lnTo>
                    <a:pt x="348" y="505"/>
                  </a:lnTo>
                  <a:lnTo>
                    <a:pt x="348" y="259"/>
                  </a:lnTo>
                  <a:close/>
                  <a:moveTo>
                    <a:pt x="389" y="0"/>
                  </a:moveTo>
                  <a:lnTo>
                    <a:pt x="402" y="3"/>
                  </a:lnTo>
                  <a:lnTo>
                    <a:pt x="414" y="9"/>
                  </a:lnTo>
                  <a:lnTo>
                    <a:pt x="423" y="20"/>
                  </a:lnTo>
                  <a:lnTo>
                    <a:pt x="429" y="33"/>
                  </a:lnTo>
                  <a:lnTo>
                    <a:pt x="431" y="47"/>
                  </a:lnTo>
                  <a:lnTo>
                    <a:pt x="431" y="120"/>
                  </a:lnTo>
                  <a:lnTo>
                    <a:pt x="454" y="121"/>
                  </a:lnTo>
                  <a:lnTo>
                    <a:pt x="479" y="124"/>
                  </a:lnTo>
                  <a:lnTo>
                    <a:pt x="506" y="129"/>
                  </a:lnTo>
                  <a:lnTo>
                    <a:pt x="534" y="135"/>
                  </a:lnTo>
                  <a:lnTo>
                    <a:pt x="564" y="144"/>
                  </a:lnTo>
                  <a:lnTo>
                    <a:pt x="593" y="154"/>
                  </a:lnTo>
                  <a:lnTo>
                    <a:pt x="621" y="165"/>
                  </a:lnTo>
                  <a:lnTo>
                    <a:pt x="648" y="179"/>
                  </a:lnTo>
                  <a:lnTo>
                    <a:pt x="674" y="195"/>
                  </a:lnTo>
                  <a:lnTo>
                    <a:pt x="698" y="211"/>
                  </a:lnTo>
                  <a:lnTo>
                    <a:pt x="718" y="230"/>
                  </a:lnTo>
                  <a:lnTo>
                    <a:pt x="734" y="251"/>
                  </a:lnTo>
                  <a:lnTo>
                    <a:pt x="748" y="274"/>
                  </a:lnTo>
                  <a:lnTo>
                    <a:pt x="755" y="298"/>
                  </a:lnTo>
                  <a:lnTo>
                    <a:pt x="758" y="324"/>
                  </a:lnTo>
                  <a:lnTo>
                    <a:pt x="756" y="345"/>
                  </a:lnTo>
                  <a:lnTo>
                    <a:pt x="749" y="364"/>
                  </a:lnTo>
                  <a:lnTo>
                    <a:pt x="740" y="380"/>
                  </a:lnTo>
                  <a:lnTo>
                    <a:pt x="726" y="392"/>
                  </a:lnTo>
                  <a:lnTo>
                    <a:pt x="709" y="401"/>
                  </a:lnTo>
                  <a:lnTo>
                    <a:pt x="691" y="407"/>
                  </a:lnTo>
                  <a:lnTo>
                    <a:pt x="671" y="408"/>
                  </a:lnTo>
                  <a:lnTo>
                    <a:pt x="655" y="407"/>
                  </a:lnTo>
                  <a:lnTo>
                    <a:pt x="640" y="402"/>
                  </a:lnTo>
                  <a:lnTo>
                    <a:pt x="626" y="393"/>
                  </a:lnTo>
                  <a:lnTo>
                    <a:pt x="615" y="383"/>
                  </a:lnTo>
                  <a:lnTo>
                    <a:pt x="603" y="370"/>
                  </a:lnTo>
                  <a:lnTo>
                    <a:pt x="592" y="357"/>
                  </a:lnTo>
                  <a:lnTo>
                    <a:pt x="580" y="342"/>
                  </a:lnTo>
                  <a:lnTo>
                    <a:pt x="569" y="328"/>
                  </a:lnTo>
                  <a:lnTo>
                    <a:pt x="555" y="313"/>
                  </a:lnTo>
                  <a:lnTo>
                    <a:pt x="542" y="299"/>
                  </a:lnTo>
                  <a:lnTo>
                    <a:pt x="525" y="286"/>
                  </a:lnTo>
                  <a:lnTo>
                    <a:pt x="506" y="276"/>
                  </a:lnTo>
                  <a:lnTo>
                    <a:pt x="484" y="267"/>
                  </a:lnTo>
                  <a:lnTo>
                    <a:pt x="459" y="261"/>
                  </a:lnTo>
                  <a:lnTo>
                    <a:pt x="431" y="259"/>
                  </a:lnTo>
                  <a:lnTo>
                    <a:pt x="431" y="519"/>
                  </a:lnTo>
                  <a:lnTo>
                    <a:pt x="464" y="526"/>
                  </a:lnTo>
                  <a:lnTo>
                    <a:pt x="498" y="535"/>
                  </a:lnTo>
                  <a:lnTo>
                    <a:pt x="530" y="543"/>
                  </a:lnTo>
                  <a:lnTo>
                    <a:pt x="562" y="552"/>
                  </a:lnTo>
                  <a:lnTo>
                    <a:pt x="591" y="564"/>
                  </a:lnTo>
                  <a:lnTo>
                    <a:pt x="619" y="576"/>
                  </a:lnTo>
                  <a:lnTo>
                    <a:pt x="646" y="590"/>
                  </a:lnTo>
                  <a:lnTo>
                    <a:pt x="670" y="605"/>
                  </a:lnTo>
                  <a:lnTo>
                    <a:pt x="693" y="623"/>
                  </a:lnTo>
                  <a:lnTo>
                    <a:pt x="713" y="643"/>
                  </a:lnTo>
                  <a:lnTo>
                    <a:pt x="731" y="666"/>
                  </a:lnTo>
                  <a:lnTo>
                    <a:pt x="746" y="691"/>
                  </a:lnTo>
                  <a:lnTo>
                    <a:pt x="757" y="719"/>
                  </a:lnTo>
                  <a:lnTo>
                    <a:pt x="767" y="749"/>
                  </a:lnTo>
                  <a:lnTo>
                    <a:pt x="772" y="783"/>
                  </a:lnTo>
                  <a:lnTo>
                    <a:pt x="774" y="821"/>
                  </a:lnTo>
                  <a:lnTo>
                    <a:pt x="771" y="861"/>
                  </a:lnTo>
                  <a:lnTo>
                    <a:pt x="765" y="900"/>
                  </a:lnTo>
                  <a:lnTo>
                    <a:pt x="752" y="934"/>
                  </a:lnTo>
                  <a:lnTo>
                    <a:pt x="736" y="965"/>
                  </a:lnTo>
                  <a:lnTo>
                    <a:pt x="716" y="993"/>
                  </a:lnTo>
                  <a:lnTo>
                    <a:pt x="692" y="1018"/>
                  </a:lnTo>
                  <a:lnTo>
                    <a:pt x="665" y="1040"/>
                  </a:lnTo>
                  <a:lnTo>
                    <a:pt x="634" y="1059"/>
                  </a:lnTo>
                  <a:lnTo>
                    <a:pt x="599" y="1075"/>
                  </a:lnTo>
                  <a:lnTo>
                    <a:pt x="562" y="1088"/>
                  </a:lnTo>
                  <a:lnTo>
                    <a:pt x="521" y="1098"/>
                  </a:lnTo>
                  <a:lnTo>
                    <a:pt x="477" y="1106"/>
                  </a:lnTo>
                  <a:lnTo>
                    <a:pt x="431" y="1110"/>
                  </a:lnTo>
                  <a:lnTo>
                    <a:pt x="431" y="1194"/>
                  </a:lnTo>
                  <a:lnTo>
                    <a:pt x="429" y="1209"/>
                  </a:lnTo>
                  <a:lnTo>
                    <a:pt x="423" y="1221"/>
                  </a:lnTo>
                  <a:lnTo>
                    <a:pt x="414" y="1231"/>
                  </a:lnTo>
                  <a:lnTo>
                    <a:pt x="402" y="1239"/>
                  </a:lnTo>
                  <a:lnTo>
                    <a:pt x="389" y="1241"/>
                  </a:lnTo>
                  <a:lnTo>
                    <a:pt x="376" y="1239"/>
                  </a:lnTo>
                  <a:lnTo>
                    <a:pt x="365" y="1231"/>
                  </a:lnTo>
                  <a:lnTo>
                    <a:pt x="356" y="1221"/>
                  </a:lnTo>
                  <a:lnTo>
                    <a:pt x="350" y="1209"/>
                  </a:lnTo>
                  <a:lnTo>
                    <a:pt x="348" y="1194"/>
                  </a:lnTo>
                  <a:lnTo>
                    <a:pt x="348" y="1110"/>
                  </a:lnTo>
                  <a:lnTo>
                    <a:pt x="300" y="1107"/>
                  </a:lnTo>
                  <a:lnTo>
                    <a:pt x="256" y="1099"/>
                  </a:lnTo>
                  <a:lnTo>
                    <a:pt x="215" y="1090"/>
                  </a:lnTo>
                  <a:lnTo>
                    <a:pt x="177" y="1077"/>
                  </a:lnTo>
                  <a:lnTo>
                    <a:pt x="144" y="1061"/>
                  </a:lnTo>
                  <a:lnTo>
                    <a:pt x="113" y="1042"/>
                  </a:lnTo>
                  <a:lnTo>
                    <a:pt x="87" y="1022"/>
                  </a:lnTo>
                  <a:lnTo>
                    <a:pt x="64" y="1001"/>
                  </a:lnTo>
                  <a:lnTo>
                    <a:pt x="44" y="978"/>
                  </a:lnTo>
                  <a:lnTo>
                    <a:pt x="29" y="954"/>
                  </a:lnTo>
                  <a:lnTo>
                    <a:pt x="16" y="930"/>
                  </a:lnTo>
                  <a:lnTo>
                    <a:pt x="7" y="906"/>
                  </a:lnTo>
                  <a:lnTo>
                    <a:pt x="1" y="881"/>
                  </a:lnTo>
                  <a:lnTo>
                    <a:pt x="0" y="858"/>
                  </a:lnTo>
                  <a:lnTo>
                    <a:pt x="2" y="836"/>
                  </a:lnTo>
                  <a:lnTo>
                    <a:pt x="8" y="818"/>
                  </a:lnTo>
                  <a:lnTo>
                    <a:pt x="17" y="801"/>
                  </a:lnTo>
                  <a:lnTo>
                    <a:pt x="30" y="788"/>
                  </a:lnTo>
                  <a:lnTo>
                    <a:pt x="45" y="779"/>
                  </a:lnTo>
                  <a:lnTo>
                    <a:pt x="64" y="774"/>
                  </a:lnTo>
                  <a:lnTo>
                    <a:pt x="85" y="772"/>
                  </a:lnTo>
                  <a:lnTo>
                    <a:pt x="106" y="773"/>
                  </a:lnTo>
                  <a:lnTo>
                    <a:pt x="124" y="777"/>
                  </a:lnTo>
                  <a:lnTo>
                    <a:pt x="139" y="783"/>
                  </a:lnTo>
                  <a:lnTo>
                    <a:pt x="150" y="792"/>
                  </a:lnTo>
                  <a:lnTo>
                    <a:pt x="159" y="802"/>
                  </a:lnTo>
                  <a:lnTo>
                    <a:pt x="167" y="813"/>
                  </a:lnTo>
                  <a:lnTo>
                    <a:pt x="173" y="826"/>
                  </a:lnTo>
                  <a:lnTo>
                    <a:pt x="178" y="839"/>
                  </a:lnTo>
                  <a:lnTo>
                    <a:pt x="184" y="853"/>
                  </a:lnTo>
                  <a:lnTo>
                    <a:pt x="189" y="867"/>
                  </a:lnTo>
                  <a:lnTo>
                    <a:pt x="194" y="882"/>
                  </a:lnTo>
                  <a:lnTo>
                    <a:pt x="201" y="897"/>
                  </a:lnTo>
                  <a:lnTo>
                    <a:pt x="210" y="910"/>
                  </a:lnTo>
                  <a:lnTo>
                    <a:pt x="219" y="924"/>
                  </a:lnTo>
                  <a:lnTo>
                    <a:pt x="233" y="935"/>
                  </a:lnTo>
                  <a:lnTo>
                    <a:pt x="247" y="945"/>
                  </a:lnTo>
                  <a:lnTo>
                    <a:pt x="266" y="955"/>
                  </a:lnTo>
                  <a:lnTo>
                    <a:pt x="289" y="962"/>
                  </a:lnTo>
                  <a:lnTo>
                    <a:pt x="317" y="967"/>
                  </a:lnTo>
                  <a:lnTo>
                    <a:pt x="348" y="970"/>
                  </a:lnTo>
                  <a:lnTo>
                    <a:pt x="348" y="684"/>
                  </a:lnTo>
                  <a:lnTo>
                    <a:pt x="299" y="674"/>
                  </a:lnTo>
                  <a:lnTo>
                    <a:pt x="254" y="662"/>
                  </a:lnTo>
                  <a:lnTo>
                    <a:pt x="211" y="646"/>
                  </a:lnTo>
                  <a:lnTo>
                    <a:pt x="173" y="629"/>
                  </a:lnTo>
                  <a:lnTo>
                    <a:pt x="139" y="611"/>
                  </a:lnTo>
                  <a:lnTo>
                    <a:pt x="108" y="589"/>
                  </a:lnTo>
                  <a:lnTo>
                    <a:pt x="82" y="565"/>
                  </a:lnTo>
                  <a:lnTo>
                    <a:pt x="60" y="538"/>
                  </a:lnTo>
                  <a:lnTo>
                    <a:pt x="43" y="509"/>
                  </a:lnTo>
                  <a:lnTo>
                    <a:pt x="31" y="477"/>
                  </a:lnTo>
                  <a:lnTo>
                    <a:pt x="23" y="443"/>
                  </a:lnTo>
                  <a:lnTo>
                    <a:pt x="20" y="407"/>
                  </a:lnTo>
                  <a:lnTo>
                    <a:pt x="23" y="368"/>
                  </a:lnTo>
                  <a:lnTo>
                    <a:pt x="30" y="333"/>
                  </a:lnTo>
                  <a:lnTo>
                    <a:pt x="41" y="300"/>
                  </a:lnTo>
                  <a:lnTo>
                    <a:pt x="56" y="269"/>
                  </a:lnTo>
                  <a:lnTo>
                    <a:pt x="74" y="242"/>
                  </a:lnTo>
                  <a:lnTo>
                    <a:pt x="96" y="217"/>
                  </a:lnTo>
                  <a:lnTo>
                    <a:pt x="120" y="196"/>
                  </a:lnTo>
                  <a:lnTo>
                    <a:pt x="147" y="176"/>
                  </a:lnTo>
                  <a:lnTo>
                    <a:pt x="176" y="160"/>
                  </a:lnTo>
                  <a:lnTo>
                    <a:pt x="209" y="147"/>
                  </a:lnTo>
                  <a:lnTo>
                    <a:pt x="241" y="135"/>
                  </a:lnTo>
                  <a:lnTo>
                    <a:pt x="276" y="127"/>
                  </a:lnTo>
                  <a:lnTo>
                    <a:pt x="312" y="122"/>
                  </a:lnTo>
                  <a:lnTo>
                    <a:pt x="348" y="120"/>
                  </a:lnTo>
                  <a:lnTo>
                    <a:pt x="348" y="47"/>
                  </a:lnTo>
                  <a:lnTo>
                    <a:pt x="350" y="33"/>
                  </a:lnTo>
                  <a:lnTo>
                    <a:pt x="356" y="20"/>
                  </a:lnTo>
                  <a:lnTo>
                    <a:pt x="365" y="9"/>
                  </a:lnTo>
                  <a:lnTo>
                    <a:pt x="376" y="3"/>
                  </a:lnTo>
                  <a:lnTo>
                    <a:pt x="3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71" name="Group 78"/>
          <p:cNvGrpSpPr>
            <a:grpSpLocks noChangeAspect="1"/>
          </p:cNvGrpSpPr>
          <p:nvPr/>
        </p:nvGrpSpPr>
        <p:grpSpPr bwMode="auto">
          <a:xfrm>
            <a:off x="7450812" y="1354684"/>
            <a:ext cx="308317" cy="310379"/>
            <a:chOff x="3729" y="2007"/>
            <a:chExt cx="299" cy="301"/>
          </a:xfrm>
          <a:solidFill>
            <a:schemeClr val="bg1"/>
          </a:solidFill>
        </p:grpSpPr>
        <p:sp>
          <p:nvSpPr>
            <p:cNvPr id="72" name="Freeform 80"/>
            <p:cNvSpPr>
              <a:spLocks noEditPoints="1"/>
            </p:cNvSpPr>
            <p:nvPr/>
          </p:nvSpPr>
          <p:spPr bwMode="auto">
            <a:xfrm>
              <a:off x="3835" y="2007"/>
              <a:ext cx="193" cy="301"/>
            </a:xfrm>
            <a:custGeom>
              <a:avLst/>
              <a:gdLst>
                <a:gd name="T0" fmla="*/ 1169 w 2122"/>
                <a:gd name="T1" fmla="*/ 2692 h 3309"/>
                <a:gd name="T2" fmla="*/ 1310 w 2122"/>
                <a:gd name="T3" fmla="*/ 2707 h 3309"/>
                <a:gd name="T4" fmla="*/ 1495 w 2122"/>
                <a:gd name="T5" fmla="*/ 2415 h 3309"/>
                <a:gd name="T6" fmla="*/ 608 w 2122"/>
                <a:gd name="T7" fmla="*/ 2958 h 3309"/>
                <a:gd name="T8" fmla="*/ 800 w 2122"/>
                <a:gd name="T9" fmla="*/ 2749 h 3309"/>
                <a:gd name="T10" fmla="*/ 956 w 2122"/>
                <a:gd name="T11" fmla="*/ 2398 h 3309"/>
                <a:gd name="T12" fmla="*/ 709 w 2122"/>
                <a:gd name="T13" fmla="*/ 2175 h 3309"/>
                <a:gd name="T14" fmla="*/ 721 w 2122"/>
                <a:gd name="T15" fmla="*/ 1436 h 3309"/>
                <a:gd name="T16" fmla="*/ 942 w 2122"/>
                <a:gd name="T17" fmla="*/ 1904 h 3309"/>
                <a:gd name="T18" fmla="*/ 1060 w 2122"/>
                <a:gd name="T19" fmla="*/ 1562 h 3309"/>
                <a:gd name="T20" fmla="*/ 1571 w 2122"/>
                <a:gd name="T21" fmla="*/ 1196 h 3309"/>
                <a:gd name="T22" fmla="*/ 1362 w 2122"/>
                <a:gd name="T23" fmla="*/ 1533 h 3309"/>
                <a:gd name="T24" fmla="*/ 1344 w 2122"/>
                <a:gd name="T25" fmla="*/ 2011 h 3309"/>
                <a:gd name="T26" fmla="*/ 1705 w 2122"/>
                <a:gd name="T27" fmla="*/ 2193 h 3309"/>
                <a:gd name="T28" fmla="*/ 1815 w 2122"/>
                <a:gd name="T29" fmla="*/ 1750 h 3309"/>
                <a:gd name="T30" fmla="*/ 1780 w 2122"/>
                <a:gd name="T31" fmla="*/ 1337 h 3309"/>
                <a:gd name="T32" fmla="*/ 1129 w 2122"/>
                <a:gd name="T33" fmla="*/ 535 h 3309"/>
                <a:gd name="T34" fmla="*/ 1291 w 2122"/>
                <a:gd name="T35" fmla="*/ 996 h 3309"/>
                <a:gd name="T36" fmla="*/ 1499 w 2122"/>
                <a:gd name="T37" fmla="*/ 787 h 3309"/>
                <a:gd name="T38" fmla="*/ 1165 w 2122"/>
                <a:gd name="T39" fmla="*/ 500 h 3309"/>
                <a:gd name="T40" fmla="*/ 810 w 2122"/>
                <a:gd name="T41" fmla="*/ 1121 h 3309"/>
                <a:gd name="T42" fmla="*/ 929 w 2122"/>
                <a:gd name="T43" fmla="*/ 831 h 3309"/>
                <a:gd name="T44" fmla="*/ 764 w 2122"/>
                <a:gd name="T45" fmla="*/ 507 h 3309"/>
                <a:gd name="T46" fmla="*/ 456 w 2122"/>
                <a:gd name="T47" fmla="*/ 0 h 3309"/>
                <a:gd name="T48" fmla="*/ 865 w 2122"/>
                <a:gd name="T49" fmla="*/ 50 h 3309"/>
                <a:gd name="T50" fmla="*/ 1324 w 2122"/>
                <a:gd name="T51" fmla="*/ 243 h 3309"/>
                <a:gd name="T52" fmla="*/ 1701 w 2122"/>
                <a:gd name="T53" fmla="*/ 557 h 3309"/>
                <a:gd name="T54" fmla="*/ 1970 w 2122"/>
                <a:gd name="T55" fmla="*/ 965 h 3309"/>
                <a:gd name="T56" fmla="*/ 2108 w 2122"/>
                <a:gd name="T57" fmla="*/ 1447 h 3309"/>
                <a:gd name="T58" fmla="*/ 2092 w 2122"/>
                <a:gd name="T59" fmla="*/ 1963 h 3309"/>
                <a:gd name="T60" fmla="*/ 1926 w 2122"/>
                <a:gd name="T61" fmla="*/ 2432 h 3309"/>
                <a:gd name="T62" fmla="*/ 1633 w 2122"/>
                <a:gd name="T63" fmla="*/ 2824 h 3309"/>
                <a:gd name="T64" fmla="*/ 1238 w 2122"/>
                <a:gd name="T65" fmla="*/ 3115 h 3309"/>
                <a:gd name="T66" fmla="*/ 766 w 2122"/>
                <a:gd name="T67" fmla="*/ 3281 h 3309"/>
                <a:gd name="T68" fmla="*/ 291 w 2122"/>
                <a:gd name="T69" fmla="*/ 3301 h 3309"/>
                <a:gd name="T70" fmla="*/ 56 w 2122"/>
                <a:gd name="T71" fmla="*/ 3242 h 3309"/>
                <a:gd name="T72" fmla="*/ 6 w 2122"/>
                <a:gd name="T73" fmla="*/ 3127 h 3309"/>
                <a:gd name="T74" fmla="*/ 62 w 2122"/>
                <a:gd name="T75" fmla="*/ 3012 h 3309"/>
                <a:gd name="T76" fmla="*/ 187 w 2122"/>
                <a:gd name="T77" fmla="*/ 2982 h 3309"/>
                <a:gd name="T78" fmla="*/ 174 w 2122"/>
                <a:gd name="T79" fmla="*/ 2178 h 3309"/>
                <a:gd name="T80" fmla="*/ 41 w 2122"/>
                <a:gd name="T81" fmla="*/ 2126 h 3309"/>
                <a:gd name="T82" fmla="*/ 10 w 2122"/>
                <a:gd name="T83" fmla="*/ 1992 h 3309"/>
                <a:gd name="T84" fmla="*/ 89 w 2122"/>
                <a:gd name="T85" fmla="*/ 1894 h 3309"/>
                <a:gd name="T86" fmla="*/ 304 w 2122"/>
                <a:gd name="T87" fmla="*/ 1444 h 3309"/>
                <a:gd name="T88" fmla="*/ 59 w 2122"/>
                <a:gd name="T89" fmla="*/ 1395 h 3309"/>
                <a:gd name="T90" fmla="*/ 7 w 2122"/>
                <a:gd name="T91" fmla="*/ 1264 h 3309"/>
                <a:gd name="T92" fmla="*/ 87 w 2122"/>
                <a:gd name="T93" fmla="*/ 1147 h 3309"/>
                <a:gd name="T94" fmla="*/ 304 w 2122"/>
                <a:gd name="T95" fmla="*/ 1142 h 3309"/>
                <a:gd name="T96" fmla="*/ 127 w 2122"/>
                <a:gd name="T97" fmla="*/ 330 h 3309"/>
                <a:gd name="T98" fmla="*/ 23 w 2122"/>
                <a:gd name="T99" fmla="*/ 260 h 3309"/>
                <a:gd name="T100" fmla="*/ 8 w 2122"/>
                <a:gd name="T101" fmla="*/ 132 h 3309"/>
                <a:gd name="T102" fmla="*/ 94 w 2122"/>
                <a:gd name="T103" fmla="*/ 42 h 3309"/>
                <a:gd name="T104" fmla="*/ 456 w 2122"/>
                <a:gd name="T105" fmla="*/ 0 h 3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122" h="3309">
                  <a:moveTo>
                    <a:pt x="1291" y="2314"/>
                  </a:moveTo>
                  <a:lnTo>
                    <a:pt x="1266" y="2414"/>
                  </a:lnTo>
                  <a:lnTo>
                    <a:pt x="1237" y="2511"/>
                  </a:lnTo>
                  <a:lnTo>
                    <a:pt x="1205" y="2603"/>
                  </a:lnTo>
                  <a:lnTo>
                    <a:pt x="1169" y="2692"/>
                  </a:lnTo>
                  <a:lnTo>
                    <a:pt x="1129" y="2774"/>
                  </a:lnTo>
                  <a:lnTo>
                    <a:pt x="1088" y="2852"/>
                  </a:lnTo>
                  <a:lnTo>
                    <a:pt x="1166" y="2808"/>
                  </a:lnTo>
                  <a:lnTo>
                    <a:pt x="1239" y="2761"/>
                  </a:lnTo>
                  <a:lnTo>
                    <a:pt x="1310" y="2707"/>
                  </a:lnTo>
                  <a:lnTo>
                    <a:pt x="1376" y="2650"/>
                  </a:lnTo>
                  <a:lnTo>
                    <a:pt x="1440" y="2588"/>
                  </a:lnTo>
                  <a:lnTo>
                    <a:pt x="1499" y="2522"/>
                  </a:lnTo>
                  <a:lnTo>
                    <a:pt x="1553" y="2454"/>
                  </a:lnTo>
                  <a:lnTo>
                    <a:pt x="1495" y="2415"/>
                  </a:lnTo>
                  <a:lnTo>
                    <a:pt x="1431" y="2379"/>
                  </a:lnTo>
                  <a:lnTo>
                    <a:pt x="1364" y="2346"/>
                  </a:lnTo>
                  <a:lnTo>
                    <a:pt x="1291" y="2314"/>
                  </a:lnTo>
                  <a:close/>
                  <a:moveTo>
                    <a:pt x="608" y="2167"/>
                  </a:moveTo>
                  <a:lnTo>
                    <a:pt x="608" y="2958"/>
                  </a:lnTo>
                  <a:lnTo>
                    <a:pt x="648" y="2928"/>
                  </a:lnTo>
                  <a:lnTo>
                    <a:pt x="687" y="2893"/>
                  </a:lnTo>
                  <a:lnTo>
                    <a:pt x="726" y="2851"/>
                  </a:lnTo>
                  <a:lnTo>
                    <a:pt x="764" y="2802"/>
                  </a:lnTo>
                  <a:lnTo>
                    <a:pt x="800" y="2749"/>
                  </a:lnTo>
                  <a:lnTo>
                    <a:pt x="835" y="2689"/>
                  </a:lnTo>
                  <a:lnTo>
                    <a:pt x="868" y="2624"/>
                  </a:lnTo>
                  <a:lnTo>
                    <a:pt x="900" y="2554"/>
                  </a:lnTo>
                  <a:lnTo>
                    <a:pt x="929" y="2478"/>
                  </a:lnTo>
                  <a:lnTo>
                    <a:pt x="956" y="2398"/>
                  </a:lnTo>
                  <a:lnTo>
                    <a:pt x="981" y="2312"/>
                  </a:lnTo>
                  <a:lnTo>
                    <a:pt x="1003" y="2223"/>
                  </a:lnTo>
                  <a:lnTo>
                    <a:pt x="907" y="2203"/>
                  </a:lnTo>
                  <a:lnTo>
                    <a:pt x="810" y="2187"/>
                  </a:lnTo>
                  <a:lnTo>
                    <a:pt x="709" y="2175"/>
                  </a:lnTo>
                  <a:lnTo>
                    <a:pt x="608" y="2167"/>
                  </a:lnTo>
                  <a:close/>
                  <a:moveTo>
                    <a:pt x="1049" y="1385"/>
                  </a:moveTo>
                  <a:lnTo>
                    <a:pt x="942" y="1405"/>
                  </a:lnTo>
                  <a:lnTo>
                    <a:pt x="833" y="1422"/>
                  </a:lnTo>
                  <a:lnTo>
                    <a:pt x="721" y="1436"/>
                  </a:lnTo>
                  <a:lnTo>
                    <a:pt x="608" y="1443"/>
                  </a:lnTo>
                  <a:lnTo>
                    <a:pt x="608" y="1866"/>
                  </a:lnTo>
                  <a:lnTo>
                    <a:pt x="721" y="1874"/>
                  </a:lnTo>
                  <a:lnTo>
                    <a:pt x="833" y="1887"/>
                  </a:lnTo>
                  <a:lnTo>
                    <a:pt x="942" y="1904"/>
                  </a:lnTo>
                  <a:lnTo>
                    <a:pt x="1049" y="1924"/>
                  </a:lnTo>
                  <a:lnTo>
                    <a:pt x="1056" y="1837"/>
                  </a:lnTo>
                  <a:lnTo>
                    <a:pt x="1060" y="1747"/>
                  </a:lnTo>
                  <a:lnTo>
                    <a:pt x="1061" y="1655"/>
                  </a:lnTo>
                  <a:lnTo>
                    <a:pt x="1060" y="1562"/>
                  </a:lnTo>
                  <a:lnTo>
                    <a:pt x="1056" y="1472"/>
                  </a:lnTo>
                  <a:lnTo>
                    <a:pt x="1049" y="1385"/>
                  </a:lnTo>
                  <a:close/>
                  <a:moveTo>
                    <a:pt x="1705" y="1116"/>
                  </a:moveTo>
                  <a:lnTo>
                    <a:pt x="1640" y="1158"/>
                  </a:lnTo>
                  <a:lnTo>
                    <a:pt x="1571" y="1196"/>
                  </a:lnTo>
                  <a:lnTo>
                    <a:pt x="1499" y="1234"/>
                  </a:lnTo>
                  <a:lnTo>
                    <a:pt x="1422" y="1267"/>
                  </a:lnTo>
                  <a:lnTo>
                    <a:pt x="1344" y="1298"/>
                  </a:lnTo>
                  <a:lnTo>
                    <a:pt x="1354" y="1415"/>
                  </a:lnTo>
                  <a:lnTo>
                    <a:pt x="1362" y="1533"/>
                  </a:lnTo>
                  <a:lnTo>
                    <a:pt x="1365" y="1654"/>
                  </a:lnTo>
                  <a:lnTo>
                    <a:pt x="1363" y="1745"/>
                  </a:lnTo>
                  <a:lnTo>
                    <a:pt x="1358" y="1836"/>
                  </a:lnTo>
                  <a:lnTo>
                    <a:pt x="1352" y="1923"/>
                  </a:lnTo>
                  <a:lnTo>
                    <a:pt x="1344" y="2011"/>
                  </a:lnTo>
                  <a:lnTo>
                    <a:pt x="1422" y="2042"/>
                  </a:lnTo>
                  <a:lnTo>
                    <a:pt x="1499" y="2075"/>
                  </a:lnTo>
                  <a:lnTo>
                    <a:pt x="1571" y="2113"/>
                  </a:lnTo>
                  <a:lnTo>
                    <a:pt x="1640" y="2151"/>
                  </a:lnTo>
                  <a:lnTo>
                    <a:pt x="1705" y="2193"/>
                  </a:lnTo>
                  <a:lnTo>
                    <a:pt x="1739" y="2109"/>
                  </a:lnTo>
                  <a:lnTo>
                    <a:pt x="1767" y="2022"/>
                  </a:lnTo>
                  <a:lnTo>
                    <a:pt x="1789" y="1934"/>
                  </a:lnTo>
                  <a:lnTo>
                    <a:pt x="1806" y="1842"/>
                  </a:lnTo>
                  <a:lnTo>
                    <a:pt x="1815" y="1750"/>
                  </a:lnTo>
                  <a:lnTo>
                    <a:pt x="1818" y="1655"/>
                  </a:lnTo>
                  <a:lnTo>
                    <a:pt x="1816" y="1573"/>
                  </a:lnTo>
                  <a:lnTo>
                    <a:pt x="1809" y="1493"/>
                  </a:lnTo>
                  <a:lnTo>
                    <a:pt x="1797" y="1415"/>
                  </a:lnTo>
                  <a:lnTo>
                    <a:pt x="1780" y="1337"/>
                  </a:lnTo>
                  <a:lnTo>
                    <a:pt x="1759" y="1262"/>
                  </a:lnTo>
                  <a:lnTo>
                    <a:pt x="1734" y="1188"/>
                  </a:lnTo>
                  <a:lnTo>
                    <a:pt x="1705" y="1116"/>
                  </a:lnTo>
                  <a:close/>
                  <a:moveTo>
                    <a:pt x="1087" y="456"/>
                  </a:moveTo>
                  <a:lnTo>
                    <a:pt x="1129" y="535"/>
                  </a:lnTo>
                  <a:lnTo>
                    <a:pt x="1168" y="618"/>
                  </a:lnTo>
                  <a:lnTo>
                    <a:pt x="1205" y="705"/>
                  </a:lnTo>
                  <a:lnTo>
                    <a:pt x="1237" y="798"/>
                  </a:lnTo>
                  <a:lnTo>
                    <a:pt x="1266" y="895"/>
                  </a:lnTo>
                  <a:lnTo>
                    <a:pt x="1291" y="996"/>
                  </a:lnTo>
                  <a:lnTo>
                    <a:pt x="1363" y="964"/>
                  </a:lnTo>
                  <a:lnTo>
                    <a:pt x="1431" y="930"/>
                  </a:lnTo>
                  <a:lnTo>
                    <a:pt x="1495" y="894"/>
                  </a:lnTo>
                  <a:lnTo>
                    <a:pt x="1553" y="855"/>
                  </a:lnTo>
                  <a:lnTo>
                    <a:pt x="1499" y="787"/>
                  </a:lnTo>
                  <a:lnTo>
                    <a:pt x="1440" y="721"/>
                  </a:lnTo>
                  <a:lnTo>
                    <a:pt x="1376" y="659"/>
                  </a:lnTo>
                  <a:lnTo>
                    <a:pt x="1309" y="601"/>
                  </a:lnTo>
                  <a:lnTo>
                    <a:pt x="1239" y="548"/>
                  </a:lnTo>
                  <a:lnTo>
                    <a:pt x="1165" y="500"/>
                  </a:lnTo>
                  <a:lnTo>
                    <a:pt x="1087" y="456"/>
                  </a:lnTo>
                  <a:close/>
                  <a:moveTo>
                    <a:pt x="608" y="351"/>
                  </a:moveTo>
                  <a:lnTo>
                    <a:pt x="608" y="1142"/>
                  </a:lnTo>
                  <a:lnTo>
                    <a:pt x="709" y="1134"/>
                  </a:lnTo>
                  <a:lnTo>
                    <a:pt x="810" y="1121"/>
                  </a:lnTo>
                  <a:lnTo>
                    <a:pt x="907" y="1106"/>
                  </a:lnTo>
                  <a:lnTo>
                    <a:pt x="1003" y="1086"/>
                  </a:lnTo>
                  <a:lnTo>
                    <a:pt x="981" y="997"/>
                  </a:lnTo>
                  <a:lnTo>
                    <a:pt x="956" y="911"/>
                  </a:lnTo>
                  <a:lnTo>
                    <a:pt x="929" y="831"/>
                  </a:lnTo>
                  <a:lnTo>
                    <a:pt x="900" y="755"/>
                  </a:lnTo>
                  <a:lnTo>
                    <a:pt x="868" y="685"/>
                  </a:lnTo>
                  <a:lnTo>
                    <a:pt x="835" y="620"/>
                  </a:lnTo>
                  <a:lnTo>
                    <a:pt x="800" y="561"/>
                  </a:lnTo>
                  <a:lnTo>
                    <a:pt x="764" y="507"/>
                  </a:lnTo>
                  <a:lnTo>
                    <a:pt x="726" y="458"/>
                  </a:lnTo>
                  <a:lnTo>
                    <a:pt x="687" y="416"/>
                  </a:lnTo>
                  <a:lnTo>
                    <a:pt x="648" y="380"/>
                  </a:lnTo>
                  <a:lnTo>
                    <a:pt x="608" y="351"/>
                  </a:lnTo>
                  <a:close/>
                  <a:moveTo>
                    <a:pt x="456" y="0"/>
                  </a:moveTo>
                  <a:lnTo>
                    <a:pt x="456" y="0"/>
                  </a:lnTo>
                  <a:lnTo>
                    <a:pt x="561" y="3"/>
                  </a:lnTo>
                  <a:lnTo>
                    <a:pt x="664" y="13"/>
                  </a:lnTo>
                  <a:lnTo>
                    <a:pt x="766" y="28"/>
                  </a:lnTo>
                  <a:lnTo>
                    <a:pt x="865" y="50"/>
                  </a:lnTo>
                  <a:lnTo>
                    <a:pt x="963" y="78"/>
                  </a:lnTo>
                  <a:lnTo>
                    <a:pt x="1057" y="112"/>
                  </a:lnTo>
                  <a:lnTo>
                    <a:pt x="1149" y="150"/>
                  </a:lnTo>
                  <a:lnTo>
                    <a:pt x="1238" y="194"/>
                  </a:lnTo>
                  <a:lnTo>
                    <a:pt x="1324" y="243"/>
                  </a:lnTo>
                  <a:lnTo>
                    <a:pt x="1407" y="297"/>
                  </a:lnTo>
                  <a:lnTo>
                    <a:pt x="1486" y="355"/>
                  </a:lnTo>
                  <a:lnTo>
                    <a:pt x="1562" y="418"/>
                  </a:lnTo>
                  <a:lnTo>
                    <a:pt x="1633" y="485"/>
                  </a:lnTo>
                  <a:lnTo>
                    <a:pt x="1701" y="557"/>
                  </a:lnTo>
                  <a:lnTo>
                    <a:pt x="1764" y="632"/>
                  </a:lnTo>
                  <a:lnTo>
                    <a:pt x="1822" y="710"/>
                  </a:lnTo>
                  <a:lnTo>
                    <a:pt x="1877" y="792"/>
                  </a:lnTo>
                  <a:lnTo>
                    <a:pt x="1926" y="877"/>
                  </a:lnTo>
                  <a:lnTo>
                    <a:pt x="1970" y="965"/>
                  </a:lnTo>
                  <a:lnTo>
                    <a:pt x="2009" y="1057"/>
                  </a:lnTo>
                  <a:lnTo>
                    <a:pt x="2042" y="1152"/>
                  </a:lnTo>
                  <a:lnTo>
                    <a:pt x="2070" y="1247"/>
                  </a:lnTo>
                  <a:lnTo>
                    <a:pt x="2092" y="1346"/>
                  </a:lnTo>
                  <a:lnTo>
                    <a:pt x="2108" y="1447"/>
                  </a:lnTo>
                  <a:lnTo>
                    <a:pt x="2118" y="1550"/>
                  </a:lnTo>
                  <a:lnTo>
                    <a:pt x="2122" y="1655"/>
                  </a:lnTo>
                  <a:lnTo>
                    <a:pt x="2118" y="1759"/>
                  </a:lnTo>
                  <a:lnTo>
                    <a:pt x="2108" y="1862"/>
                  </a:lnTo>
                  <a:lnTo>
                    <a:pt x="2092" y="1963"/>
                  </a:lnTo>
                  <a:lnTo>
                    <a:pt x="2070" y="2062"/>
                  </a:lnTo>
                  <a:lnTo>
                    <a:pt x="2042" y="2158"/>
                  </a:lnTo>
                  <a:lnTo>
                    <a:pt x="2009" y="2252"/>
                  </a:lnTo>
                  <a:lnTo>
                    <a:pt x="1970" y="2343"/>
                  </a:lnTo>
                  <a:lnTo>
                    <a:pt x="1926" y="2432"/>
                  </a:lnTo>
                  <a:lnTo>
                    <a:pt x="1877" y="2517"/>
                  </a:lnTo>
                  <a:lnTo>
                    <a:pt x="1822" y="2599"/>
                  </a:lnTo>
                  <a:lnTo>
                    <a:pt x="1764" y="2678"/>
                  </a:lnTo>
                  <a:lnTo>
                    <a:pt x="1701" y="2753"/>
                  </a:lnTo>
                  <a:lnTo>
                    <a:pt x="1633" y="2824"/>
                  </a:lnTo>
                  <a:lnTo>
                    <a:pt x="1562" y="2891"/>
                  </a:lnTo>
                  <a:lnTo>
                    <a:pt x="1486" y="2954"/>
                  </a:lnTo>
                  <a:lnTo>
                    <a:pt x="1407" y="3012"/>
                  </a:lnTo>
                  <a:lnTo>
                    <a:pt x="1324" y="3066"/>
                  </a:lnTo>
                  <a:lnTo>
                    <a:pt x="1238" y="3115"/>
                  </a:lnTo>
                  <a:lnTo>
                    <a:pt x="1149" y="3159"/>
                  </a:lnTo>
                  <a:lnTo>
                    <a:pt x="1057" y="3197"/>
                  </a:lnTo>
                  <a:lnTo>
                    <a:pt x="963" y="3231"/>
                  </a:lnTo>
                  <a:lnTo>
                    <a:pt x="865" y="3259"/>
                  </a:lnTo>
                  <a:lnTo>
                    <a:pt x="766" y="3281"/>
                  </a:lnTo>
                  <a:lnTo>
                    <a:pt x="664" y="3296"/>
                  </a:lnTo>
                  <a:lnTo>
                    <a:pt x="561" y="3305"/>
                  </a:lnTo>
                  <a:lnTo>
                    <a:pt x="456" y="3309"/>
                  </a:lnTo>
                  <a:lnTo>
                    <a:pt x="373" y="3307"/>
                  </a:lnTo>
                  <a:lnTo>
                    <a:pt x="291" y="3301"/>
                  </a:lnTo>
                  <a:lnTo>
                    <a:pt x="209" y="3291"/>
                  </a:lnTo>
                  <a:lnTo>
                    <a:pt x="127" y="3276"/>
                  </a:lnTo>
                  <a:lnTo>
                    <a:pt x="101" y="3269"/>
                  </a:lnTo>
                  <a:lnTo>
                    <a:pt x="77" y="3258"/>
                  </a:lnTo>
                  <a:lnTo>
                    <a:pt x="56" y="3242"/>
                  </a:lnTo>
                  <a:lnTo>
                    <a:pt x="38" y="3223"/>
                  </a:lnTo>
                  <a:lnTo>
                    <a:pt x="25" y="3201"/>
                  </a:lnTo>
                  <a:lnTo>
                    <a:pt x="14" y="3179"/>
                  </a:lnTo>
                  <a:lnTo>
                    <a:pt x="8" y="3153"/>
                  </a:lnTo>
                  <a:lnTo>
                    <a:pt x="6" y="3127"/>
                  </a:lnTo>
                  <a:lnTo>
                    <a:pt x="9" y="3100"/>
                  </a:lnTo>
                  <a:lnTo>
                    <a:pt x="16" y="3074"/>
                  </a:lnTo>
                  <a:lnTo>
                    <a:pt x="28" y="3050"/>
                  </a:lnTo>
                  <a:lnTo>
                    <a:pt x="43" y="3029"/>
                  </a:lnTo>
                  <a:lnTo>
                    <a:pt x="62" y="3012"/>
                  </a:lnTo>
                  <a:lnTo>
                    <a:pt x="84" y="2998"/>
                  </a:lnTo>
                  <a:lnTo>
                    <a:pt x="107" y="2987"/>
                  </a:lnTo>
                  <a:lnTo>
                    <a:pt x="134" y="2981"/>
                  </a:lnTo>
                  <a:lnTo>
                    <a:pt x="160" y="2979"/>
                  </a:lnTo>
                  <a:lnTo>
                    <a:pt x="187" y="2982"/>
                  </a:lnTo>
                  <a:lnTo>
                    <a:pt x="246" y="2991"/>
                  </a:lnTo>
                  <a:lnTo>
                    <a:pt x="304" y="2999"/>
                  </a:lnTo>
                  <a:lnTo>
                    <a:pt x="304" y="2167"/>
                  </a:lnTo>
                  <a:lnTo>
                    <a:pt x="239" y="2172"/>
                  </a:lnTo>
                  <a:lnTo>
                    <a:pt x="174" y="2178"/>
                  </a:lnTo>
                  <a:lnTo>
                    <a:pt x="143" y="2178"/>
                  </a:lnTo>
                  <a:lnTo>
                    <a:pt x="115" y="2173"/>
                  </a:lnTo>
                  <a:lnTo>
                    <a:pt x="87" y="2161"/>
                  </a:lnTo>
                  <a:lnTo>
                    <a:pt x="62" y="2146"/>
                  </a:lnTo>
                  <a:lnTo>
                    <a:pt x="41" y="2126"/>
                  </a:lnTo>
                  <a:lnTo>
                    <a:pt x="25" y="2102"/>
                  </a:lnTo>
                  <a:lnTo>
                    <a:pt x="13" y="2075"/>
                  </a:lnTo>
                  <a:lnTo>
                    <a:pt x="7" y="2045"/>
                  </a:lnTo>
                  <a:lnTo>
                    <a:pt x="6" y="2018"/>
                  </a:lnTo>
                  <a:lnTo>
                    <a:pt x="10" y="1992"/>
                  </a:lnTo>
                  <a:lnTo>
                    <a:pt x="18" y="1967"/>
                  </a:lnTo>
                  <a:lnTo>
                    <a:pt x="31" y="1945"/>
                  </a:lnTo>
                  <a:lnTo>
                    <a:pt x="47" y="1924"/>
                  </a:lnTo>
                  <a:lnTo>
                    <a:pt x="67" y="1908"/>
                  </a:lnTo>
                  <a:lnTo>
                    <a:pt x="89" y="1894"/>
                  </a:lnTo>
                  <a:lnTo>
                    <a:pt x="114" y="1884"/>
                  </a:lnTo>
                  <a:lnTo>
                    <a:pt x="140" y="1879"/>
                  </a:lnTo>
                  <a:lnTo>
                    <a:pt x="221" y="1871"/>
                  </a:lnTo>
                  <a:lnTo>
                    <a:pt x="304" y="1866"/>
                  </a:lnTo>
                  <a:lnTo>
                    <a:pt x="304" y="1444"/>
                  </a:lnTo>
                  <a:lnTo>
                    <a:pt x="221" y="1438"/>
                  </a:lnTo>
                  <a:lnTo>
                    <a:pt x="140" y="1430"/>
                  </a:lnTo>
                  <a:lnTo>
                    <a:pt x="110" y="1424"/>
                  </a:lnTo>
                  <a:lnTo>
                    <a:pt x="83" y="1412"/>
                  </a:lnTo>
                  <a:lnTo>
                    <a:pt x="59" y="1395"/>
                  </a:lnTo>
                  <a:lnTo>
                    <a:pt x="38" y="1374"/>
                  </a:lnTo>
                  <a:lnTo>
                    <a:pt x="23" y="1350"/>
                  </a:lnTo>
                  <a:lnTo>
                    <a:pt x="12" y="1323"/>
                  </a:lnTo>
                  <a:lnTo>
                    <a:pt x="6" y="1294"/>
                  </a:lnTo>
                  <a:lnTo>
                    <a:pt x="7" y="1264"/>
                  </a:lnTo>
                  <a:lnTo>
                    <a:pt x="13" y="1234"/>
                  </a:lnTo>
                  <a:lnTo>
                    <a:pt x="25" y="1207"/>
                  </a:lnTo>
                  <a:lnTo>
                    <a:pt x="41" y="1184"/>
                  </a:lnTo>
                  <a:lnTo>
                    <a:pt x="62" y="1163"/>
                  </a:lnTo>
                  <a:lnTo>
                    <a:pt x="87" y="1147"/>
                  </a:lnTo>
                  <a:lnTo>
                    <a:pt x="115" y="1137"/>
                  </a:lnTo>
                  <a:lnTo>
                    <a:pt x="143" y="1131"/>
                  </a:lnTo>
                  <a:lnTo>
                    <a:pt x="174" y="1132"/>
                  </a:lnTo>
                  <a:lnTo>
                    <a:pt x="239" y="1138"/>
                  </a:lnTo>
                  <a:lnTo>
                    <a:pt x="304" y="1142"/>
                  </a:lnTo>
                  <a:lnTo>
                    <a:pt x="304" y="310"/>
                  </a:lnTo>
                  <a:lnTo>
                    <a:pt x="242" y="318"/>
                  </a:lnTo>
                  <a:lnTo>
                    <a:pt x="181" y="328"/>
                  </a:lnTo>
                  <a:lnTo>
                    <a:pt x="153" y="332"/>
                  </a:lnTo>
                  <a:lnTo>
                    <a:pt x="127" y="330"/>
                  </a:lnTo>
                  <a:lnTo>
                    <a:pt x="102" y="324"/>
                  </a:lnTo>
                  <a:lnTo>
                    <a:pt x="78" y="313"/>
                  </a:lnTo>
                  <a:lnTo>
                    <a:pt x="57" y="299"/>
                  </a:lnTo>
                  <a:lnTo>
                    <a:pt x="38" y="281"/>
                  </a:lnTo>
                  <a:lnTo>
                    <a:pt x="23" y="260"/>
                  </a:lnTo>
                  <a:lnTo>
                    <a:pt x="10" y="237"/>
                  </a:lnTo>
                  <a:lnTo>
                    <a:pt x="3" y="211"/>
                  </a:lnTo>
                  <a:lnTo>
                    <a:pt x="0" y="184"/>
                  </a:lnTo>
                  <a:lnTo>
                    <a:pt x="2" y="157"/>
                  </a:lnTo>
                  <a:lnTo>
                    <a:pt x="8" y="132"/>
                  </a:lnTo>
                  <a:lnTo>
                    <a:pt x="17" y="110"/>
                  </a:lnTo>
                  <a:lnTo>
                    <a:pt x="32" y="88"/>
                  </a:lnTo>
                  <a:lnTo>
                    <a:pt x="50" y="69"/>
                  </a:lnTo>
                  <a:lnTo>
                    <a:pt x="71" y="53"/>
                  </a:lnTo>
                  <a:lnTo>
                    <a:pt x="94" y="42"/>
                  </a:lnTo>
                  <a:lnTo>
                    <a:pt x="121" y="34"/>
                  </a:lnTo>
                  <a:lnTo>
                    <a:pt x="204" y="19"/>
                  </a:lnTo>
                  <a:lnTo>
                    <a:pt x="287" y="9"/>
                  </a:lnTo>
                  <a:lnTo>
                    <a:pt x="371" y="2"/>
                  </a:lnTo>
                  <a:lnTo>
                    <a:pt x="4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73" name="Freeform 81"/>
            <p:cNvSpPr/>
            <p:nvPr/>
          </p:nvSpPr>
          <p:spPr bwMode="auto">
            <a:xfrm>
              <a:off x="3729" y="2038"/>
              <a:ext cx="107" cy="239"/>
            </a:xfrm>
            <a:custGeom>
              <a:avLst/>
              <a:gdLst>
                <a:gd name="T0" fmla="*/ 1047 w 1174"/>
                <a:gd name="T1" fmla="*/ 11 h 2633"/>
                <a:gd name="T2" fmla="*/ 1124 w 1174"/>
                <a:gd name="T3" fmla="*/ 62 h 2633"/>
                <a:gd name="T4" fmla="*/ 1168 w 1174"/>
                <a:gd name="T5" fmla="*/ 145 h 2633"/>
                <a:gd name="T6" fmla="*/ 1167 w 1174"/>
                <a:gd name="T7" fmla="*/ 237 h 2633"/>
                <a:gd name="T8" fmla="*/ 979 w 1174"/>
                <a:gd name="T9" fmla="*/ 643 h 2633"/>
                <a:gd name="T10" fmla="*/ 912 w 1174"/>
                <a:gd name="T11" fmla="*/ 703 h 2633"/>
                <a:gd name="T12" fmla="*/ 446 w 1174"/>
                <a:gd name="T13" fmla="*/ 793 h 2633"/>
                <a:gd name="T14" fmla="*/ 405 w 1174"/>
                <a:gd name="T15" fmla="*/ 974 h 2633"/>
                <a:gd name="T16" fmla="*/ 385 w 1174"/>
                <a:gd name="T17" fmla="*/ 1144 h 2633"/>
                <a:gd name="T18" fmla="*/ 379 w 1174"/>
                <a:gd name="T19" fmla="*/ 1282 h 2633"/>
                <a:gd name="T20" fmla="*/ 380 w 1174"/>
                <a:gd name="T21" fmla="*/ 1392 h 2633"/>
                <a:gd name="T22" fmla="*/ 390 w 1174"/>
                <a:gd name="T23" fmla="*/ 1543 h 2633"/>
                <a:gd name="T24" fmla="*/ 417 w 1174"/>
                <a:gd name="T25" fmla="*/ 1719 h 2633"/>
                <a:gd name="T26" fmla="*/ 854 w 1174"/>
                <a:gd name="T27" fmla="*/ 1910 h 2633"/>
                <a:gd name="T28" fmla="*/ 937 w 1174"/>
                <a:gd name="T29" fmla="*/ 1946 h 2633"/>
                <a:gd name="T30" fmla="*/ 995 w 1174"/>
                <a:gd name="T31" fmla="*/ 2017 h 2633"/>
                <a:gd name="T32" fmla="*/ 1173 w 1174"/>
                <a:gd name="T33" fmla="*/ 2427 h 2633"/>
                <a:gd name="T34" fmla="*/ 1159 w 1174"/>
                <a:gd name="T35" fmla="*/ 2518 h 2633"/>
                <a:gd name="T36" fmla="*/ 1101 w 1174"/>
                <a:gd name="T37" fmla="*/ 2592 h 2633"/>
                <a:gd name="T38" fmla="*/ 1017 w 1174"/>
                <a:gd name="T39" fmla="*/ 2629 h 2633"/>
                <a:gd name="T40" fmla="*/ 972 w 1174"/>
                <a:gd name="T41" fmla="*/ 2633 h 2633"/>
                <a:gd name="T42" fmla="*/ 918 w 1174"/>
                <a:gd name="T43" fmla="*/ 2632 h 2633"/>
                <a:gd name="T44" fmla="*/ 852 w 1174"/>
                <a:gd name="T45" fmla="*/ 2631 h 2633"/>
                <a:gd name="T46" fmla="*/ 805 w 1174"/>
                <a:gd name="T47" fmla="*/ 2629 h 2633"/>
                <a:gd name="T48" fmla="*/ 710 w 1174"/>
                <a:gd name="T49" fmla="*/ 2615 h 2633"/>
                <a:gd name="T50" fmla="*/ 580 w 1174"/>
                <a:gd name="T51" fmla="*/ 2573 h 2633"/>
                <a:gd name="T52" fmla="*/ 454 w 1174"/>
                <a:gd name="T53" fmla="*/ 2505 h 2633"/>
                <a:gd name="T54" fmla="*/ 338 w 1174"/>
                <a:gd name="T55" fmla="*/ 2407 h 2633"/>
                <a:gd name="T56" fmla="*/ 233 w 1174"/>
                <a:gd name="T57" fmla="*/ 2278 h 2633"/>
                <a:gd name="T58" fmla="*/ 144 w 1174"/>
                <a:gd name="T59" fmla="*/ 2117 h 2633"/>
                <a:gd name="T60" fmla="*/ 74 w 1174"/>
                <a:gd name="T61" fmla="*/ 1920 h 2633"/>
                <a:gd name="T62" fmla="*/ 25 w 1174"/>
                <a:gd name="T63" fmla="*/ 1687 h 2633"/>
                <a:gd name="T64" fmla="*/ 2 w 1174"/>
                <a:gd name="T65" fmla="*/ 1416 h 2633"/>
                <a:gd name="T66" fmla="*/ 6 w 1174"/>
                <a:gd name="T67" fmla="*/ 1123 h 2633"/>
                <a:gd name="T68" fmla="*/ 39 w 1174"/>
                <a:gd name="T69" fmla="*/ 864 h 2633"/>
                <a:gd name="T70" fmla="*/ 95 w 1174"/>
                <a:gd name="T71" fmla="*/ 643 h 2633"/>
                <a:gd name="T72" fmla="*/ 173 w 1174"/>
                <a:gd name="T73" fmla="*/ 459 h 2633"/>
                <a:gd name="T74" fmla="*/ 267 w 1174"/>
                <a:gd name="T75" fmla="*/ 309 h 2633"/>
                <a:gd name="T76" fmla="*/ 376 w 1174"/>
                <a:gd name="T77" fmla="*/ 191 h 2633"/>
                <a:gd name="T78" fmla="*/ 495 w 1174"/>
                <a:gd name="T79" fmla="*/ 103 h 2633"/>
                <a:gd name="T80" fmla="*/ 623 w 1174"/>
                <a:gd name="T81" fmla="*/ 43 h 2633"/>
                <a:gd name="T82" fmla="*/ 755 w 1174"/>
                <a:gd name="T83" fmla="*/ 10 h 2633"/>
                <a:gd name="T84" fmla="*/ 817 w 1174"/>
                <a:gd name="T85" fmla="*/ 3 h 2633"/>
                <a:gd name="T86" fmla="*/ 874 w 1174"/>
                <a:gd name="T87" fmla="*/ 1 h 2633"/>
                <a:gd name="T88" fmla="*/ 939 w 1174"/>
                <a:gd name="T89" fmla="*/ 0 h 2633"/>
                <a:gd name="T90" fmla="*/ 981 w 1174"/>
                <a:gd name="T91" fmla="*/ 0 h 2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74" h="2633">
                  <a:moveTo>
                    <a:pt x="984" y="0"/>
                  </a:moveTo>
                  <a:lnTo>
                    <a:pt x="1017" y="3"/>
                  </a:lnTo>
                  <a:lnTo>
                    <a:pt x="1047" y="11"/>
                  </a:lnTo>
                  <a:lnTo>
                    <a:pt x="1075" y="23"/>
                  </a:lnTo>
                  <a:lnTo>
                    <a:pt x="1101" y="41"/>
                  </a:lnTo>
                  <a:lnTo>
                    <a:pt x="1124" y="62"/>
                  </a:lnTo>
                  <a:lnTo>
                    <a:pt x="1143" y="88"/>
                  </a:lnTo>
                  <a:lnTo>
                    <a:pt x="1159" y="116"/>
                  </a:lnTo>
                  <a:lnTo>
                    <a:pt x="1168" y="145"/>
                  </a:lnTo>
                  <a:lnTo>
                    <a:pt x="1174" y="176"/>
                  </a:lnTo>
                  <a:lnTo>
                    <a:pt x="1173" y="206"/>
                  </a:lnTo>
                  <a:lnTo>
                    <a:pt x="1167" y="237"/>
                  </a:lnTo>
                  <a:lnTo>
                    <a:pt x="1156" y="267"/>
                  </a:lnTo>
                  <a:lnTo>
                    <a:pt x="995" y="616"/>
                  </a:lnTo>
                  <a:lnTo>
                    <a:pt x="979" y="643"/>
                  </a:lnTo>
                  <a:lnTo>
                    <a:pt x="960" y="667"/>
                  </a:lnTo>
                  <a:lnTo>
                    <a:pt x="937" y="687"/>
                  </a:lnTo>
                  <a:lnTo>
                    <a:pt x="912" y="703"/>
                  </a:lnTo>
                  <a:lnTo>
                    <a:pt x="884" y="716"/>
                  </a:lnTo>
                  <a:lnTo>
                    <a:pt x="854" y="723"/>
                  </a:lnTo>
                  <a:lnTo>
                    <a:pt x="446" y="793"/>
                  </a:lnTo>
                  <a:lnTo>
                    <a:pt x="429" y="853"/>
                  </a:lnTo>
                  <a:lnTo>
                    <a:pt x="417" y="913"/>
                  </a:lnTo>
                  <a:lnTo>
                    <a:pt x="405" y="974"/>
                  </a:lnTo>
                  <a:lnTo>
                    <a:pt x="397" y="1033"/>
                  </a:lnTo>
                  <a:lnTo>
                    <a:pt x="390" y="1090"/>
                  </a:lnTo>
                  <a:lnTo>
                    <a:pt x="385" y="1144"/>
                  </a:lnTo>
                  <a:lnTo>
                    <a:pt x="382" y="1194"/>
                  </a:lnTo>
                  <a:lnTo>
                    <a:pt x="380" y="1241"/>
                  </a:lnTo>
                  <a:lnTo>
                    <a:pt x="379" y="1282"/>
                  </a:lnTo>
                  <a:lnTo>
                    <a:pt x="379" y="1317"/>
                  </a:lnTo>
                  <a:lnTo>
                    <a:pt x="379" y="1351"/>
                  </a:lnTo>
                  <a:lnTo>
                    <a:pt x="380" y="1392"/>
                  </a:lnTo>
                  <a:lnTo>
                    <a:pt x="382" y="1439"/>
                  </a:lnTo>
                  <a:lnTo>
                    <a:pt x="385" y="1489"/>
                  </a:lnTo>
                  <a:lnTo>
                    <a:pt x="390" y="1543"/>
                  </a:lnTo>
                  <a:lnTo>
                    <a:pt x="397" y="1600"/>
                  </a:lnTo>
                  <a:lnTo>
                    <a:pt x="405" y="1659"/>
                  </a:lnTo>
                  <a:lnTo>
                    <a:pt x="417" y="1719"/>
                  </a:lnTo>
                  <a:lnTo>
                    <a:pt x="429" y="1781"/>
                  </a:lnTo>
                  <a:lnTo>
                    <a:pt x="446" y="1841"/>
                  </a:lnTo>
                  <a:lnTo>
                    <a:pt x="854" y="1910"/>
                  </a:lnTo>
                  <a:lnTo>
                    <a:pt x="884" y="1917"/>
                  </a:lnTo>
                  <a:lnTo>
                    <a:pt x="912" y="1930"/>
                  </a:lnTo>
                  <a:lnTo>
                    <a:pt x="937" y="1946"/>
                  </a:lnTo>
                  <a:lnTo>
                    <a:pt x="960" y="1966"/>
                  </a:lnTo>
                  <a:lnTo>
                    <a:pt x="979" y="1990"/>
                  </a:lnTo>
                  <a:lnTo>
                    <a:pt x="995" y="2017"/>
                  </a:lnTo>
                  <a:lnTo>
                    <a:pt x="1156" y="2365"/>
                  </a:lnTo>
                  <a:lnTo>
                    <a:pt x="1167" y="2395"/>
                  </a:lnTo>
                  <a:lnTo>
                    <a:pt x="1173" y="2427"/>
                  </a:lnTo>
                  <a:lnTo>
                    <a:pt x="1174" y="2458"/>
                  </a:lnTo>
                  <a:lnTo>
                    <a:pt x="1168" y="2488"/>
                  </a:lnTo>
                  <a:lnTo>
                    <a:pt x="1159" y="2518"/>
                  </a:lnTo>
                  <a:lnTo>
                    <a:pt x="1143" y="2546"/>
                  </a:lnTo>
                  <a:lnTo>
                    <a:pt x="1124" y="2571"/>
                  </a:lnTo>
                  <a:lnTo>
                    <a:pt x="1101" y="2592"/>
                  </a:lnTo>
                  <a:lnTo>
                    <a:pt x="1075" y="2610"/>
                  </a:lnTo>
                  <a:lnTo>
                    <a:pt x="1047" y="2622"/>
                  </a:lnTo>
                  <a:lnTo>
                    <a:pt x="1017" y="2629"/>
                  </a:lnTo>
                  <a:lnTo>
                    <a:pt x="984" y="2633"/>
                  </a:lnTo>
                  <a:lnTo>
                    <a:pt x="981" y="2633"/>
                  </a:lnTo>
                  <a:lnTo>
                    <a:pt x="972" y="2633"/>
                  </a:lnTo>
                  <a:lnTo>
                    <a:pt x="957" y="2633"/>
                  </a:lnTo>
                  <a:lnTo>
                    <a:pt x="939" y="2632"/>
                  </a:lnTo>
                  <a:lnTo>
                    <a:pt x="918" y="2632"/>
                  </a:lnTo>
                  <a:lnTo>
                    <a:pt x="896" y="2632"/>
                  </a:lnTo>
                  <a:lnTo>
                    <a:pt x="874" y="2632"/>
                  </a:lnTo>
                  <a:lnTo>
                    <a:pt x="852" y="2631"/>
                  </a:lnTo>
                  <a:lnTo>
                    <a:pt x="832" y="2631"/>
                  </a:lnTo>
                  <a:lnTo>
                    <a:pt x="817" y="2629"/>
                  </a:lnTo>
                  <a:lnTo>
                    <a:pt x="805" y="2629"/>
                  </a:lnTo>
                  <a:lnTo>
                    <a:pt x="799" y="2628"/>
                  </a:lnTo>
                  <a:lnTo>
                    <a:pt x="755" y="2623"/>
                  </a:lnTo>
                  <a:lnTo>
                    <a:pt x="710" y="2615"/>
                  </a:lnTo>
                  <a:lnTo>
                    <a:pt x="667" y="2603"/>
                  </a:lnTo>
                  <a:lnTo>
                    <a:pt x="623" y="2590"/>
                  </a:lnTo>
                  <a:lnTo>
                    <a:pt x="580" y="2573"/>
                  </a:lnTo>
                  <a:lnTo>
                    <a:pt x="537" y="2554"/>
                  </a:lnTo>
                  <a:lnTo>
                    <a:pt x="495" y="2531"/>
                  </a:lnTo>
                  <a:lnTo>
                    <a:pt x="454" y="2505"/>
                  </a:lnTo>
                  <a:lnTo>
                    <a:pt x="415" y="2475"/>
                  </a:lnTo>
                  <a:lnTo>
                    <a:pt x="376" y="2442"/>
                  </a:lnTo>
                  <a:lnTo>
                    <a:pt x="338" y="2407"/>
                  </a:lnTo>
                  <a:lnTo>
                    <a:pt x="301" y="2367"/>
                  </a:lnTo>
                  <a:lnTo>
                    <a:pt x="267" y="2325"/>
                  </a:lnTo>
                  <a:lnTo>
                    <a:pt x="233" y="2278"/>
                  </a:lnTo>
                  <a:lnTo>
                    <a:pt x="202" y="2228"/>
                  </a:lnTo>
                  <a:lnTo>
                    <a:pt x="173" y="2174"/>
                  </a:lnTo>
                  <a:lnTo>
                    <a:pt x="144" y="2117"/>
                  </a:lnTo>
                  <a:lnTo>
                    <a:pt x="118" y="2055"/>
                  </a:lnTo>
                  <a:lnTo>
                    <a:pt x="95" y="1990"/>
                  </a:lnTo>
                  <a:lnTo>
                    <a:pt x="74" y="1920"/>
                  </a:lnTo>
                  <a:lnTo>
                    <a:pt x="55" y="1846"/>
                  </a:lnTo>
                  <a:lnTo>
                    <a:pt x="39" y="1769"/>
                  </a:lnTo>
                  <a:lnTo>
                    <a:pt x="25" y="1687"/>
                  </a:lnTo>
                  <a:lnTo>
                    <a:pt x="15" y="1601"/>
                  </a:lnTo>
                  <a:lnTo>
                    <a:pt x="6" y="1510"/>
                  </a:lnTo>
                  <a:lnTo>
                    <a:pt x="2" y="1416"/>
                  </a:lnTo>
                  <a:lnTo>
                    <a:pt x="0" y="1317"/>
                  </a:lnTo>
                  <a:lnTo>
                    <a:pt x="2" y="1217"/>
                  </a:lnTo>
                  <a:lnTo>
                    <a:pt x="6" y="1123"/>
                  </a:lnTo>
                  <a:lnTo>
                    <a:pt x="15" y="1032"/>
                  </a:lnTo>
                  <a:lnTo>
                    <a:pt x="25" y="946"/>
                  </a:lnTo>
                  <a:lnTo>
                    <a:pt x="39" y="864"/>
                  </a:lnTo>
                  <a:lnTo>
                    <a:pt x="55" y="787"/>
                  </a:lnTo>
                  <a:lnTo>
                    <a:pt x="74" y="713"/>
                  </a:lnTo>
                  <a:lnTo>
                    <a:pt x="95" y="643"/>
                  </a:lnTo>
                  <a:lnTo>
                    <a:pt x="118" y="579"/>
                  </a:lnTo>
                  <a:lnTo>
                    <a:pt x="144" y="517"/>
                  </a:lnTo>
                  <a:lnTo>
                    <a:pt x="173" y="459"/>
                  </a:lnTo>
                  <a:lnTo>
                    <a:pt x="202" y="405"/>
                  </a:lnTo>
                  <a:lnTo>
                    <a:pt x="233" y="355"/>
                  </a:lnTo>
                  <a:lnTo>
                    <a:pt x="267" y="309"/>
                  </a:lnTo>
                  <a:lnTo>
                    <a:pt x="301" y="266"/>
                  </a:lnTo>
                  <a:lnTo>
                    <a:pt x="338" y="227"/>
                  </a:lnTo>
                  <a:lnTo>
                    <a:pt x="376" y="191"/>
                  </a:lnTo>
                  <a:lnTo>
                    <a:pt x="415" y="158"/>
                  </a:lnTo>
                  <a:lnTo>
                    <a:pt x="454" y="129"/>
                  </a:lnTo>
                  <a:lnTo>
                    <a:pt x="495" y="103"/>
                  </a:lnTo>
                  <a:lnTo>
                    <a:pt x="537" y="80"/>
                  </a:lnTo>
                  <a:lnTo>
                    <a:pt x="580" y="60"/>
                  </a:lnTo>
                  <a:lnTo>
                    <a:pt x="623" y="43"/>
                  </a:lnTo>
                  <a:lnTo>
                    <a:pt x="667" y="29"/>
                  </a:lnTo>
                  <a:lnTo>
                    <a:pt x="710" y="18"/>
                  </a:lnTo>
                  <a:lnTo>
                    <a:pt x="755" y="10"/>
                  </a:lnTo>
                  <a:lnTo>
                    <a:pt x="799" y="5"/>
                  </a:lnTo>
                  <a:lnTo>
                    <a:pt x="805" y="3"/>
                  </a:lnTo>
                  <a:lnTo>
                    <a:pt x="817" y="3"/>
                  </a:lnTo>
                  <a:lnTo>
                    <a:pt x="832" y="2"/>
                  </a:lnTo>
                  <a:lnTo>
                    <a:pt x="852" y="2"/>
                  </a:lnTo>
                  <a:lnTo>
                    <a:pt x="874" y="1"/>
                  </a:lnTo>
                  <a:lnTo>
                    <a:pt x="896" y="1"/>
                  </a:lnTo>
                  <a:lnTo>
                    <a:pt x="918" y="1"/>
                  </a:lnTo>
                  <a:lnTo>
                    <a:pt x="939" y="0"/>
                  </a:lnTo>
                  <a:lnTo>
                    <a:pt x="957" y="0"/>
                  </a:lnTo>
                  <a:lnTo>
                    <a:pt x="972" y="0"/>
                  </a:lnTo>
                  <a:lnTo>
                    <a:pt x="981" y="0"/>
                  </a:lnTo>
                  <a:lnTo>
                    <a:pt x="9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74" name="Group 189"/>
          <p:cNvGrpSpPr>
            <a:grpSpLocks noChangeAspect="1"/>
          </p:cNvGrpSpPr>
          <p:nvPr/>
        </p:nvGrpSpPr>
        <p:grpSpPr bwMode="auto">
          <a:xfrm>
            <a:off x="6599216" y="2245721"/>
            <a:ext cx="312441" cy="244385"/>
            <a:chOff x="7054" y="2017"/>
            <a:chExt cx="303" cy="237"/>
          </a:xfrm>
          <a:solidFill>
            <a:schemeClr val="bg1"/>
          </a:solidFill>
        </p:grpSpPr>
        <p:sp>
          <p:nvSpPr>
            <p:cNvPr id="75" name="Freeform 191"/>
            <p:cNvSpPr/>
            <p:nvPr/>
          </p:nvSpPr>
          <p:spPr bwMode="auto">
            <a:xfrm>
              <a:off x="7106" y="2227"/>
              <a:ext cx="199" cy="27"/>
            </a:xfrm>
            <a:custGeom>
              <a:avLst/>
              <a:gdLst>
                <a:gd name="T0" fmla="*/ 151 w 2195"/>
                <a:gd name="T1" fmla="*/ 0 h 299"/>
                <a:gd name="T2" fmla="*/ 2043 w 2195"/>
                <a:gd name="T3" fmla="*/ 0 h 299"/>
                <a:gd name="T4" fmla="*/ 2074 w 2195"/>
                <a:gd name="T5" fmla="*/ 3 h 299"/>
                <a:gd name="T6" fmla="*/ 2102 w 2195"/>
                <a:gd name="T7" fmla="*/ 12 h 299"/>
                <a:gd name="T8" fmla="*/ 2128 w 2195"/>
                <a:gd name="T9" fmla="*/ 26 h 299"/>
                <a:gd name="T10" fmla="*/ 2150 w 2195"/>
                <a:gd name="T11" fmla="*/ 44 h 299"/>
                <a:gd name="T12" fmla="*/ 2169 w 2195"/>
                <a:gd name="T13" fmla="*/ 66 h 299"/>
                <a:gd name="T14" fmla="*/ 2183 w 2195"/>
                <a:gd name="T15" fmla="*/ 91 h 299"/>
                <a:gd name="T16" fmla="*/ 2192 w 2195"/>
                <a:gd name="T17" fmla="*/ 120 h 299"/>
                <a:gd name="T18" fmla="*/ 2195 w 2195"/>
                <a:gd name="T19" fmla="*/ 150 h 299"/>
                <a:gd name="T20" fmla="*/ 2192 w 2195"/>
                <a:gd name="T21" fmla="*/ 180 h 299"/>
                <a:gd name="T22" fmla="*/ 2183 w 2195"/>
                <a:gd name="T23" fmla="*/ 208 h 299"/>
                <a:gd name="T24" fmla="*/ 2169 w 2195"/>
                <a:gd name="T25" fmla="*/ 233 h 299"/>
                <a:gd name="T26" fmla="*/ 2150 w 2195"/>
                <a:gd name="T27" fmla="*/ 255 h 299"/>
                <a:gd name="T28" fmla="*/ 2128 w 2195"/>
                <a:gd name="T29" fmla="*/ 273 h 299"/>
                <a:gd name="T30" fmla="*/ 2102 w 2195"/>
                <a:gd name="T31" fmla="*/ 287 h 299"/>
                <a:gd name="T32" fmla="*/ 2074 w 2195"/>
                <a:gd name="T33" fmla="*/ 296 h 299"/>
                <a:gd name="T34" fmla="*/ 2043 w 2195"/>
                <a:gd name="T35" fmla="*/ 299 h 299"/>
                <a:gd name="T36" fmla="*/ 151 w 2195"/>
                <a:gd name="T37" fmla="*/ 299 h 299"/>
                <a:gd name="T38" fmla="*/ 121 w 2195"/>
                <a:gd name="T39" fmla="*/ 296 h 299"/>
                <a:gd name="T40" fmla="*/ 92 w 2195"/>
                <a:gd name="T41" fmla="*/ 287 h 299"/>
                <a:gd name="T42" fmla="*/ 66 w 2195"/>
                <a:gd name="T43" fmla="*/ 273 h 299"/>
                <a:gd name="T44" fmla="*/ 44 w 2195"/>
                <a:gd name="T45" fmla="*/ 255 h 299"/>
                <a:gd name="T46" fmla="*/ 26 w 2195"/>
                <a:gd name="T47" fmla="*/ 233 h 299"/>
                <a:gd name="T48" fmla="*/ 11 w 2195"/>
                <a:gd name="T49" fmla="*/ 208 h 299"/>
                <a:gd name="T50" fmla="*/ 3 w 2195"/>
                <a:gd name="T51" fmla="*/ 180 h 299"/>
                <a:gd name="T52" fmla="*/ 0 w 2195"/>
                <a:gd name="T53" fmla="*/ 150 h 299"/>
                <a:gd name="T54" fmla="*/ 3 w 2195"/>
                <a:gd name="T55" fmla="*/ 120 h 299"/>
                <a:gd name="T56" fmla="*/ 11 w 2195"/>
                <a:gd name="T57" fmla="*/ 91 h 299"/>
                <a:gd name="T58" fmla="*/ 26 w 2195"/>
                <a:gd name="T59" fmla="*/ 66 h 299"/>
                <a:gd name="T60" fmla="*/ 44 w 2195"/>
                <a:gd name="T61" fmla="*/ 44 h 299"/>
                <a:gd name="T62" fmla="*/ 66 w 2195"/>
                <a:gd name="T63" fmla="*/ 26 h 299"/>
                <a:gd name="T64" fmla="*/ 92 w 2195"/>
                <a:gd name="T65" fmla="*/ 12 h 299"/>
                <a:gd name="T66" fmla="*/ 121 w 2195"/>
                <a:gd name="T67" fmla="*/ 3 h 299"/>
                <a:gd name="T68" fmla="*/ 151 w 2195"/>
                <a:gd name="T69" fmla="*/ 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95" h="299">
                  <a:moveTo>
                    <a:pt x="151" y="0"/>
                  </a:moveTo>
                  <a:lnTo>
                    <a:pt x="2043" y="0"/>
                  </a:lnTo>
                  <a:lnTo>
                    <a:pt x="2074" y="3"/>
                  </a:lnTo>
                  <a:lnTo>
                    <a:pt x="2102" y="12"/>
                  </a:lnTo>
                  <a:lnTo>
                    <a:pt x="2128" y="26"/>
                  </a:lnTo>
                  <a:lnTo>
                    <a:pt x="2150" y="44"/>
                  </a:lnTo>
                  <a:lnTo>
                    <a:pt x="2169" y="66"/>
                  </a:lnTo>
                  <a:lnTo>
                    <a:pt x="2183" y="91"/>
                  </a:lnTo>
                  <a:lnTo>
                    <a:pt x="2192" y="120"/>
                  </a:lnTo>
                  <a:lnTo>
                    <a:pt x="2195" y="150"/>
                  </a:lnTo>
                  <a:lnTo>
                    <a:pt x="2192" y="180"/>
                  </a:lnTo>
                  <a:lnTo>
                    <a:pt x="2183" y="208"/>
                  </a:lnTo>
                  <a:lnTo>
                    <a:pt x="2169" y="233"/>
                  </a:lnTo>
                  <a:lnTo>
                    <a:pt x="2150" y="255"/>
                  </a:lnTo>
                  <a:lnTo>
                    <a:pt x="2128" y="273"/>
                  </a:lnTo>
                  <a:lnTo>
                    <a:pt x="2102" y="287"/>
                  </a:lnTo>
                  <a:lnTo>
                    <a:pt x="2074" y="296"/>
                  </a:lnTo>
                  <a:lnTo>
                    <a:pt x="2043" y="299"/>
                  </a:lnTo>
                  <a:lnTo>
                    <a:pt x="151" y="299"/>
                  </a:lnTo>
                  <a:lnTo>
                    <a:pt x="121" y="296"/>
                  </a:lnTo>
                  <a:lnTo>
                    <a:pt x="92" y="287"/>
                  </a:lnTo>
                  <a:lnTo>
                    <a:pt x="66" y="273"/>
                  </a:lnTo>
                  <a:lnTo>
                    <a:pt x="44" y="255"/>
                  </a:lnTo>
                  <a:lnTo>
                    <a:pt x="26" y="233"/>
                  </a:lnTo>
                  <a:lnTo>
                    <a:pt x="11" y="208"/>
                  </a:lnTo>
                  <a:lnTo>
                    <a:pt x="3" y="180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1" y="91"/>
                  </a:lnTo>
                  <a:lnTo>
                    <a:pt x="26" y="66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2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76" name="Freeform 192"/>
            <p:cNvSpPr/>
            <p:nvPr/>
          </p:nvSpPr>
          <p:spPr bwMode="auto">
            <a:xfrm>
              <a:off x="7102" y="2115"/>
              <a:ext cx="21" cy="54"/>
            </a:xfrm>
            <a:custGeom>
              <a:avLst/>
              <a:gdLst>
                <a:gd name="T0" fmla="*/ 115 w 228"/>
                <a:gd name="T1" fmla="*/ 0 h 596"/>
                <a:gd name="T2" fmla="*/ 140 w 228"/>
                <a:gd name="T3" fmla="*/ 3 h 596"/>
                <a:gd name="T4" fmla="*/ 165 w 228"/>
                <a:gd name="T5" fmla="*/ 11 h 596"/>
                <a:gd name="T6" fmla="*/ 186 w 228"/>
                <a:gd name="T7" fmla="*/ 24 h 596"/>
                <a:gd name="T8" fmla="*/ 203 w 228"/>
                <a:gd name="T9" fmla="*/ 42 h 596"/>
                <a:gd name="T10" fmla="*/ 217 w 228"/>
                <a:gd name="T11" fmla="*/ 62 h 596"/>
                <a:gd name="T12" fmla="*/ 225 w 228"/>
                <a:gd name="T13" fmla="*/ 86 h 596"/>
                <a:gd name="T14" fmla="*/ 228 w 228"/>
                <a:gd name="T15" fmla="*/ 111 h 596"/>
                <a:gd name="T16" fmla="*/ 228 w 228"/>
                <a:gd name="T17" fmla="*/ 484 h 596"/>
                <a:gd name="T18" fmla="*/ 225 w 228"/>
                <a:gd name="T19" fmla="*/ 510 h 596"/>
                <a:gd name="T20" fmla="*/ 217 w 228"/>
                <a:gd name="T21" fmla="*/ 533 h 596"/>
                <a:gd name="T22" fmla="*/ 203 w 228"/>
                <a:gd name="T23" fmla="*/ 555 h 596"/>
                <a:gd name="T24" fmla="*/ 186 w 228"/>
                <a:gd name="T25" fmla="*/ 572 h 596"/>
                <a:gd name="T26" fmla="*/ 165 w 228"/>
                <a:gd name="T27" fmla="*/ 585 h 596"/>
                <a:gd name="T28" fmla="*/ 140 w 228"/>
                <a:gd name="T29" fmla="*/ 594 h 596"/>
                <a:gd name="T30" fmla="*/ 115 w 228"/>
                <a:gd name="T31" fmla="*/ 596 h 596"/>
                <a:gd name="T32" fmla="*/ 88 w 228"/>
                <a:gd name="T33" fmla="*/ 594 h 596"/>
                <a:gd name="T34" fmla="*/ 65 w 228"/>
                <a:gd name="T35" fmla="*/ 585 h 596"/>
                <a:gd name="T36" fmla="*/ 43 w 228"/>
                <a:gd name="T37" fmla="*/ 572 h 596"/>
                <a:gd name="T38" fmla="*/ 26 w 228"/>
                <a:gd name="T39" fmla="*/ 555 h 596"/>
                <a:gd name="T40" fmla="*/ 13 w 228"/>
                <a:gd name="T41" fmla="*/ 533 h 596"/>
                <a:gd name="T42" fmla="*/ 3 w 228"/>
                <a:gd name="T43" fmla="*/ 510 h 596"/>
                <a:gd name="T44" fmla="*/ 0 w 228"/>
                <a:gd name="T45" fmla="*/ 484 h 596"/>
                <a:gd name="T46" fmla="*/ 0 w 228"/>
                <a:gd name="T47" fmla="*/ 111 h 596"/>
                <a:gd name="T48" fmla="*/ 3 w 228"/>
                <a:gd name="T49" fmla="*/ 86 h 596"/>
                <a:gd name="T50" fmla="*/ 13 w 228"/>
                <a:gd name="T51" fmla="*/ 62 h 596"/>
                <a:gd name="T52" fmla="*/ 26 w 228"/>
                <a:gd name="T53" fmla="*/ 42 h 596"/>
                <a:gd name="T54" fmla="*/ 43 w 228"/>
                <a:gd name="T55" fmla="*/ 24 h 596"/>
                <a:gd name="T56" fmla="*/ 65 w 228"/>
                <a:gd name="T57" fmla="*/ 11 h 596"/>
                <a:gd name="T58" fmla="*/ 88 w 228"/>
                <a:gd name="T59" fmla="*/ 3 h 596"/>
                <a:gd name="T60" fmla="*/ 115 w 228"/>
                <a:gd name="T61" fmla="*/ 0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8" h="596">
                  <a:moveTo>
                    <a:pt x="115" y="0"/>
                  </a:moveTo>
                  <a:lnTo>
                    <a:pt x="140" y="3"/>
                  </a:lnTo>
                  <a:lnTo>
                    <a:pt x="165" y="11"/>
                  </a:lnTo>
                  <a:lnTo>
                    <a:pt x="186" y="24"/>
                  </a:lnTo>
                  <a:lnTo>
                    <a:pt x="203" y="42"/>
                  </a:lnTo>
                  <a:lnTo>
                    <a:pt x="217" y="62"/>
                  </a:lnTo>
                  <a:lnTo>
                    <a:pt x="225" y="86"/>
                  </a:lnTo>
                  <a:lnTo>
                    <a:pt x="228" y="111"/>
                  </a:lnTo>
                  <a:lnTo>
                    <a:pt x="228" y="484"/>
                  </a:lnTo>
                  <a:lnTo>
                    <a:pt x="225" y="510"/>
                  </a:lnTo>
                  <a:lnTo>
                    <a:pt x="217" y="533"/>
                  </a:lnTo>
                  <a:lnTo>
                    <a:pt x="203" y="555"/>
                  </a:lnTo>
                  <a:lnTo>
                    <a:pt x="186" y="572"/>
                  </a:lnTo>
                  <a:lnTo>
                    <a:pt x="165" y="585"/>
                  </a:lnTo>
                  <a:lnTo>
                    <a:pt x="140" y="594"/>
                  </a:lnTo>
                  <a:lnTo>
                    <a:pt x="115" y="596"/>
                  </a:lnTo>
                  <a:lnTo>
                    <a:pt x="88" y="594"/>
                  </a:lnTo>
                  <a:lnTo>
                    <a:pt x="65" y="585"/>
                  </a:lnTo>
                  <a:lnTo>
                    <a:pt x="43" y="572"/>
                  </a:lnTo>
                  <a:lnTo>
                    <a:pt x="26" y="555"/>
                  </a:lnTo>
                  <a:lnTo>
                    <a:pt x="13" y="533"/>
                  </a:lnTo>
                  <a:lnTo>
                    <a:pt x="3" y="510"/>
                  </a:lnTo>
                  <a:lnTo>
                    <a:pt x="0" y="484"/>
                  </a:lnTo>
                  <a:lnTo>
                    <a:pt x="0" y="111"/>
                  </a:lnTo>
                  <a:lnTo>
                    <a:pt x="3" y="86"/>
                  </a:lnTo>
                  <a:lnTo>
                    <a:pt x="13" y="62"/>
                  </a:lnTo>
                  <a:lnTo>
                    <a:pt x="26" y="42"/>
                  </a:lnTo>
                  <a:lnTo>
                    <a:pt x="43" y="24"/>
                  </a:lnTo>
                  <a:lnTo>
                    <a:pt x="65" y="11"/>
                  </a:lnTo>
                  <a:lnTo>
                    <a:pt x="88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77" name="Freeform 193"/>
            <p:cNvSpPr/>
            <p:nvPr/>
          </p:nvSpPr>
          <p:spPr bwMode="auto">
            <a:xfrm>
              <a:off x="7137" y="2101"/>
              <a:ext cx="20" cy="68"/>
            </a:xfrm>
            <a:custGeom>
              <a:avLst/>
              <a:gdLst>
                <a:gd name="T0" fmla="*/ 114 w 227"/>
                <a:gd name="T1" fmla="*/ 0 h 746"/>
                <a:gd name="T2" fmla="*/ 140 w 227"/>
                <a:gd name="T3" fmla="*/ 3 h 746"/>
                <a:gd name="T4" fmla="*/ 164 w 227"/>
                <a:gd name="T5" fmla="*/ 12 h 746"/>
                <a:gd name="T6" fmla="*/ 184 w 227"/>
                <a:gd name="T7" fmla="*/ 25 h 746"/>
                <a:gd name="T8" fmla="*/ 203 w 227"/>
                <a:gd name="T9" fmla="*/ 42 h 746"/>
                <a:gd name="T10" fmla="*/ 216 w 227"/>
                <a:gd name="T11" fmla="*/ 63 h 746"/>
                <a:gd name="T12" fmla="*/ 224 w 227"/>
                <a:gd name="T13" fmla="*/ 86 h 746"/>
                <a:gd name="T14" fmla="*/ 227 w 227"/>
                <a:gd name="T15" fmla="*/ 112 h 746"/>
                <a:gd name="T16" fmla="*/ 227 w 227"/>
                <a:gd name="T17" fmla="*/ 634 h 746"/>
                <a:gd name="T18" fmla="*/ 224 w 227"/>
                <a:gd name="T19" fmla="*/ 660 h 746"/>
                <a:gd name="T20" fmla="*/ 216 w 227"/>
                <a:gd name="T21" fmla="*/ 683 h 746"/>
                <a:gd name="T22" fmla="*/ 203 w 227"/>
                <a:gd name="T23" fmla="*/ 705 h 746"/>
                <a:gd name="T24" fmla="*/ 184 w 227"/>
                <a:gd name="T25" fmla="*/ 722 h 746"/>
                <a:gd name="T26" fmla="*/ 164 w 227"/>
                <a:gd name="T27" fmla="*/ 735 h 746"/>
                <a:gd name="T28" fmla="*/ 140 w 227"/>
                <a:gd name="T29" fmla="*/ 744 h 746"/>
                <a:gd name="T30" fmla="*/ 114 w 227"/>
                <a:gd name="T31" fmla="*/ 746 h 746"/>
                <a:gd name="T32" fmla="*/ 88 w 227"/>
                <a:gd name="T33" fmla="*/ 744 h 746"/>
                <a:gd name="T34" fmla="*/ 64 w 227"/>
                <a:gd name="T35" fmla="*/ 735 h 746"/>
                <a:gd name="T36" fmla="*/ 43 w 227"/>
                <a:gd name="T37" fmla="*/ 722 h 746"/>
                <a:gd name="T38" fmla="*/ 25 w 227"/>
                <a:gd name="T39" fmla="*/ 705 h 746"/>
                <a:gd name="T40" fmla="*/ 12 w 227"/>
                <a:gd name="T41" fmla="*/ 683 h 746"/>
                <a:gd name="T42" fmla="*/ 3 w 227"/>
                <a:gd name="T43" fmla="*/ 660 h 746"/>
                <a:gd name="T44" fmla="*/ 0 w 227"/>
                <a:gd name="T45" fmla="*/ 634 h 746"/>
                <a:gd name="T46" fmla="*/ 0 w 227"/>
                <a:gd name="T47" fmla="*/ 112 h 746"/>
                <a:gd name="T48" fmla="*/ 3 w 227"/>
                <a:gd name="T49" fmla="*/ 86 h 746"/>
                <a:gd name="T50" fmla="*/ 12 w 227"/>
                <a:gd name="T51" fmla="*/ 63 h 746"/>
                <a:gd name="T52" fmla="*/ 25 w 227"/>
                <a:gd name="T53" fmla="*/ 42 h 746"/>
                <a:gd name="T54" fmla="*/ 43 w 227"/>
                <a:gd name="T55" fmla="*/ 25 h 746"/>
                <a:gd name="T56" fmla="*/ 64 w 227"/>
                <a:gd name="T57" fmla="*/ 12 h 746"/>
                <a:gd name="T58" fmla="*/ 88 w 227"/>
                <a:gd name="T59" fmla="*/ 3 h 746"/>
                <a:gd name="T60" fmla="*/ 114 w 227"/>
                <a:gd name="T61" fmla="*/ 0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7" h="746">
                  <a:moveTo>
                    <a:pt x="114" y="0"/>
                  </a:moveTo>
                  <a:lnTo>
                    <a:pt x="140" y="3"/>
                  </a:lnTo>
                  <a:lnTo>
                    <a:pt x="164" y="12"/>
                  </a:lnTo>
                  <a:lnTo>
                    <a:pt x="184" y="25"/>
                  </a:lnTo>
                  <a:lnTo>
                    <a:pt x="203" y="42"/>
                  </a:lnTo>
                  <a:lnTo>
                    <a:pt x="216" y="63"/>
                  </a:lnTo>
                  <a:lnTo>
                    <a:pt x="224" y="86"/>
                  </a:lnTo>
                  <a:lnTo>
                    <a:pt x="227" y="112"/>
                  </a:lnTo>
                  <a:lnTo>
                    <a:pt x="227" y="634"/>
                  </a:lnTo>
                  <a:lnTo>
                    <a:pt x="224" y="660"/>
                  </a:lnTo>
                  <a:lnTo>
                    <a:pt x="216" y="683"/>
                  </a:lnTo>
                  <a:lnTo>
                    <a:pt x="203" y="705"/>
                  </a:lnTo>
                  <a:lnTo>
                    <a:pt x="184" y="722"/>
                  </a:lnTo>
                  <a:lnTo>
                    <a:pt x="164" y="735"/>
                  </a:lnTo>
                  <a:lnTo>
                    <a:pt x="140" y="744"/>
                  </a:lnTo>
                  <a:lnTo>
                    <a:pt x="114" y="746"/>
                  </a:lnTo>
                  <a:lnTo>
                    <a:pt x="88" y="744"/>
                  </a:lnTo>
                  <a:lnTo>
                    <a:pt x="64" y="735"/>
                  </a:lnTo>
                  <a:lnTo>
                    <a:pt x="43" y="722"/>
                  </a:lnTo>
                  <a:lnTo>
                    <a:pt x="25" y="705"/>
                  </a:lnTo>
                  <a:lnTo>
                    <a:pt x="12" y="683"/>
                  </a:lnTo>
                  <a:lnTo>
                    <a:pt x="3" y="660"/>
                  </a:lnTo>
                  <a:lnTo>
                    <a:pt x="0" y="634"/>
                  </a:lnTo>
                  <a:lnTo>
                    <a:pt x="0" y="112"/>
                  </a:lnTo>
                  <a:lnTo>
                    <a:pt x="3" y="86"/>
                  </a:lnTo>
                  <a:lnTo>
                    <a:pt x="12" y="63"/>
                  </a:lnTo>
                  <a:lnTo>
                    <a:pt x="25" y="42"/>
                  </a:lnTo>
                  <a:lnTo>
                    <a:pt x="43" y="25"/>
                  </a:lnTo>
                  <a:lnTo>
                    <a:pt x="64" y="12"/>
                  </a:lnTo>
                  <a:lnTo>
                    <a:pt x="88" y="3"/>
                  </a:lnTo>
                  <a:lnTo>
                    <a:pt x="1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78" name="Freeform 194"/>
            <p:cNvSpPr/>
            <p:nvPr/>
          </p:nvSpPr>
          <p:spPr bwMode="auto">
            <a:xfrm>
              <a:off x="7171" y="2088"/>
              <a:ext cx="21" cy="81"/>
            </a:xfrm>
            <a:custGeom>
              <a:avLst/>
              <a:gdLst>
                <a:gd name="T0" fmla="*/ 113 w 227"/>
                <a:gd name="T1" fmla="*/ 0 h 895"/>
                <a:gd name="T2" fmla="*/ 139 w 227"/>
                <a:gd name="T3" fmla="*/ 3 h 895"/>
                <a:gd name="T4" fmla="*/ 163 w 227"/>
                <a:gd name="T5" fmla="*/ 11 h 895"/>
                <a:gd name="T6" fmla="*/ 184 w 227"/>
                <a:gd name="T7" fmla="*/ 24 h 895"/>
                <a:gd name="T8" fmla="*/ 202 w 227"/>
                <a:gd name="T9" fmla="*/ 42 h 895"/>
                <a:gd name="T10" fmla="*/ 215 w 227"/>
                <a:gd name="T11" fmla="*/ 62 h 895"/>
                <a:gd name="T12" fmla="*/ 224 w 227"/>
                <a:gd name="T13" fmla="*/ 87 h 895"/>
                <a:gd name="T14" fmla="*/ 227 w 227"/>
                <a:gd name="T15" fmla="*/ 112 h 895"/>
                <a:gd name="T16" fmla="*/ 227 w 227"/>
                <a:gd name="T17" fmla="*/ 783 h 895"/>
                <a:gd name="T18" fmla="*/ 224 w 227"/>
                <a:gd name="T19" fmla="*/ 809 h 895"/>
                <a:gd name="T20" fmla="*/ 215 w 227"/>
                <a:gd name="T21" fmla="*/ 832 h 895"/>
                <a:gd name="T22" fmla="*/ 202 w 227"/>
                <a:gd name="T23" fmla="*/ 854 h 895"/>
                <a:gd name="T24" fmla="*/ 184 w 227"/>
                <a:gd name="T25" fmla="*/ 871 h 895"/>
                <a:gd name="T26" fmla="*/ 163 w 227"/>
                <a:gd name="T27" fmla="*/ 884 h 895"/>
                <a:gd name="T28" fmla="*/ 139 w 227"/>
                <a:gd name="T29" fmla="*/ 893 h 895"/>
                <a:gd name="T30" fmla="*/ 113 w 227"/>
                <a:gd name="T31" fmla="*/ 895 h 895"/>
                <a:gd name="T32" fmla="*/ 87 w 227"/>
                <a:gd name="T33" fmla="*/ 893 h 895"/>
                <a:gd name="T34" fmla="*/ 63 w 227"/>
                <a:gd name="T35" fmla="*/ 884 h 895"/>
                <a:gd name="T36" fmla="*/ 42 w 227"/>
                <a:gd name="T37" fmla="*/ 871 h 895"/>
                <a:gd name="T38" fmla="*/ 25 w 227"/>
                <a:gd name="T39" fmla="*/ 854 h 895"/>
                <a:gd name="T40" fmla="*/ 11 w 227"/>
                <a:gd name="T41" fmla="*/ 832 h 895"/>
                <a:gd name="T42" fmla="*/ 3 w 227"/>
                <a:gd name="T43" fmla="*/ 809 h 895"/>
                <a:gd name="T44" fmla="*/ 0 w 227"/>
                <a:gd name="T45" fmla="*/ 783 h 895"/>
                <a:gd name="T46" fmla="*/ 0 w 227"/>
                <a:gd name="T47" fmla="*/ 112 h 895"/>
                <a:gd name="T48" fmla="*/ 3 w 227"/>
                <a:gd name="T49" fmla="*/ 87 h 895"/>
                <a:gd name="T50" fmla="*/ 11 w 227"/>
                <a:gd name="T51" fmla="*/ 62 h 895"/>
                <a:gd name="T52" fmla="*/ 25 w 227"/>
                <a:gd name="T53" fmla="*/ 42 h 895"/>
                <a:gd name="T54" fmla="*/ 42 w 227"/>
                <a:gd name="T55" fmla="*/ 24 h 895"/>
                <a:gd name="T56" fmla="*/ 63 w 227"/>
                <a:gd name="T57" fmla="*/ 11 h 895"/>
                <a:gd name="T58" fmla="*/ 87 w 227"/>
                <a:gd name="T59" fmla="*/ 3 h 895"/>
                <a:gd name="T60" fmla="*/ 113 w 227"/>
                <a:gd name="T61" fmla="*/ 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7" h="895">
                  <a:moveTo>
                    <a:pt x="113" y="0"/>
                  </a:moveTo>
                  <a:lnTo>
                    <a:pt x="139" y="3"/>
                  </a:lnTo>
                  <a:lnTo>
                    <a:pt x="163" y="11"/>
                  </a:lnTo>
                  <a:lnTo>
                    <a:pt x="184" y="24"/>
                  </a:lnTo>
                  <a:lnTo>
                    <a:pt x="202" y="42"/>
                  </a:lnTo>
                  <a:lnTo>
                    <a:pt x="215" y="62"/>
                  </a:lnTo>
                  <a:lnTo>
                    <a:pt x="224" y="87"/>
                  </a:lnTo>
                  <a:lnTo>
                    <a:pt x="227" y="112"/>
                  </a:lnTo>
                  <a:lnTo>
                    <a:pt x="227" y="783"/>
                  </a:lnTo>
                  <a:lnTo>
                    <a:pt x="224" y="809"/>
                  </a:lnTo>
                  <a:lnTo>
                    <a:pt x="215" y="832"/>
                  </a:lnTo>
                  <a:lnTo>
                    <a:pt x="202" y="854"/>
                  </a:lnTo>
                  <a:lnTo>
                    <a:pt x="184" y="871"/>
                  </a:lnTo>
                  <a:lnTo>
                    <a:pt x="163" y="884"/>
                  </a:lnTo>
                  <a:lnTo>
                    <a:pt x="139" y="893"/>
                  </a:lnTo>
                  <a:lnTo>
                    <a:pt x="113" y="895"/>
                  </a:lnTo>
                  <a:lnTo>
                    <a:pt x="87" y="893"/>
                  </a:lnTo>
                  <a:lnTo>
                    <a:pt x="63" y="884"/>
                  </a:lnTo>
                  <a:lnTo>
                    <a:pt x="42" y="871"/>
                  </a:lnTo>
                  <a:lnTo>
                    <a:pt x="25" y="854"/>
                  </a:lnTo>
                  <a:lnTo>
                    <a:pt x="11" y="832"/>
                  </a:lnTo>
                  <a:lnTo>
                    <a:pt x="3" y="809"/>
                  </a:lnTo>
                  <a:lnTo>
                    <a:pt x="0" y="783"/>
                  </a:lnTo>
                  <a:lnTo>
                    <a:pt x="0" y="112"/>
                  </a:lnTo>
                  <a:lnTo>
                    <a:pt x="3" y="87"/>
                  </a:lnTo>
                  <a:lnTo>
                    <a:pt x="11" y="62"/>
                  </a:lnTo>
                  <a:lnTo>
                    <a:pt x="25" y="42"/>
                  </a:lnTo>
                  <a:lnTo>
                    <a:pt x="42" y="24"/>
                  </a:lnTo>
                  <a:lnTo>
                    <a:pt x="63" y="11"/>
                  </a:lnTo>
                  <a:lnTo>
                    <a:pt x="87" y="3"/>
                  </a:lnTo>
                  <a:lnTo>
                    <a:pt x="1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79" name="Freeform 195"/>
            <p:cNvSpPr/>
            <p:nvPr/>
          </p:nvSpPr>
          <p:spPr bwMode="auto">
            <a:xfrm>
              <a:off x="7054" y="2017"/>
              <a:ext cx="303" cy="196"/>
            </a:xfrm>
            <a:custGeom>
              <a:avLst/>
              <a:gdLst>
                <a:gd name="T0" fmla="*/ 3179 w 3330"/>
                <a:gd name="T1" fmla="*/ 0 h 2163"/>
                <a:gd name="T2" fmla="*/ 3239 w 3330"/>
                <a:gd name="T3" fmla="*/ 11 h 2163"/>
                <a:gd name="T4" fmla="*/ 3286 w 3330"/>
                <a:gd name="T5" fmla="*/ 43 h 2163"/>
                <a:gd name="T6" fmla="*/ 3319 w 3330"/>
                <a:gd name="T7" fmla="*/ 91 h 2163"/>
                <a:gd name="T8" fmla="*/ 3330 w 3330"/>
                <a:gd name="T9" fmla="*/ 149 h 2163"/>
                <a:gd name="T10" fmla="*/ 3127 w 3330"/>
                <a:gd name="T11" fmla="*/ 1640 h 2163"/>
                <a:gd name="T12" fmla="*/ 3184 w 3330"/>
                <a:gd name="T13" fmla="*/ 1516 h 2163"/>
                <a:gd name="T14" fmla="*/ 3220 w 3330"/>
                <a:gd name="T15" fmla="*/ 1384 h 2163"/>
                <a:gd name="T16" fmla="*/ 3232 w 3330"/>
                <a:gd name="T17" fmla="*/ 1249 h 2163"/>
                <a:gd name="T18" fmla="*/ 3221 w 3330"/>
                <a:gd name="T19" fmla="*/ 1119 h 2163"/>
                <a:gd name="T20" fmla="*/ 3191 w 3330"/>
                <a:gd name="T21" fmla="*/ 994 h 2163"/>
                <a:gd name="T22" fmla="*/ 3140 w 3330"/>
                <a:gd name="T23" fmla="*/ 878 h 2163"/>
                <a:gd name="T24" fmla="*/ 3069 w 3330"/>
                <a:gd name="T25" fmla="*/ 769 h 2163"/>
                <a:gd name="T26" fmla="*/ 3027 w 3330"/>
                <a:gd name="T27" fmla="*/ 299 h 2163"/>
                <a:gd name="T28" fmla="*/ 303 w 3330"/>
                <a:gd name="T29" fmla="*/ 1865 h 2163"/>
                <a:gd name="T30" fmla="*/ 1952 w 3330"/>
                <a:gd name="T31" fmla="*/ 1903 h 2163"/>
                <a:gd name="T32" fmla="*/ 2058 w 3330"/>
                <a:gd name="T33" fmla="*/ 1965 h 2163"/>
                <a:gd name="T34" fmla="*/ 2173 w 3330"/>
                <a:gd name="T35" fmla="*/ 2011 h 2163"/>
                <a:gd name="T36" fmla="*/ 2294 w 3330"/>
                <a:gd name="T37" fmla="*/ 2040 h 2163"/>
                <a:gd name="T38" fmla="*/ 2419 w 3330"/>
                <a:gd name="T39" fmla="*/ 2049 h 2163"/>
                <a:gd name="T40" fmla="*/ 2558 w 3330"/>
                <a:gd name="T41" fmla="*/ 2037 h 2163"/>
                <a:gd name="T42" fmla="*/ 2692 w 3330"/>
                <a:gd name="T43" fmla="*/ 2002 h 2163"/>
                <a:gd name="T44" fmla="*/ 2817 w 3330"/>
                <a:gd name="T45" fmla="*/ 1945 h 2163"/>
                <a:gd name="T46" fmla="*/ 3031 w 3330"/>
                <a:gd name="T47" fmla="*/ 2156 h 2163"/>
                <a:gd name="T48" fmla="*/ 3041 w 3330"/>
                <a:gd name="T49" fmla="*/ 2163 h 2163"/>
                <a:gd name="T50" fmla="*/ 121 w 3330"/>
                <a:gd name="T51" fmla="*/ 2160 h 2163"/>
                <a:gd name="T52" fmla="*/ 67 w 3330"/>
                <a:gd name="T53" fmla="*/ 2138 h 2163"/>
                <a:gd name="T54" fmla="*/ 26 w 3330"/>
                <a:gd name="T55" fmla="*/ 2097 h 2163"/>
                <a:gd name="T56" fmla="*/ 3 w 3330"/>
                <a:gd name="T57" fmla="*/ 2044 h 2163"/>
                <a:gd name="T58" fmla="*/ 0 w 3330"/>
                <a:gd name="T59" fmla="*/ 149 h 2163"/>
                <a:gd name="T60" fmla="*/ 12 w 3330"/>
                <a:gd name="T61" fmla="*/ 92 h 2163"/>
                <a:gd name="T62" fmla="*/ 45 w 3330"/>
                <a:gd name="T63" fmla="*/ 43 h 2163"/>
                <a:gd name="T64" fmla="*/ 93 w 3330"/>
                <a:gd name="T65" fmla="*/ 11 h 2163"/>
                <a:gd name="T66" fmla="*/ 152 w 3330"/>
                <a:gd name="T67" fmla="*/ 0 h 2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30" h="2163">
                  <a:moveTo>
                    <a:pt x="152" y="0"/>
                  </a:moveTo>
                  <a:lnTo>
                    <a:pt x="3179" y="0"/>
                  </a:lnTo>
                  <a:lnTo>
                    <a:pt x="3210" y="3"/>
                  </a:lnTo>
                  <a:lnTo>
                    <a:pt x="3239" y="11"/>
                  </a:lnTo>
                  <a:lnTo>
                    <a:pt x="3264" y="25"/>
                  </a:lnTo>
                  <a:lnTo>
                    <a:pt x="3286" y="43"/>
                  </a:lnTo>
                  <a:lnTo>
                    <a:pt x="3305" y="65"/>
                  </a:lnTo>
                  <a:lnTo>
                    <a:pt x="3319" y="91"/>
                  </a:lnTo>
                  <a:lnTo>
                    <a:pt x="3327" y="119"/>
                  </a:lnTo>
                  <a:lnTo>
                    <a:pt x="3330" y="149"/>
                  </a:lnTo>
                  <a:lnTo>
                    <a:pt x="3330" y="1841"/>
                  </a:lnTo>
                  <a:lnTo>
                    <a:pt x="3127" y="1640"/>
                  </a:lnTo>
                  <a:lnTo>
                    <a:pt x="3159" y="1579"/>
                  </a:lnTo>
                  <a:lnTo>
                    <a:pt x="3184" y="1516"/>
                  </a:lnTo>
                  <a:lnTo>
                    <a:pt x="3205" y="1452"/>
                  </a:lnTo>
                  <a:lnTo>
                    <a:pt x="3220" y="1384"/>
                  </a:lnTo>
                  <a:lnTo>
                    <a:pt x="3229" y="1317"/>
                  </a:lnTo>
                  <a:lnTo>
                    <a:pt x="3232" y="1249"/>
                  </a:lnTo>
                  <a:lnTo>
                    <a:pt x="3229" y="1183"/>
                  </a:lnTo>
                  <a:lnTo>
                    <a:pt x="3221" y="1119"/>
                  </a:lnTo>
                  <a:lnTo>
                    <a:pt x="3208" y="1056"/>
                  </a:lnTo>
                  <a:lnTo>
                    <a:pt x="3191" y="994"/>
                  </a:lnTo>
                  <a:lnTo>
                    <a:pt x="3167" y="935"/>
                  </a:lnTo>
                  <a:lnTo>
                    <a:pt x="3140" y="878"/>
                  </a:lnTo>
                  <a:lnTo>
                    <a:pt x="3107" y="821"/>
                  </a:lnTo>
                  <a:lnTo>
                    <a:pt x="3069" y="769"/>
                  </a:lnTo>
                  <a:lnTo>
                    <a:pt x="3027" y="719"/>
                  </a:lnTo>
                  <a:lnTo>
                    <a:pt x="3027" y="299"/>
                  </a:lnTo>
                  <a:lnTo>
                    <a:pt x="303" y="299"/>
                  </a:lnTo>
                  <a:lnTo>
                    <a:pt x="303" y="1865"/>
                  </a:lnTo>
                  <a:lnTo>
                    <a:pt x="1902" y="1865"/>
                  </a:lnTo>
                  <a:lnTo>
                    <a:pt x="1952" y="1903"/>
                  </a:lnTo>
                  <a:lnTo>
                    <a:pt x="2004" y="1936"/>
                  </a:lnTo>
                  <a:lnTo>
                    <a:pt x="2058" y="1965"/>
                  </a:lnTo>
                  <a:lnTo>
                    <a:pt x="2114" y="1990"/>
                  </a:lnTo>
                  <a:lnTo>
                    <a:pt x="2173" y="2011"/>
                  </a:lnTo>
                  <a:lnTo>
                    <a:pt x="2233" y="2028"/>
                  </a:lnTo>
                  <a:lnTo>
                    <a:pt x="2294" y="2040"/>
                  </a:lnTo>
                  <a:lnTo>
                    <a:pt x="2356" y="2047"/>
                  </a:lnTo>
                  <a:lnTo>
                    <a:pt x="2419" y="2049"/>
                  </a:lnTo>
                  <a:lnTo>
                    <a:pt x="2490" y="2046"/>
                  </a:lnTo>
                  <a:lnTo>
                    <a:pt x="2558" y="2037"/>
                  </a:lnTo>
                  <a:lnTo>
                    <a:pt x="2625" y="2023"/>
                  </a:lnTo>
                  <a:lnTo>
                    <a:pt x="2692" y="2002"/>
                  </a:lnTo>
                  <a:lnTo>
                    <a:pt x="2756" y="1976"/>
                  </a:lnTo>
                  <a:lnTo>
                    <a:pt x="2817" y="1945"/>
                  </a:lnTo>
                  <a:lnTo>
                    <a:pt x="3027" y="2152"/>
                  </a:lnTo>
                  <a:lnTo>
                    <a:pt x="3031" y="2156"/>
                  </a:lnTo>
                  <a:lnTo>
                    <a:pt x="3037" y="2159"/>
                  </a:lnTo>
                  <a:lnTo>
                    <a:pt x="3041" y="2163"/>
                  </a:lnTo>
                  <a:lnTo>
                    <a:pt x="152" y="2163"/>
                  </a:lnTo>
                  <a:lnTo>
                    <a:pt x="121" y="2160"/>
                  </a:lnTo>
                  <a:lnTo>
                    <a:pt x="93" y="2151"/>
                  </a:lnTo>
                  <a:lnTo>
                    <a:pt x="67" y="2138"/>
                  </a:lnTo>
                  <a:lnTo>
                    <a:pt x="45" y="2119"/>
                  </a:lnTo>
                  <a:lnTo>
                    <a:pt x="26" y="2097"/>
                  </a:lnTo>
                  <a:lnTo>
                    <a:pt x="12" y="2072"/>
                  </a:lnTo>
                  <a:lnTo>
                    <a:pt x="3" y="2044"/>
                  </a:lnTo>
                  <a:lnTo>
                    <a:pt x="0" y="2014"/>
                  </a:lnTo>
                  <a:lnTo>
                    <a:pt x="0" y="149"/>
                  </a:lnTo>
                  <a:lnTo>
                    <a:pt x="3" y="119"/>
                  </a:lnTo>
                  <a:lnTo>
                    <a:pt x="12" y="92"/>
                  </a:lnTo>
                  <a:lnTo>
                    <a:pt x="26" y="65"/>
                  </a:lnTo>
                  <a:lnTo>
                    <a:pt x="45" y="43"/>
                  </a:lnTo>
                  <a:lnTo>
                    <a:pt x="67" y="25"/>
                  </a:lnTo>
                  <a:lnTo>
                    <a:pt x="93" y="11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80" name="Freeform 196"/>
            <p:cNvSpPr>
              <a:spLocks noEditPoints="1"/>
            </p:cNvSpPr>
            <p:nvPr/>
          </p:nvSpPr>
          <p:spPr bwMode="auto">
            <a:xfrm>
              <a:off x="7214" y="2071"/>
              <a:ext cx="135" cy="134"/>
            </a:xfrm>
            <a:custGeom>
              <a:avLst/>
              <a:gdLst>
                <a:gd name="T0" fmla="*/ 558 w 1492"/>
                <a:gd name="T1" fmla="*/ 144 h 1469"/>
                <a:gd name="T2" fmla="*/ 415 w 1492"/>
                <a:gd name="T3" fmla="*/ 194 h 1469"/>
                <a:gd name="T4" fmla="*/ 290 w 1492"/>
                <a:gd name="T5" fmla="*/ 286 h 1469"/>
                <a:gd name="T6" fmla="*/ 198 w 1492"/>
                <a:gd name="T7" fmla="*/ 407 h 1469"/>
                <a:gd name="T8" fmla="*/ 146 w 1492"/>
                <a:gd name="T9" fmla="*/ 550 h 1469"/>
                <a:gd name="T10" fmla="*/ 139 w 1492"/>
                <a:gd name="T11" fmla="*/ 703 h 1469"/>
                <a:gd name="T12" fmla="*/ 176 w 1492"/>
                <a:gd name="T13" fmla="*/ 850 h 1469"/>
                <a:gd name="T14" fmla="*/ 255 w 1492"/>
                <a:gd name="T15" fmla="*/ 979 h 1469"/>
                <a:gd name="T16" fmla="*/ 371 w 1492"/>
                <a:gd name="T17" fmla="*/ 1082 h 1469"/>
                <a:gd name="T18" fmla="*/ 508 w 1492"/>
                <a:gd name="T19" fmla="*/ 1147 h 1469"/>
                <a:gd name="T20" fmla="*/ 661 w 1492"/>
                <a:gd name="T21" fmla="*/ 1169 h 1469"/>
                <a:gd name="T22" fmla="*/ 814 w 1492"/>
                <a:gd name="T23" fmla="*/ 1147 h 1469"/>
                <a:gd name="T24" fmla="*/ 953 w 1492"/>
                <a:gd name="T25" fmla="*/ 1082 h 1469"/>
                <a:gd name="T26" fmla="*/ 1068 w 1492"/>
                <a:gd name="T27" fmla="*/ 979 h 1469"/>
                <a:gd name="T28" fmla="*/ 1147 w 1492"/>
                <a:gd name="T29" fmla="*/ 850 h 1469"/>
                <a:gd name="T30" fmla="*/ 1185 w 1492"/>
                <a:gd name="T31" fmla="*/ 703 h 1469"/>
                <a:gd name="T32" fmla="*/ 1177 w 1492"/>
                <a:gd name="T33" fmla="*/ 550 h 1469"/>
                <a:gd name="T34" fmla="*/ 1126 w 1492"/>
                <a:gd name="T35" fmla="*/ 407 h 1469"/>
                <a:gd name="T36" fmla="*/ 1034 w 1492"/>
                <a:gd name="T37" fmla="*/ 286 h 1469"/>
                <a:gd name="T38" fmla="*/ 909 w 1492"/>
                <a:gd name="T39" fmla="*/ 194 h 1469"/>
                <a:gd name="T40" fmla="*/ 765 w 1492"/>
                <a:gd name="T41" fmla="*/ 144 h 1469"/>
                <a:gd name="T42" fmla="*/ 661 w 1492"/>
                <a:gd name="T43" fmla="*/ 0 h 1469"/>
                <a:gd name="T44" fmla="*/ 834 w 1492"/>
                <a:gd name="T45" fmla="*/ 22 h 1469"/>
                <a:gd name="T46" fmla="*/ 992 w 1492"/>
                <a:gd name="T47" fmla="*/ 87 h 1469"/>
                <a:gd name="T48" fmla="*/ 1130 w 1492"/>
                <a:gd name="T49" fmla="*/ 191 h 1469"/>
                <a:gd name="T50" fmla="*/ 1235 w 1492"/>
                <a:gd name="T51" fmla="*/ 326 h 1469"/>
                <a:gd name="T52" fmla="*/ 1300 w 1492"/>
                <a:gd name="T53" fmla="*/ 482 h 1469"/>
                <a:gd name="T54" fmla="*/ 1322 w 1492"/>
                <a:gd name="T55" fmla="*/ 652 h 1469"/>
                <a:gd name="T56" fmla="*/ 1298 w 1492"/>
                <a:gd name="T57" fmla="*/ 826 h 1469"/>
                <a:gd name="T58" fmla="*/ 1229 w 1492"/>
                <a:gd name="T59" fmla="*/ 986 h 1469"/>
                <a:gd name="T60" fmla="*/ 1189 w 1492"/>
                <a:gd name="T61" fmla="*/ 1112 h 1469"/>
                <a:gd name="T62" fmla="*/ 1233 w 1492"/>
                <a:gd name="T63" fmla="*/ 1122 h 1469"/>
                <a:gd name="T64" fmla="*/ 1484 w 1492"/>
                <a:gd name="T65" fmla="*/ 1370 h 1469"/>
                <a:gd name="T66" fmla="*/ 1490 w 1492"/>
                <a:gd name="T67" fmla="*/ 1419 h 1469"/>
                <a:gd name="T68" fmla="*/ 1458 w 1492"/>
                <a:gd name="T69" fmla="*/ 1461 h 1469"/>
                <a:gd name="T70" fmla="*/ 1407 w 1492"/>
                <a:gd name="T71" fmla="*/ 1467 h 1469"/>
                <a:gd name="T72" fmla="*/ 1149 w 1492"/>
                <a:gd name="T73" fmla="*/ 1225 h 1469"/>
                <a:gd name="T74" fmla="*/ 1130 w 1492"/>
                <a:gd name="T75" fmla="*/ 1186 h 1469"/>
                <a:gd name="T76" fmla="*/ 1051 w 1492"/>
                <a:gd name="T77" fmla="*/ 1177 h 1469"/>
                <a:gd name="T78" fmla="*/ 895 w 1492"/>
                <a:gd name="T79" fmla="*/ 1261 h 1469"/>
                <a:gd name="T80" fmla="*/ 722 w 1492"/>
                <a:gd name="T81" fmla="*/ 1300 h 1469"/>
                <a:gd name="T82" fmla="*/ 546 w 1492"/>
                <a:gd name="T83" fmla="*/ 1293 h 1469"/>
                <a:gd name="T84" fmla="*/ 383 w 1492"/>
                <a:gd name="T85" fmla="*/ 1242 h 1469"/>
                <a:gd name="T86" fmla="*/ 238 w 1492"/>
                <a:gd name="T87" fmla="*/ 1151 h 1469"/>
                <a:gd name="T88" fmla="*/ 120 w 1492"/>
                <a:gd name="T89" fmla="*/ 1024 h 1469"/>
                <a:gd name="T90" fmla="*/ 40 w 1492"/>
                <a:gd name="T91" fmla="*/ 875 h 1469"/>
                <a:gd name="T92" fmla="*/ 4 w 1492"/>
                <a:gd name="T93" fmla="*/ 709 h 1469"/>
                <a:gd name="T94" fmla="*/ 11 w 1492"/>
                <a:gd name="T95" fmla="*/ 537 h 1469"/>
                <a:gd name="T96" fmla="*/ 63 w 1492"/>
                <a:gd name="T97" fmla="*/ 376 h 1469"/>
                <a:gd name="T98" fmla="*/ 155 w 1492"/>
                <a:gd name="T99" fmla="*/ 233 h 1469"/>
                <a:gd name="T100" fmla="*/ 283 w 1492"/>
                <a:gd name="T101" fmla="*/ 117 h 1469"/>
                <a:gd name="T102" fmla="*/ 435 w 1492"/>
                <a:gd name="T103" fmla="*/ 39 h 1469"/>
                <a:gd name="T104" fmla="*/ 603 w 1492"/>
                <a:gd name="T105" fmla="*/ 2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92" h="1469">
                  <a:moveTo>
                    <a:pt x="661" y="134"/>
                  </a:moveTo>
                  <a:lnTo>
                    <a:pt x="609" y="136"/>
                  </a:lnTo>
                  <a:lnTo>
                    <a:pt x="558" y="144"/>
                  </a:lnTo>
                  <a:lnTo>
                    <a:pt x="508" y="156"/>
                  </a:lnTo>
                  <a:lnTo>
                    <a:pt x="461" y="173"/>
                  </a:lnTo>
                  <a:lnTo>
                    <a:pt x="415" y="194"/>
                  </a:lnTo>
                  <a:lnTo>
                    <a:pt x="371" y="220"/>
                  </a:lnTo>
                  <a:lnTo>
                    <a:pt x="329" y="250"/>
                  </a:lnTo>
                  <a:lnTo>
                    <a:pt x="290" y="286"/>
                  </a:lnTo>
                  <a:lnTo>
                    <a:pt x="255" y="324"/>
                  </a:lnTo>
                  <a:lnTo>
                    <a:pt x="225" y="364"/>
                  </a:lnTo>
                  <a:lnTo>
                    <a:pt x="198" y="407"/>
                  </a:lnTo>
                  <a:lnTo>
                    <a:pt x="176" y="453"/>
                  </a:lnTo>
                  <a:lnTo>
                    <a:pt x="159" y="501"/>
                  </a:lnTo>
                  <a:lnTo>
                    <a:pt x="146" y="550"/>
                  </a:lnTo>
                  <a:lnTo>
                    <a:pt x="139" y="600"/>
                  </a:lnTo>
                  <a:lnTo>
                    <a:pt x="136" y="652"/>
                  </a:lnTo>
                  <a:lnTo>
                    <a:pt x="139" y="703"/>
                  </a:lnTo>
                  <a:lnTo>
                    <a:pt x="146" y="753"/>
                  </a:lnTo>
                  <a:lnTo>
                    <a:pt x="159" y="802"/>
                  </a:lnTo>
                  <a:lnTo>
                    <a:pt x="176" y="850"/>
                  </a:lnTo>
                  <a:lnTo>
                    <a:pt x="198" y="895"/>
                  </a:lnTo>
                  <a:lnTo>
                    <a:pt x="225" y="938"/>
                  </a:lnTo>
                  <a:lnTo>
                    <a:pt x="255" y="979"/>
                  </a:lnTo>
                  <a:lnTo>
                    <a:pt x="290" y="1017"/>
                  </a:lnTo>
                  <a:lnTo>
                    <a:pt x="329" y="1052"/>
                  </a:lnTo>
                  <a:lnTo>
                    <a:pt x="371" y="1082"/>
                  </a:lnTo>
                  <a:lnTo>
                    <a:pt x="415" y="1108"/>
                  </a:lnTo>
                  <a:lnTo>
                    <a:pt x="461" y="1130"/>
                  </a:lnTo>
                  <a:lnTo>
                    <a:pt x="508" y="1147"/>
                  </a:lnTo>
                  <a:lnTo>
                    <a:pt x="558" y="1159"/>
                  </a:lnTo>
                  <a:lnTo>
                    <a:pt x="609" y="1166"/>
                  </a:lnTo>
                  <a:lnTo>
                    <a:pt x="661" y="1169"/>
                  </a:lnTo>
                  <a:lnTo>
                    <a:pt x="713" y="1166"/>
                  </a:lnTo>
                  <a:lnTo>
                    <a:pt x="765" y="1159"/>
                  </a:lnTo>
                  <a:lnTo>
                    <a:pt x="814" y="1147"/>
                  </a:lnTo>
                  <a:lnTo>
                    <a:pt x="863" y="1130"/>
                  </a:lnTo>
                  <a:lnTo>
                    <a:pt x="909" y="1108"/>
                  </a:lnTo>
                  <a:lnTo>
                    <a:pt x="953" y="1082"/>
                  </a:lnTo>
                  <a:lnTo>
                    <a:pt x="995" y="1052"/>
                  </a:lnTo>
                  <a:lnTo>
                    <a:pt x="1034" y="1017"/>
                  </a:lnTo>
                  <a:lnTo>
                    <a:pt x="1068" y="979"/>
                  </a:lnTo>
                  <a:lnTo>
                    <a:pt x="1099" y="938"/>
                  </a:lnTo>
                  <a:lnTo>
                    <a:pt x="1126" y="895"/>
                  </a:lnTo>
                  <a:lnTo>
                    <a:pt x="1147" y="850"/>
                  </a:lnTo>
                  <a:lnTo>
                    <a:pt x="1164" y="802"/>
                  </a:lnTo>
                  <a:lnTo>
                    <a:pt x="1177" y="753"/>
                  </a:lnTo>
                  <a:lnTo>
                    <a:pt x="1185" y="703"/>
                  </a:lnTo>
                  <a:lnTo>
                    <a:pt x="1187" y="652"/>
                  </a:lnTo>
                  <a:lnTo>
                    <a:pt x="1185" y="600"/>
                  </a:lnTo>
                  <a:lnTo>
                    <a:pt x="1177" y="550"/>
                  </a:lnTo>
                  <a:lnTo>
                    <a:pt x="1164" y="501"/>
                  </a:lnTo>
                  <a:lnTo>
                    <a:pt x="1147" y="453"/>
                  </a:lnTo>
                  <a:lnTo>
                    <a:pt x="1126" y="407"/>
                  </a:lnTo>
                  <a:lnTo>
                    <a:pt x="1099" y="364"/>
                  </a:lnTo>
                  <a:lnTo>
                    <a:pt x="1068" y="324"/>
                  </a:lnTo>
                  <a:lnTo>
                    <a:pt x="1034" y="286"/>
                  </a:lnTo>
                  <a:lnTo>
                    <a:pt x="995" y="250"/>
                  </a:lnTo>
                  <a:lnTo>
                    <a:pt x="953" y="220"/>
                  </a:lnTo>
                  <a:lnTo>
                    <a:pt x="909" y="194"/>
                  </a:lnTo>
                  <a:lnTo>
                    <a:pt x="863" y="173"/>
                  </a:lnTo>
                  <a:lnTo>
                    <a:pt x="814" y="156"/>
                  </a:lnTo>
                  <a:lnTo>
                    <a:pt x="765" y="144"/>
                  </a:lnTo>
                  <a:lnTo>
                    <a:pt x="713" y="136"/>
                  </a:lnTo>
                  <a:lnTo>
                    <a:pt x="661" y="134"/>
                  </a:lnTo>
                  <a:close/>
                  <a:moveTo>
                    <a:pt x="661" y="0"/>
                  </a:moveTo>
                  <a:lnTo>
                    <a:pt x="721" y="2"/>
                  </a:lnTo>
                  <a:lnTo>
                    <a:pt x="778" y="10"/>
                  </a:lnTo>
                  <a:lnTo>
                    <a:pt x="834" y="22"/>
                  </a:lnTo>
                  <a:lnTo>
                    <a:pt x="888" y="39"/>
                  </a:lnTo>
                  <a:lnTo>
                    <a:pt x="941" y="60"/>
                  </a:lnTo>
                  <a:lnTo>
                    <a:pt x="992" y="87"/>
                  </a:lnTo>
                  <a:lnTo>
                    <a:pt x="1040" y="117"/>
                  </a:lnTo>
                  <a:lnTo>
                    <a:pt x="1086" y="152"/>
                  </a:lnTo>
                  <a:lnTo>
                    <a:pt x="1130" y="191"/>
                  </a:lnTo>
                  <a:lnTo>
                    <a:pt x="1168" y="233"/>
                  </a:lnTo>
                  <a:lnTo>
                    <a:pt x="1204" y="279"/>
                  </a:lnTo>
                  <a:lnTo>
                    <a:pt x="1235" y="326"/>
                  </a:lnTo>
                  <a:lnTo>
                    <a:pt x="1261" y="376"/>
                  </a:lnTo>
                  <a:lnTo>
                    <a:pt x="1283" y="428"/>
                  </a:lnTo>
                  <a:lnTo>
                    <a:pt x="1300" y="482"/>
                  </a:lnTo>
                  <a:lnTo>
                    <a:pt x="1312" y="537"/>
                  </a:lnTo>
                  <a:lnTo>
                    <a:pt x="1320" y="593"/>
                  </a:lnTo>
                  <a:lnTo>
                    <a:pt x="1322" y="652"/>
                  </a:lnTo>
                  <a:lnTo>
                    <a:pt x="1319" y="711"/>
                  </a:lnTo>
                  <a:lnTo>
                    <a:pt x="1312" y="769"/>
                  </a:lnTo>
                  <a:lnTo>
                    <a:pt x="1298" y="826"/>
                  </a:lnTo>
                  <a:lnTo>
                    <a:pt x="1280" y="882"/>
                  </a:lnTo>
                  <a:lnTo>
                    <a:pt x="1256" y="935"/>
                  </a:lnTo>
                  <a:lnTo>
                    <a:pt x="1229" y="986"/>
                  </a:lnTo>
                  <a:lnTo>
                    <a:pt x="1195" y="1034"/>
                  </a:lnTo>
                  <a:lnTo>
                    <a:pt x="1157" y="1081"/>
                  </a:lnTo>
                  <a:lnTo>
                    <a:pt x="1189" y="1112"/>
                  </a:lnTo>
                  <a:lnTo>
                    <a:pt x="1204" y="1112"/>
                  </a:lnTo>
                  <a:lnTo>
                    <a:pt x="1218" y="1115"/>
                  </a:lnTo>
                  <a:lnTo>
                    <a:pt x="1233" y="1122"/>
                  </a:lnTo>
                  <a:lnTo>
                    <a:pt x="1245" y="1131"/>
                  </a:lnTo>
                  <a:lnTo>
                    <a:pt x="1472" y="1356"/>
                  </a:lnTo>
                  <a:lnTo>
                    <a:pt x="1484" y="1370"/>
                  </a:lnTo>
                  <a:lnTo>
                    <a:pt x="1490" y="1386"/>
                  </a:lnTo>
                  <a:lnTo>
                    <a:pt x="1492" y="1402"/>
                  </a:lnTo>
                  <a:lnTo>
                    <a:pt x="1490" y="1419"/>
                  </a:lnTo>
                  <a:lnTo>
                    <a:pt x="1484" y="1436"/>
                  </a:lnTo>
                  <a:lnTo>
                    <a:pt x="1472" y="1450"/>
                  </a:lnTo>
                  <a:lnTo>
                    <a:pt x="1458" y="1461"/>
                  </a:lnTo>
                  <a:lnTo>
                    <a:pt x="1442" y="1467"/>
                  </a:lnTo>
                  <a:lnTo>
                    <a:pt x="1424" y="1469"/>
                  </a:lnTo>
                  <a:lnTo>
                    <a:pt x="1407" y="1467"/>
                  </a:lnTo>
                  <a:lnTo>
                    <a:pt x="1391" y="1461"/>
                  </a:lnTo>
                  <a:lnTo>
                    <a:pt x="1376" y="1450"/>
                  </a:lnTo>
                  <a:lnTo>
                    <a:pt x="1149" y="1225"/>
                  </a:lnTo>
                  <a:lnTo>
                    <a:pt x="1139" y="1213"/>
                  </a:lnTo>
                  <a:lnTo>
                    <a:pt x="1133" y="1200"/>
                  </a:lnTo>
                  <a:lnTo>
                    <a:pt x="1130" y="1186"/>
                  </a:lnTo>
                  <a:lnTo>
                    <a:pt x="1130" y="1171"/>
                  </a:lnTo>
                  <a:lnTo>
                    <a:pt x="1098" y="1140"/>
                  </a:lnTo>
                  <a:lnTo>
                    <a:pt x="1051" y="1177"/>
                  </a:lnTo>
                  <a:lnTo>
                    <a:pt x="1001" y="1209"/>
                  </a:lnTo>
                  <a:lnTo>
                    <a:pt x="949" y="1238"/>
                  </a:lnTo>
                  <a:lnTo>
                    <a:pt x="895" y="1261"/>
                  </a:lnTo>
                  <a:lnTo>
                    <a:pt x="839" y="1279"/>
                  </a:lnTo>
                  <a:lnTo>
                    <a:pt x="782" y="1292"/>
                  </a:lnTo>
                  <a:lnTo>
                    <a:pt x="722" y="1300"/>
                  </a:lnTo>
                  <a:lnTo>
                    <a:pt x="661" y="1303"/>
                  </a:lnTo>
                  <a:lnTo>
                    <a:pt x="603" y="1300"/>
                  </a:lnTo>
                  <a:lnTo>
                    <a:pt x="546" y="1293"/>
                  </a:lnTo>
                  <a:lnTo>
                    <a:pt x="490" y="1281"/>
                  </a:lnTo>
                  <a:lnTo>
                    <a:pt x="435" y="1264"/>
                  </a:lnTo>
                  <a:lnTo>
                    <a:pt x="383" y="1242"/>
                  </a:lnTo>
                  <a:lnTo>
                    <a:pt x="332" y="1216"/>
                  </a:lnTo>
                  <a:lnTo>
                    <a:pt x="283" y="1185"/>
                  </a:lnTo>
                  <a:lnTo>
                    <a:pt x="238" y="1151"/>
                  </a:lnTo>
                  <a:lnTo>
                    <a:pt x="194" y="1112"/>
                  </a:lnTo>
                  <a:lnTo>
                    <a:pt x="155" y="1070"/>
                  </a:lnTo>
                  <a:lnTo>
                    <a:pt x="120" y="1024"/>
                  </a:lnTo>
                  <a:lnTo>
                    <a:pt x="89" y="976"/>
                  </a:lnTo>
                  <a:lnTo>
                    <a:pt x="63" y="926"/>
                  </a:lnTo>
                  <a:lnTo>
                    <a:pt x="40" y="875"/>
                  </a:lnTo>
                  <a:lnTo>
                    <a:pt x="23" y="820"/>
                  </a:lnTo>
                  <a:lnTo>
                    <a:pt x="11" y="765"/>
                  </a:lnTo>
                  <a:lnTo>
                    <a:pt x="4" y="709"/>
                  </a:lnTo>
                  <a:lnTo>
                    <a:pt x="0" y="652"/>
                  </a:lnTo>
                  <a:lnTo>
                    <a:pt x="4" y="593"/>
                  </a:lnTo>
                  <a:lnTo>
                    <a:pt x="11" y="537"/>
                  </a:lnTo>
                  <a:lnTo>
                    <a:pt x="23" y="482"/>
                  </a:lnTo>
                  <a:lnTo>
                    <a:pt x="40" y="428"/>
                  </a:lnTo>
                  <a:lnTo>
                    <a:pt x="63" y="376"/>
                  </a:lnTo>
                  <a:lnTo>
                    <a:pt x="89" y="326"/>
                  </a:lnTo>
                  <a:lnTo>
                    <a:pt x="120" y="279"/>
                  </a:lnTo>
                  <a:lnTo>
                    <a:pt x="155" y="233"/>
                  </a:lnTo>
                  <a:lnTo>
                    <a:pt x="194" y="191"/>
                  </a:lnTo>
                  <a:lnTo>
                    <a:pt x="238" y="152"/>
                  </a:lnTo>
                  <a:lnTo>
                    <a:pt x="283" y="117"/>
                  </a:lnTo>
                  <a:lnTo>
                    <a:pt x="332" y="87"/>
                  </a:lnTo>
                  <a:lnTo>
                    <a:pt x="383" y="60"/>
                  </a:lnTo>
                  <a:lnTo>
                    <a:pt x="435" y="39"/>
                  </a:lnTo>
                  <a:lnTo>
                    <a:pt x="490" y="22"/>
                  </a:lnTo>
                  <a:lnTo>
                    <a:pt x="546" y="10"/>
                  </a:lnTo>
                  <a:lnTo>
                    <a:pt x="603" y="2"/>
                  </a:lnTo>
                  <a:lnTo>
                    <a:pt x="6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81" name="Group 320"/>
          <p:cNvGrpSpPr>
            <a:grpSpLocks noChangeAspect="1"/>
          </p:cNvGrpSpPr>
          <p:nvPr/>
        </p:nvGrpSpPr>
        <p:grpSpPr bwMode="auto">
          <a:xfrm>
            <a:off x="8602765" y="5655708"/>
            <a:ext cx="312443" cy="308317"/>
            <a:chOff x="3687" y="1985"/>
            <a:chExt cx="303" cy="299"/>
          </a:xfrm>
          <a:solidFill>
            <a:schemeClr val="bg1"/>
          </a:solidFill>
        </p:grpSpPr>
        <p:sp>
          <p:nvSpPr>
            <p:cNvPr id="82" name="Freeform 322"/>
            <p:cNvSpPr>
              <a:spLocks noEditPoints="1"/>
            </p:cNvSpPr>
            <p:nvPr/>
          </p:nvSpPr>
          <p:spPr bwMode="auto">
            <a:xfrm>
              <a:off x="3931" y="2132"/>
              <a:ext cx="59" cy="152"/>
            </a:xfrm>
            <a:custGeom>
              <a:avLst/>
              <a:gdLst>
                <a:gd name="T0" fmla="*/ 234 w 641"/>
                <a:gd name="T1" fmla="*/ 1281 h 1669"/>
                <a:gd name="T2" fmla="*/ 187 w 641"/>
                <a:gd name="T3" fmla="*/ 1299 h 1669"/>
                <a:gd name="T4" fmla="*/ 149 w 641"/>
                <a:gd name="T5" fmla="*/ 1337 h 1669"/>
                <a:gd name="T6" fmla="*/ 130 w 641"/>
                <a:gd name="T7" fmla="*/ 1384 h 1669"/>
                <a:gd name="T8" fmla="*/ 130 w 641"/>
                <a:gd name="T9" fmla="*/ 1434 h 1669"/>
                <a:gd name="T10" fmla="*/ 149 w 641"/>
                <a:gd name="T11" fmla="*/ 1480 h 1669"/>
                <a:gd name="T12" fmla="*/ 187 w 641"/>
                <a:gd name="T13" fmla="*/ 1518 h 1669"/>
                <a:gd name="T14" fmla="*/ 234 w 641"/>
                <a:gd name="T15" fmla="*/ 1538 h 1669"/>
                <a:gd name="T16" fmla="*/ 284 w 641"/>
                <a:gd name="T17" fmla="*/ 1538 h 1669"/>
                <a:gd name="T18" fmla="*/ 332 w 641"/>
                <a:gd name="T19" fmla="*/ 1518 h 1669"/>
                <a:gd name="T20" fmla="*/ 369 w 641"/>
                <a:gd name="T21" fmla="*/ 1480 h 1669"/>
                <a:gd name="T22" fmla="*/ 389 w 641"/>
                <a:gd name="T23" fmla="*/ 1434 h 1669"/>
                <a:gd name="T24" fmla="*/ 389 w 641"/>
                <a:gd name="T25" fmla="*/ 1384 h 1669"/>
                <a:gd name="T26" fmla="*/ 369 w 641"/>
                <a:gd name="T27" fmla="*/ 1337 h 1669"/>
                <a:gd name="T28" fmla="*/ 332 w 641"/>
                <a:gd name="T29" fmla="*/ 1299 h 1669"/>
                <a:gd name="T30" fmla="*/ 284 w 641"/>
                <a:gd name="T31" fmla="*/ 1281 h 1669"/>
                <a:gd name="T32" fmla="*/ 160 w 641"/>
                <a:gd name="T33" fmla="*/ 0 h 1669"/>
                <a:gd name="T34" fmla="*/ 513 w 641"/>
                <a:gd name="T35" fmla="*/ 4 h 1669"/>
                <a:gd name="T36" fmla="*/ 570 w 641"/>
                <a:gd name="T37" fmla="*/ 28 h 1669"/>
                <a:gd name="T38" fmla="*/ 614 w 641"/>
                <a:gd name="T39" fmla="*/ 70 h 1669"/>
                <a:gd name="T40" fmla="*/ 638 w 641"/>
                <a:gd name="T41" fmla="*/ 127 h 1669"/>
                <a:gd name="T42" fmla="*/ 641 w 641"/>
                <a:gd name="T43" fmla="*/ 1508 h 1669"/>
                <a:gd name="T44" fmla="*/ 629 w 641"/>
                <a:gd name="T45" fmla="*/ 1571 h 1669"/>
                <a:gd name="T46" fmla="*/ 594 w 641"/>
                <a:gd name="T47" fmla="*/ 1622 h 1669"/>
                <a:gd name="T48" fmla="*/ 543 w 641"/>
                <a:gd name="T49" fmla="*/ 1655 h 1669"/>
                <a:gd name="T50" fmla="*/ 480 w 641"/>
                <a:gd name="T51" fmla="*/ 1669 h 1669"/>
                <a:gd name="T52" fmla="*/ 127 w 641"/>
                <a:gd name="T53" fmla="*/ 1664 h 1669"/>
                <a:gd name="T54" fmla="*/ 70 w 641"/>
                <a:gd name="T55" fmla="*/ 1641 h 1669"/>
                <a:gd name="T56" fmla="*/ 27 w 641"/>
                <a:gd name="T57" fmla="*/ 1598 h 1669"/>
                <a:gd name="T58" fmla="*/ 3 w 641"/>
                <a:gd name="T59" fmla="*/ 1541 h 1669"/>
                <a:gd name="T60" fmla="*/ 0 w 641"/>
                <a:gd name="T61" fmla="*/ 160 h 1669"/>
                <a:gd name="T62" fmla="*/ 12 w 641"/>
                <a:gd name="T63" fmla="*/ 97 h 1669"/>
                <a:gd name="T64" fmla="*/ 46 w 641"/>
                <a:gd name="T65" fmla="*/ 46 h 1669"/>
                <a:gd name="T66" fmla="*/ 97 w 641"/>
                <a:gd name="T67" fmla="*/ 13 h 1669"/>
                <a:gd name="T68" fmla="*/ 160 w 641"/>
                <a:gd name="T69" fmla="*/ 0 h 1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41" h="1669">
                  <a:moveTo>
                    <a:pt x="259" y="1278"/>
                  </a:moveTo>
                  <a:lnTo>
                    <a:pt x="234" y="1281"/>
                  </a:lnTo>
                  <a:lnTo>
                    <a:pt x="210" y="1288"/>
                  </a:lnTo>
                  <a:lnTo>
                    <a:pt x="187" y="1299"/>
                  </a:lnTo>
                  <a:lnTo>
                    <a:pt x="166" y="1316"/>
                  </a:lnTo>
                  <a:lnTo>
                    <a:pt x="149" y="1337"/>
                  </a:lnTo>
                  <a:lnTo>
                    <a:pt x="137" y="1360"/>
                  </a:lnTo>
                  <a:lnTo>
                    <a:pt x="130" y="1384"/>
                  </a:lnTo>
                  <a:lnTo>
                    <a:pt x="127" y="1409"/>
                  </a:lnTo>
                  <a:lnTo>
                    <a:pt x="130" y="1434"/>
                  </a:lnTo>
                  <a:lnTo>
                    <a:pt x="137" y="1459"/>
                  </a:lnTo>
                  <a:lnTo>
                    <a:pt x="149" y="1480"/>
                  </a:lnTo>
                  <a:lnTo>
                    <a:pt x="166" y="1501"/>
                  </a:lnTo>
                  <a:lnTo>
                    <a:pt x="187" y="1518"/>
                  </a:lnTo>
                  <a:lnTo>
                    <a:pt x="210" y="1530"/>
                  </a:lnTo>
                  <a:lnTo>
                    <a:pt x="234" y="1538"/>
                  </a:lnTo>
                  <a:lnTo>
                    <a:pt x="259" y="1540"/>
                  </a:lnTo>
                  <a:lnTo>
                    <a:pt x="284" y="1538"/>
                  </a:lnTo>
                  <a:lnTo>
                    <a:pt x="310" y="1530"/>
                  </a:lnTo>
                  <a:lnTo>
                    <a:pt x="332" y="1518"/>
                  </a:lnTo>
                  <a:lnTo>
                    <a:pt x="352" y="1501"/>
                  </a:lnTo>
                  <a:lnTo>
                    <a:pt x="369" y="1480"/>
                  </a:lnTo>
                  <a:lnTo>
                    <a:pt x="382" y="1459"/>
                  </a:lnTo>
                  <a:lnTo>
                    <a:pt x="389" y="1434"/>
                  </a:lnTo>
                  <a:lnTo>
                    <a:pt x="391" y="1409"/>
                  </a:lnTo>
                  <a:lnTo>
                    <a:pt x="389" y="1384"/>
                  </a:lnTo>
                  <a:lnTo>
                    <a:pt x="382" y="1360"/>
                  </a:lnTo>
                  <a:lnTo>
                    <a:pt x="369" y="1337"/>
                  </a:lnTo>
                  <a:lnTo>
                    <a:pt x="352" y="1316"/>
                  </a:lnTo>
                  <a:lnTo>
                    <a:pt x="332" y="1299"/>
                  </a:lnTo>
                  <a:lnTo>
                    <a:pt x="310" y="1288"/>
                  </a:lnTo>
                  <a:lnTo>
                    <a:pt x="284" y="1281"/>
                  </a:lnTo>
                  <a:lnTo>
                    <a:pt x="259" y="1278"/>
                  </a:lnTo>
                  <a:close/>
                  <a:moveTo>
                    <a:pt x="160" y="0"/>
                  </a:moveTo>
                  <a:lnTo>
                    <a:pt x="480" y="0"/>
                  </a:lnTo>
                  <a:lnTo>
                    <a:pt x="513" y="4"/>
                  </a:lnTo>
                  <a:lnTo>
                    <a:pt x="543" y="13"/>
                  </a:lnTo>
                  <a:lnTo>
                    <a:pt x="570" y="28"/>
                  </a:lnTo>
                  <a:lnTo>
                    <a:pt x="594" y="46"/>
                  </a:lnTo>
                  <a:lnTo>
                    <a:pt x="614" y="70"/>
                  </a:lnTo>
                  <a:lnTo>
                    <a:pt x="629" y="97"/>
                  </a:lnTo>
                  <a:lnTo>
                    <a:pt x="638" y="127"/>
                  </a:lnTo>
                  <a:lnTo>
                    <a:pt x="641" y="160"/>
                  </a:lnTo>
                  <a:lnTo>
                    <a:pt x="641" y="1508"/>
                  </a:lnTo>
                  <a:lnTo>
                    <a:pt x="638" y="1541"/>
                  </a:lnTo>
                  <a:lnTo>
                    <a:pt x="629" y="1571"/>
                  </a:lnTo>
                  <a:lnTo>
                    <a:pt x="614" y="1598"/>
                  </a:lnTo>
                  <a:lnTo>
                    <a:pt x="594" y="1622"/>
                  </a:lnTo>
                  <a:lnTo>
                    <a:pt x="570" y="1641"/>
                  </a:lnTo>
                  <a:lnTo>
                    <a:pt x="543" y="1655"/>
                  </a:lnTo>
                  <a:lnTo>
                    <a:pt x="513" y="1664"/>
                  </a:lnTo>
                  <a:lnTo>
                    <a:pt x="480" y="1669"/>
                  </a:lnTo>
                  <a:lnTo>
                    <a:pt x="160" y="1669"/>
                  </a:lnTo>
                  <a:lnTo>
                    <a:pt x="127" y="1664"/>
                  </a:lnTo>
                  <a:lnTo>
                    <a:pt x="97" y="1655"/>
                  </a:lnTo>
                  <a:lnTo>
                    <a:pt x="70" y="1641"/>
                  </a:lnTo>
                  <a:lnTo>
                    <a:pt x="46" y="1622"/>
                  </a:lnTo>
                  <a:lnTo>
                    <a:pt x="27" y="1598"/>
                  </a:lnTo>
                  <a:lnTo>
                    <a:pt x="12" y="1571"/>
                  </a:lnTo>
                  <a:lnTo>
                    <a:pt x="3" y="1541"/>
                  </a:lnTo>
                  <a:lnTo>
                    <a:pt x="0" y="1508"/>
                  </a:lnTo>
                  <a:lnTo>
                    <a:pt x="0" y="160"/>
                  </a:lnTo>
                  <a:lnTo>
                    <a:pt x="3" y="127"/>
                  </a:lnTo>
                  <a:lnTo>
                    <a:pt x="12" y="97"/>
                  </a:lnTo>
                  <a:lnTo>
                    <a:pt x="27" y="70"/>
                  </a:lnTo>
                  <a:lnTo>
                    <a:pt x="46" y="46"/>
                  </a:lnTo>
                  <a:lnTo>
                    <a:pt x="70" y="28"/>
                  </a:lnTo>
                  <a:lnTo>
                    <a:pt x="97" y="13"/>
                  </a:lnTo>
                  <a:lnTo>
                    <a:pt x="127" y="4"/>
                  </a:lnTo>
                  <a:lnTo>
                    <a:pt x="1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83" name="Freeform 323"/>
            <p:cNvSpPr/>
            <p:nvPr/>
          </p:nvSpPr>
          <p:spPr bwMode="auto">
            <a:xfrm>
              <a:off x="3687" y="1985"/>
              <a:ext cx="229" cy="281"/>
            </a:xfrm>
            <a:custGeom>
              <a:avLst/>
              <a:gdLst>
                <a:gd name="T0" fmla="*/ 1921 w 2516"/>
                <a:gd name="T1" fmla="*/ 5 h 3100"/>
                <a:gd name="T2" fmla="*/ 2071 w 2516"/>
                <a:gd name="T3" fmla="*/ 45 h 3100"/>
                <a:gd name="T4" fmla="*/ 2143 w 2516"/>
                <a:gd name="T5" fmla="*/ 122 h 3100"/>
                <a:gd name="T6" fmla="*/ 2136 w 2516"/>
                <a:gd name="T7" fmla="*/ 276 h 3100"/>
                <a:gd name="T8" fmla="*/ 2098 w 2516"/>
                <a:gd name="T9" fmla="*/ 448 h 3100"/>
                <a:gd name="T10" fmla="*/ 2066 w 2516"/>
                <a:gd name="T11" fmla="*/ 628 h 3100"/>
                <a:gd name="T12" fmla="*/ 2067 w 2516"/>
                <a:gd name="T13" fmla="*/ 867 h 3100"/>
                <a:gd name="T14" fmla="*/ 2119 w 2516"/>
                <a:gd name="T15" fmla="*/ 1103 h 3100"/>
                <a:gd name="T16" fmla="*/ 2206 w 2516"/>
                <a:gd name="T17" fmla="*/ 1319 h 3100"/>
                <a:gd name="T18" fmla="*/ 2309 w 2516"/>
                <a:gd name="T19" fmla="*/ 1503 h 3100"/>
                <a:gd name="T20" fmla="*/ 2406 w 2516"/>
                <a:gd name="T21" fmla="*/ 1646 h 3100"/>
                <a:gd name="T22" fmla="*/ 2478 w 2516"/>
                <a:gd name="T23" fmla="*/ 1740 h 3100"/>
                <a:gd name="T24" fmla="*/ 2506 w 2516"/>
                <a:gd name="T25" fmla="*/ 1773 h 3100"/>
                <a:gd name="T26" fmla="*/ 2513 w 2516"/>
                <a:gd name="T27" fmla="*/ 3042 h 3100"/>
                <a:gd name="T28" fmla="*/ 2457 w 2516"/>
                <a:gd name="T29" fmla="*/ 3098 h 3100"/>
                <a:gd name="T30" fmla="*/ 758 w 2516"/>
                <a:gd name="T31" fmla="*/ 3100 h 3100"/>
                <a:gd name="T32" fmla="*/ 485 w 2516"/>
                <a:gd name="T33" fmla="*/ 3100 h 3100"/>
                <a:gd name="T34" fmla="*/ 304 w 2516"/>
                <a:gd name="T35" fmla="*/ 3100 h 3100"/>
                <a:gd name="T36" fmla="*/ 201 w 2516"/>
                <a:gd name="T37" fmla="*/ 3100 h 3100"/>
                <a:gd name="T38" fmla="*/ 162 w 2516"/>
                <a:gd name="T39" fmla="*/ 3100 h 3100"/>
                <a:gd name="T40" fmla="*/ 80 w 2516"/>
                <a:gd name="T41" fmla="*/ 3072 h 3100"/>
                <a:gd name="T42" fmla="*/ 10 w 2516"/>
                <a:gd name="T43" fmla="*/ 2964 h 3100"/>
                <a:gd name="T44" fmla="*/ 10 w 2516"/>
                <a:gd name="T45" fmla="*/ 2818 h 3100"/>
                <a:gd name="T46" fmla="*/ 80 w 2516"/>
                <a:gd name="T47" fmla="*/ 2710 h 3100"/>
                <a:gd name="T48" fmla="*/ 132 w 2516"/>
                <a:gd name="T49" fmla="*/ 2679 h 3100"/>
                <a:gd name="T50" fmla="*/ 38 w 2516"/>
                <a:gd name="T51" fmla="*/ 2607 h 3100"/>
                <a:gd name="T52" fmla="*/ 0 w 2516"/>
                <a:gd name="T53" fmla="*/ 2473 h 3100"/>
                <a:gd name="T54" fmla="*/ 38 w 2516"/>
                <a:gd name="T55" fmla="*/ 2338 h 3100"/>
                <a:gd name="T56" fmla="*/ 132 w 2516"/>
                <a:gd name="T57" fmla="*/ 2267 h 3100"/>
                <a:gd name="T58" fmla="*/ 80 w 2516"/>
                <a:gd name="T59" fmla="*/ 2235 h 3100"/>
                <a:gd name="T60" fmla="*/ 10 w 2516"/>
                <a:gd name="T61" fmla="*/ 2127 h 3100"/>
                <a:gd name="T62" fmla="*/ 10 w 2516"/>
                <a:gd name="T63" fmla="*/ 1981 h 3100"/>
                <a:gd name="T64" fmla="*/ 80 w 2516"/>
                <a:gd name="T65" fmla="*/ 1874 h 3100"/>
                <a:gd name="T66" fmla="*/ 132 w 2516"/>
                <a:gd name="T67" fmla="*/ 1842 h 3100"/>
                <a:gd name="T68" fmla="*/ 38 w 2516"/>
                <a:gd name="T69" fmla="*/ 1770 h 3100"/>
                <a:gd name="T70" fmla="*/ 0 w 2516"/>
                <a:gd name="T71" fmla="*/ 1636 h 3100"/>
                <a:gd name="T72" fmla="*/ 21 w 2516"/>
                <a:gd name="T73" fmla="*/ 1500 h 3100"/>
                <a:gd name="T74" fmla="*/ 85 w 2516"/>
                <a:gd name="T75" fmla="*/ 1430 h 3100"/>
                <a:gd name="T76" fmla="*/ 196 w 2516"/>
                <a:gd name="T77" fmla="*/ 1406 h 3100"/>
                <a:gd name="T78" fmla="*/ 355 w 2516"/>
                <a:gd name="T79" fmla="*/ 1409 h 3100"/>
                <a:gd name="T80" fmla="*/ 565 w 2516"/>
                <a:gd name="T81" fmla="*/ 1423 h 3100"/>
                <a:gd name="T82" fmla="*/ 824 w 2516"/>
                <a:gd name="T83" fmla="*/ 1427 h 3100"/>
                <a:gd name="T84" fmla="*/ 1067 w 2516"/>
                <a:gd name="T85" fmla="*/ 1404 h 3100"/>
                <a:gd name="T86" fmla="*/ 1271 w 2516"/>
                <a:gd name="T87" fmla="*/ 1352 h 3100"/>
                <a:gd name="T88" fmla="*/ 1418 w 2516"/>
                <a:gd name="T89" fmla="*/ 1272 h 3100"/>
                <a:gd name="T90" fmla="*/ 1487 w 2516"/>
                <a:gd name="T91" fmla="*/ 1165 h 3100"/>
                <a:gd name="T92" fmla="*/ 1487 w 2516"/>
                <a:gd name="T93" fmla="*/ 996 h 3100"/>
                <a:gd name="T94" fmla="*/ 1475 w 2516"/>
                <a:gd name="T95" fmla="*/ 778 h 3100"/>
                <a:gd name="T96" fmla="*/ 1466 w 2516"/>
                <a:gd name="T97" fmla="*/ 552 h 3100"/>
                <a:gd name="T98" fmla="*/ 1471 w 2516"/>
                <a:gd name="T99" fmla="*/ 361 h 3100"/>
                <a:gd name="T100" fmla="*/ 1495 w 2516"/>
                <a:gd name="T101" fmla="*/ 247 h 3100"/>
                <a:gd name="T102" fmla="*/ 1534 w 2516"/>
                <a:gd name="T103" fmla="*/ 172 h 3100"/>
                <a:gd name="T104" fmla="*/ 1603 w 2516"/>
                <a:gd name="T105" fmla="*/ 85 h 3100"/>
                <a:gd name="T106" fmla="*/ 1710 w 2516"/>
                <a:gd name="T107" fmla="*/ 19 h 3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16" h="3100">
                  <a:moveTo>
                    <a:pt x="1820" y="0"/>
                  </a:moveTo>
                  <a:lnTo>
                    <a:pt x="1820" y="0"/>
                  </a:lnTo>
                  <a:lnTo>
                    <a:pt x="1872" y="1"/>
                  </a:lnTo>
                  <a:lnTo>
                    <a:pt x="1921" y="5"/>
                  </a:lnTo>
                  <a:lnTo>
                    <a:pt x="1965" y="11"/>
                  </a:lnTo>
                  <a:lnTo>
                    <a:pt x="2005" y="20"/>
                  </a:lnTo>
                  <a:lnTo>
                    <a:pt x="2040" y="31"/>
                  </a:lnTo>
                  <a:lnTo>
                    <a:pt x="2071" y="45"/>
                  </a:lnTo>
                  <a:lnTo>
                    <a:pt x="2096" y="60"/>
                  </a:lnTo>
                  <a:lnTo>
                    <a:pt x="2117" y="79"/>
                  </a:lnTo>
                  <a:lnTo>
                    <a:pt x="2133" y="99"/>
                  </a:lnTo>
                  <a:lnTo>
                    <a:pt x="2143" y="122"/>
                  </a:lnTo>
                  <a:lnTo>
                    <a:pt x="2149" y="148"/>
                  </a:lnTo>
                  <a:lnTo>
                    <a:pt x="2149" y="175"/>
                  </a:lnTo>
                  <a:lnTo>
                    <a:pt x="2143" y="227"/>
                  </a:lnTo>
                  <a:lnTo>
                    <a:pt x="2136" y="276"/>
                  </a:lnTo>
                  <a:lnTo>
                    <a:pt x="2127" y="321"/>
                  </a:lnTo>
                  <a:lnTo>
                    <a:pt x="2118" y="364"/>
                  </a:lnTo>
                  <a:lnTo>
                    <a:pt x="2109" y="407"/>
                  </a:lnTo>
                  <a:lnTo>
                    <a:pt x="2098" y="448"/>
                  </a:lnTo>
                  <a:lnTo>
                    <a:pt x="2089" y="490"/>
                  </a:lnTo>
                  <a:lnTo>
                    <a:pt x="2080" y="533"/>
                  </a:lnTo>
                  <a:lnTo>
                    <a:pt x="2072" y="579"/>
                  </a:lnTo>
                  <a:lnTo>
                    <a:pt x="2066" y="628"/>
                  </a:lnTo>
                  <a:lnTo>
                    <a:pt x="2061" y="682"/>
                  </a:lnTo>
                  <a:lnTo>
                    <a:pt x="2059" y="744"/>
                  </a:lnTo>
                  <a:lnTo>
                    <a:pt x="2060" y="806"/>
                  </a:lnTo>
                  <a:lnTo>
                    <a:pt x="2067" y="867"/>
                  </a:lnTo>
                  <a:lnTo>
                    <a:pt x="2075" y="928"/>
                  </a:lnTo>
                  <a:lnTo>
                    <a:pt x="2087" y="987"/>
                  </a:lnTo>
                  <a:lnTo>
                    <a:pt x="2102" y="1046"/>
                  </a:lnTo>
                  <a:lnTo>
                    <a:pt x="2119" y="1103"/>
                  </a:lnTo>
                  <a:lnTo>
                    <a:pt x="2138" y="1160"/>
                  </a:lnTo>
                  <a:lnTo>
                    <a:pt x="2160" y="1215"/>
                  </a:lnTo>
                  <a:lnTo>
                    <a:pt x="2182" y="1268"/>
                  </a:lnTo>
                  <a:lnTo>
                    <a:pt x="2206" y="1319"/>
                  </a:lnTo>
                  <a:lnTo>
                    <a:pt x="2231" y="1368"/>
                  </a:lnTo>
                  <a:lnTo>
                    <a:pt x="2256" y="1415"/>
                  </a:lnTo>
                  <a:lnTo>
                    <a:pt x="2282" y="1460"/>
                  </a:lnTo>
                  <a:lnTo>
                    <a:pt x="2309" y="1503"/>
                  </a:lnTo>
                  <a:lnTo>
                    <a:pt x="2334" y="1543"/>
                  </a:lnTo>
                  <a:lnTo>
                    <a:pt x="2359" y="1581"/>
                  </a:lnTo>
                  <a:lnTo>
                    <a:pt x="2383" y="1615"/>
                  </a:lnTo>
                  <a:lnTo>
                    <a:pt x="2406" y="1646"/>
                  </a:lnTo>
                  <a:lnTo>
                    <a:pt x="2427" y="1675"/>
                  </a:lnTo>
                  <a:lnTo>
                    <a:pt x="2446" y="1700"/>
                  </a:lnTo>
                  <a:lnTo>
                    <a:pt x="2463" y="1722"/>
                  </a:lnTo>
                  <a:lnTo>
                    <a:pt x="2478" y="1740"/>
                  </a:lnTo>
                  <a:lnTo>
                    <a:pt x="2491" y="1754"/>
                  </a:lnTo>
                  <a:lnTo>
                    <a:pt x="2499" y="1765"/>
                  </a:lnTo>
                  <a:lnTo>
                    <a:pt x="2504" y="1771"/>
                  </a:lnTo>
                  <a:lnTo>
                    <a:pt x="2506" y="1773"/>
                  </a:lnTo>
                  <a:lnTo>
                    <a:pt x="2514" y="1791"/>
                  </a:lnTo>
                  <a:lnTo>
                    <a:pt x="2516" y="1810"/>
                  </a:lnTo>
                  <a:lnTo>
                    <a:pt x="2516" y="3021"/>
                  </a:lnTo>
                  <a:lnTo>
                    <a:pt x="2513" y="3042"/>
                  </a:lnTo>
                  <a:lnTo>
                    <a:pt x="2505" y="3062"/>
                  </a:lnTo>
                  <a:lnTo>
                    <a:pt x="2493" y="3077"/>
                  </a:lnTo>
                  <a:lnTo>
                    <a:pt x="2476" y="3090"/>
                  </a:lnTo>
                  <a:lnTo>
                    <a:pt x="2457" y="3098"/>
                  </a:lnTo>
                  <a:lnTo>
                    <a:pt x="2436" y="3100"/>
                  </a:lnTo>
                  <a:lnTo>
                    <a:pt x="935" y="3100"/>
                  </a:lnTo>
                  <a:lnTo>
                    <a:pt x="843" y="3100"/>
                  </a:lnTo>
                  <a:lnTo>
                    <a:pt x="758" y="3100"/>
                  </a:lnTo>
                  <a:lnTo>
                    <a:pt x="680" y="3100"/>
                  </a:lnTo>
                  <a:lnTo>
                    <a:pt x="608" y="3100"/>
                  </a:lnTo>
                  <a:lnTo>
                    <a:pt x="543" y="3100"/>
                  </a:lnTo>
                  <a:lnTo>
                    <a:pt x="485" y="3100"/>
                  </a:lnTo>
                  <a:lnTo>
                    <a:pt x="431" y="3100"/>
                  </a:lnTo>
                  <a:lnTo>
                    <a:pt x="383" y="3100"/>
                  </a:lnTo>
                  <a:lnTo>
                    <a:pt x="340" y="3100"/>
                  </a:lnTo>
                  <a:lnTo>
                    <a:pt x="304" y="3100"/>
                  </a:lnTo>
                  <a:lnTo>
                    <a:pt x="271" y="3100"/>
                  </a:lnTo>
                  <a:lnTo>
                    <a:pt x="243" y="3100"/>
                  </a:lnTo>
                  <a:lnTo>
                    <a:pt x="220" y="3100"/>
                  </a:lnTo>
                  <a:lnTo>
                    <a:pt x="201" y="3100"/>
                  </a:lnTo>
                  <a:lnTo>
                    <a:pt x="186" y="3100"/>
                  </a:lnTo>
                  <a:lnTo>
                    <a:pt x="175" y="3100"/>
                  </a:lnTo>
                  <a:lnTo>
                    <a:pt x="166" y="3100"/>
                  </a:lnTo>
                  <a:lnTo>
                    <a:pt x="162" y="3100"/>
                  </a:lnTo>
                  <a:lnTo>
                    <a:pt x="161" y="3100"/>
                  </a:lnTo>
                  <a:lnTo>
                    <a:pt x="132" y="3097"/>
                  </a:lnTo>
                  <a:lnTo>
                    <a:pt x="105" y="3088"/>
                  </a:lnTo>
                  <a:lnTo>
                    <a:pt x="80" y="3072"/>
                  </a:lnTo>
                  <a:lnTo>
                    <a:pt x="58" y="3051"/>
                  </a:lnTo>
                  <a:lnTo>
                    <a:pt x="38" y="3026"/>
                  </a:lnTo>
                  <a:lnTo>
                    <a:pt x="22" y="2997"/>
                  </a:lnTo>
                  <a:lnTo>
                    <a:pt x="10" y="2964"/>
                  </a:lnTo>
                  <a:lnTo>
                    <a:pt x="3" y="2929"/>
                  </a:lnTo>
                  <a:lnTo>
                    <a:pt x="0" y="2891"/>
                  </a:lnTo>
                  <a:lnTo>
                    <a:pt x="3" y="2854"/>
                  </a:lnTo>
                  <a:lnTo>
                    <a:pt x="10" y="2818"/>
                  </a:lnTo>
                  <a:lnTo>
                    <a:pt x="22" y="2785"/>
                  </a:lnTo>
                  <a:lnTo>
                    <a:pt x="38" y="2756"/>
                  </a:lnTo>
                  <a:lnTo>
                    <a:pt x="58" y="2731"/>
                  </a:lnTo>
                  <a:lnTo>
                    <a:pt x="80" y="2710"/>
                  </a:lnTo>
                  <a:lnTo>
                    <a:pt x="105" y="2695"/>
                  </a:lnTo>
                  <a:lnTo>
                    <a:pt x="132" y="2685"/>
                  </a:lnTo>
                  <a:lnTo>
                    <a:pt x="161" y="2682"/>
                  </a:lnTo>
                  <a:lnTo>
                    <a:pt x="132" y="2679"/>
                  </a:lnTo>
                  <a:lnTo>
                    <a:pt x="105" y="2669"/>
                  </a:lnTo>
                  <a:lnTo>
                    <a:pt x="80" y="2653"/>
                  </a:lnTo>
                  <a:lnTo>
                    <a:pt x="58" y="2633"/>
                  </a:lnTo>
                  <a:lnTo>
                    <a:pt x="38" y="2607"/>
                  </a:lnTo>
                  <a:lnTo>
                    <a:pt x="22" y="2578"/>
                  </a:lnTo>
                  <a:lnTo>
                    <a:pt x="10" y="2546"/>
                  </a:lnTo>
                  <a:lnTo>
                    <a:pt x="3" y="2511"/>
                  </a:lnTo>
                  <a:lnTo>
                    <a:pt x="0" y="2473"/>
                  </a:lnTo>
                  <a:lnTo>
                    <a:pt x="3" y="2435"/>
                  </a:lnTo>
                  <a:lnTo>
                    <a:pt x="10" y="2399"/>
                  </a:lnTo>
                  <a:lnTo>
                    <a:pt x="22" y="2367"/>
                  </a:lnTo>
                  <a:lnTo>
                    <a:pt x="38" y="2338"/>
                  </a:lnTo>
                  <a:lnTo>
                    <a:pt x="58" y="2313"/>
                  </a:lnTo>
                  <a:lnTo>
                    <a:pt x="80" y="2292"/>
                  </a:lnTo>
                  <a:lnTo>
                    <a:pt x="105" y="2277"/>
                  </a:lnTo>
                  <a:lnTo>
                    <a:pt x="132" y="2267"/>
                  </a:lnTo>
                  <a:lnTo>
                    <a:pt x="161" y="2263"/>
                  </a:lnTo>
                  <a:lnTo>
                    <a:pt x="132" y="2260"/>
                  </a:lnTo>
                  <a:lnTo>
                    <a:pt x="105" y="2251"/>
                  </a:lnTo>
                  <a:lnTo>
                    <a:pt x="80" y="2235"/>
                  </a:lnTo>
                  <a:lnTo>
                    <a:pt x="58" y="2214"/>
                  </a:lnTo>
                  <a:lnTo>
                    <a:pt x="38" y="2189"/>
                  </a:lnTo>
                  <a:lnTo>
                    <a:pt x="22" y="2160"/>
                  </a:lnTo>
                  <a:lnTo>
                    <a:pt x="10" y="2127"/>
                  </a:lnTo>
                  <a:lnTo>
                    <a:pt x="3" y="2091"/>
                  </a:lnTo>
                  <a:lnTo>
                    <a:pt x="0" y="2054"/>
                  </a:lnTo>
                  <a:lnTo>
                    <a:pt x="3" y="2017"/>
                  </a:lnTo>
                  <a:lnTo>
                    <a:pt x="10" y="1981"/>
                  </a:lnTo>
                  <a:lnTo>
                    <a:pt x="22" y="1949"/>
                  </a:lnTo>
                  <a:lnTo>
                    <a:pt x="38" y="1920"/>
                  </a:lnTo>
                  <a:lnTo>
                    <a:pt x="58" y="1894"/>
                  </a:lnTo>
                  <a:lnTo>
                    <a:pt x="80" y="1874"/>
                  </a:lnTo>
                  <a:lnTo>
                    <a:pt x="105" y="1858"/>
                  </a:lnTo>
                  <a:lnTo>
                    <a:pt x="132" y="1848"/>
                  </a:lnTo>
                  <a:lnTo>
                    <a:pt x="161" y="1845"/>
                  </a:lnTo>
                  <a:lnTo>
                    <a:pt x="132" y="1842"/>
                  </a:lnTo>
                  <a:lnTo>
                    <a:pt x="105" y="1831"/>
                  </a:lnTo>
                  <a:lnTo>
                    <a:pt x="80" y="1817"/>
                  </a:lnTo>
                  <a:lnTo>
                    <a:pt x="58" y="1796"/>
                  </a:lnTo>
                  <a:lnTo>
                    <a:pt x="38" y="1770"/>
                  </a:lnTo>
                  <a:lnTo>
                    <a:pt x="22" y="1741"/>
                  </a:lnTo>
                  <a:lnTo>
                    <a:pt x="10" y="1709"/>
                  </a:lnTo>
                  <a:lnTo>
                    <a:pt x="3" y="1673"/>
                  </a:lnTo>
                  <a:lnTo>
                    <a:pt x="0" y="1636"/>
                  </a:lnTo>
                  <a:lnTo>
                    <a:pt x="2" y="1594"/>
                  </a:lnTo>
                  <a:lnTo>
                    <a:pt x="5" y="1559"/>
                  </a:lnTo>
                  <a:lnTo>
                    <a:pt x="11" y="1527"/>
                  </a:lnTo>
                  <a:lnTo>
                    <a:pt x="21" y="1500"/>
                  </a:lnTo>
                  <a:lnTo>
                    <a:pt x="32" y="1477"/>
                  </a:lnTo>
                  <a:lnTo>
                    <a:pt x="47" y="1458"/>
                  </a:lnTo>
                  <a:lnTo>
                    <a:pt x="65" y="1442"/>
                  </a:lnTo>
                  <a:lnTo>
                    <a:pt x="85" y="1430"/>
                  </a:lnTo>
                  <a:lnTo>
                    <a:pt x="108" y="1420"/>
                  </a:lnTo>
                  <a:lnTo>
                    <a:pt x="134" y="1413"/>
                  </a:lnTo>
                  <a:lnTo>
                    <a:pt x="163" y="1408"/>
                  </a:lnTo>
                  <a:lnTo>
                    <a:pt x="196" y="1406"/>
                  </a:lnTo>
                  <a:lnTo>
                    <a:pt x="230" y="1405"/>
                  </a:lnTo>
                  <a:lnTo>
                    <a:pt x="269" y="1405"/>
                  </a:lnTo>
                  <a:lnTo>
                    <a:pt x="310" y="1407"/>
                  </a:lnTo>
                  <a:lnTo>
                    <a:pt x="355" y="1409"/>
                  </a:lnTo>
                  <a:lnTo>
                    <a:pt x="403" y="1413"/>
                  </a:lnTo>
                  <a:lnTo>
                    <a:pt x="453" y="1416"/>
                  </a:lnTo>
                  <a:lnTo>
                    <a:pt x="508" y="1420"/>
                  </a:lnTo>
                  <a:lnTo>
                    <a:pt x="565" y="1423"/>
                  </a:lnTo>
                  <a:lnTo>
                    <a:pt x="627" y="1426"/>
                  </a:lnTo>
                  <a:lnTo>
                    <a:pt x="692" y="1428"/>
                  </a:lnTo>
                  <a:lnTo>
                    <a:pt x="760" y="1428"/>
                  </a:lnTo>
                  <a:lnTo>
                    <a:pt x="824" y="1427"/>
                  </a:lnTo>
                  <a:lnTo>
                    <a:pt x="888" y="1424"/>
                  </a:lnTo>
                  <a:lnTo>
                    <a:pt x="950" y="1420"/>
                  </a:lnTo>
                  <a:lnTo>
                    <a:pt x="1009" y="1412"/>
                  </a:lnTo>
                  <a:lnTo>
                    <a:pt x="1067" y="1404"/>
                  </a:lnTo>
                  <a:lnTo>
                    <a:pt x="1122" y="1394"/>
                  </a:lnTo>
                  <a:lnTo>
                    <a:pt x="1175" y="1381"/>
                  </a:lnTo>
                  <a:lnTo>
                    <a:pt x="1225" y="1368"/>
                  </a:lnTo>
                  <a:lnTo>
                    <a:pt x="1271" y="1352"/>
                  </a:lnTo>
                  <a:lnTo>
                    <a:pt x="1314" y="1334"/>
                  </a:lnTo>
                  <a:lnTo>
                    <a:pt x="1353" y="1316"/>
                  </a:lnTo>
                  <a:lnTo>
                    <a:pt x="1387" y="1295"/>
                  </a:lnTo>
                  <a:lnTo>
                    <a:pt x="1418" y="1272"/>
                  </a:lnTo>
                  <a:lnTo>
                    <a:pt x="1443" y="1248"/>
                  </a:lnTo>
                  <a:lnTo>
                    <a:pt x="1463" y="1222"/>
                  </a:lnTo>
                  <a:lnTo>
                    <a:pt x="1478" y="1194"/>
                  </a:lnTo>
                  <a:lnTo>
                    <a:pt x="1487" y="1165"/>
                  </a:lnTo>
                  <a:lnTo>
                    <a:pt x="1490" y="1135"/>
                  </a:lnTo>
                  <a:lnTo>
                    <a:pt x="1490" y="1092"/>
                  </a:lnTo>
                  <a:lnTo>
                    <a:pt x="1488" y="1046"/>
                  </a:lnTo>
                  <a:lnTo>
                    <a:pt x="1487" y="996"/>
                  </a:lnTo>
                  <a:lnTo>
                    <a:pt x="1484" y="944"/>
                  </a:lnTo>
                  <a:lnTo>
                    <a:pt x="1480" y="890"/>
                  </a:lnTo>
                  <a:lnTo>
                    <a:pt x="1478" y="834"/>
                  </a:lnTo>
                  <a:lnTo>
                    <a:pt x="1475" y="778"/>
                  </a:lnTo>
                  <a:lnTo>
                    <a:pt x="1472" y="721"/>
                  </a:lnTo>
                  <a:lnTo>
                    <a:pt x="1470" y="663"/>
                  </a:lnTo>
                  <a:lnTo>
                    <a:pt x="1468" y="607"/>
                  </a:lnTo>
                  <a:lnTo>
                    <a:pt x="1466" y="552"/>
                  </a:lnTo>
                  <a:lnTo>
                    <a:pt x="1466" y="500"/>
                  </a:lnTo>
                  <a:lnTo>
                    <a:pt x="1467" y="450"/>
                  </a:lnTo>
                  <a:lnTo>
                    <a:pt x="1468" y="403"/>
                  </a:lnTo>
                  <a:lnTo>
                    <a:pt x="1471" y="361"/>
                  </a:lnTo>
                  <a:lnTo>
                    <a:pt x="1475" y="322"/>
                  </a:lnTo>
                  <a:lnTo>
                    <a:pt x="1481" y="289"/>
                  </a:lnTo>
                  <a:lnTo>
                    <a:pt x="1490" y="262"/>
                  </a:lnTo>
                  <a:lnTo>
                    <a:pt x="1495" y="247"/>
                  </a:lnTo>
                  <a:lnTo>
                    <a:pt x="1502" y="232"/>
                  </a:lnTo>
                  <a:lnTo>
                    <a:pt x="1511" y="213"/>
                  </a:lnTo>
                  <a:lnTo>
                    <a:pt x="1521" y="192"/>
                  </a:lnTo>
                  <a:lnTo>
                    <a:pt x="1534" y="172"/>
                  </a:lnTo>
                  <a:lnTo>
                    <a:pt x="1547" y="150"/>
                  </a:lnTo>
                  <a:lnTo>
                    <a:pt x="1563" y="128"/>
                  </a:lnTo>
                  <a:lnTo>
                    <a:pt x="1582" y="106"/>
                  </a:lnTo>
                  <a:lnTo>
                    <a:pt x="1603" y="85"/>
                  </a:lnTo>
                  <a:lnTo>
                    <a:pt x="1626" y="65"/>
                  </a:lnTo>
                  <a:lnTo>
                    <a:pt x="1651" y="48"/>
                  </a:lnTo>
                  <a:lnTo>
                    <a:pt x="1679" y="31"/>
                  </a:lnTo>
                  <a:lnTo>
                    <a:pt x="1710" y="19"/>
                  </a:lnTo>
                  <a:lnTo>
                    <a:pt x="1743" y="8"/>
                  </a:lnTo>
                  <a:lnTo>
                    <a:pt x="1780" y="2"/>
                  </a:lnTo>
                  <a:lnTo>
                    <a:pt x="18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84" name="Group 332"/>
          <p:cNvGrpSpPr>
            <a:grpSpLocks noChangeAspect="1"/>
          </p:cNvGrpSpPr>
          <p:nvPr/>
        </p:nvGrpSpPr>
        <p:grpSpPr bwMode="auto">
          <a:xfrm>
            <a:off x="6316472" y="3375404"/>
            <a:ext cx="312441" cy="310379"/>
            <a:chOff x="5189" y="1998"/>
            <a:chExt cx="303" cy="301"/>
          </a:xfrm>
          <a:solidFill>
            <a:schemeClr val="bg1"/>
          </a:solidFill>
        </p:grpSpPr>
        <p:sp>
          <p:nvSpPr>
            <p:cNvPr id="85" name="Freeform 334"/>
            <p:cNvSpPr/>
            <p:nvPr/>
          </p:nvSpPr>
          <p:spPr bwMode="auto">
            <a:xfrm>
              <a:off x="5189" y="2044"/>
              <a:ext cx="256" cy="255"/>
            </a:xfrm>
            <a:custGeom>
              <a:avLst/>
              <a:gdLst>
                <a:gd name="T0" fmla="*/ 910 w 2818"/>
                <a:gd name="T1" fmla="*/ 10 h 2801"/>
                <a:gd name="T2" fmla="*/ 1156 w 2818"/>
                <a:gd name="T3" fmla="*/ 65 h 2801"/>
                <a:gd name="T4" fmla="*/ 1408 w 2818"/>
                <a:gd name="T5" fmla="*/ 164 h 2801"/>
                <a:gd name="T6" fmla="*/ 1660 w 2818"/>
                <a:gd name="T7" fmla="*/ 305 h 2801"/>
                <a:gd name="T8" fmla="*/ 1667 w 2818"/>
                <a:gd name="T9" fmla="*/ 440 h 2801"/>
                <a:gd name="T10" fmla="*/ 1530 w 2818"/>
                <a:gd name="T11" fmla="*/ 624 h 2801"/>
                <a:gd name="T12" fmla="*/ 1309 w 2818"/>
                <a:gd name="T13" fmla="*/ 493 h 2801"/>
                <a:gd name="T14" fmla="*/ 1092 w 2818"/>
                <a:gd name="T15" fmla="*/ 400 h 2801"/>
                <a:gd name="T16" fmla="*/ 884 w 2818"/>
                <a:gd name="T17" fmla="*/ 348 h 2801"/>
                <a:gd name="T18" fmla="*/ 697 w 2818"/>
                <a:gd name="T19" fmla="*/ 340 h 2801"/>
                <a:gd name="T20" fmla="*/ 554 w 2818"/>
                <a:gd name="T21" fmla="*/ 372 h 2801"/>
                <a:gd name="T22" fmla="*/ 445 w 2818"/>
                <a:gd name="T23" fmla="*/ 444 h 2801"/>
                <a:gd name="T24" fmla="*/ 377 w 2818"/>
                <a:gd name="T25" fmla="*/ 547 h 2801"/>
                <a:gd name="T26" fmla="*/ 344 w 2818"/>
                <a:gd name="T27" fmla="*/ 684 h 2801"/>
                <a:gd name="T28" fmla="*/ 348 w 2818"/>
                <a:gd name="T29" fmla="*/ 849 h 2801"/>
                <a:gd name="T30" fmla="*/ 388 w 2818"/>
                <a:gd name="T31" fmla="*/ 1035 h 2801"/>
                <a:gd name="T32" fmla="*/ 465 w 2818"/>
                <a:gd name="T33" fmla="*/ 1236 h 2801"/>
                <a:gd name="T34" fmla="*/ 580 w 2818"/>
                <a:gd name="T35" fmla="*/ 1449 h 2801"/>
                <a:gd name="T36" fmla="*/ 734 w 2818"/>
                <a:gd name="T37" fmla="*/ 1665 h 2801"/>
                <a:gd name="T38" fmla="*/ 927 w 2818"/>
                <a:gd name="T39" fmla="*/ 1879 h 2801"/>
                <a:gd name="T40" fmla="*/ 1138 w 2818"/>
                <a:gd name="T41" fmla="*/ 2066 h 2801"/>
                <a:gd name="T42" fmla="*/ 1357 w 2818"/>
                <a:gd name="T43" fmla="*/ 2222 h 2801"/>
                <a:gd name="T44" fmla="*/ 1578 w 2818"/>
                <a:gd name="T45" fmla="*/ 2342 h 2801"/>
                <a:gd name="T46" fmla="*/ 1795 w 2818"/>
                <a:gd name="T47" fmla="*/ 2422 h 2801"/>
                <a:gd name="T48" fmla="*/ 2000 w 2818"/>
                <a:gd name="T49" fmla="*/ 2461 h 2801"/>
                <a:gd name="T50" fmla="*/ 2171 w 2818"/>
                <a:gd name="T51" fmla="*/ 2454 h 2801"/>
                <a:gd name="T52" fmla="*/ 2303 w 2818"/>
                <a:gd name="T53" fmla="*/ 2409 h 2801"/>
                <a:gd name="T54" fmla="*/ 2399 w 2818"/>
                <a:gd name="T55" fmla="*/ 2326 h 2801"/>
                <a:gd name="T56" fmla="*/ 2455 w 2818"/>
                <a:gd name="T57" fmla="*/ 2214 h 2801"/>
                <a:gd name="T58" fmla="*/ 2477 w 2818"/>
                <a:gd name="T59" fmla="*/ 2073 h 2801"/>
                <a:gd name="T60" fmla="*/ 2465 w 2818"/>
                <a:gd name="T61" fmla="*/ 1906 h 2801"/>
                <a:gd name="T62" fmla="*/ 2410 w 2818"/>
                <a:gd name="T63" fmla="*/ 1701 h 2801"/>
                <a:gd name="T64" fmla="*/ 2294 w 2818"/>
                <a:gd name="T65" fmla="*/ 1449 h 2801"/>
                <a:gd name="T66" fmla="*/ 2252 w 2818"/>
                <a:gd name="T67" fmla="*/ 1241 h 2801"/>
                <a:gd name="T68" fmla="*/ 2436 w 2818"/>
                <a:gd name="T69" fmla="*/ 1087 h 2801"/>
                <a:gd name="T70" fmla="*/ 2568 w 2818"/>
                <a:gd name="T71" fmla="*/ 1244 h 2801"/>
                <a:gd name="T72" fmla="*/ 2701 w 2818"/>
                <a:gd name="T73" fmla="*/ 1513 h 2801"/>
                <a:gd name="T74" fmla="*/ 2785 w 2818"/>
                <a:gd name="T75" fmla="*/ 1772 h 2801"/>
                <a:gd name="T76" fmla="*/ 2817 w 2818"/>
                <a:gd name="T77" fmla="*/ 2001 h 2801"/>
                <a:gd name="T78" fmla="*/ 2807 w 2818"/>
                <a:gd name="T79" fmla="*/ 2209 h 2801"/>
                <a:gd name="T80" fmla="*/ 2751 w 2818"/>
                <a:gd name="T81" fmla="*/ 2393 h 2801"/>
                <a:gd name="T82" fmla="*/ 2654 w 2818"/>
                <a:gd name="T83" fmla="*/ 2550 h 2801"/>
                <a:gd name="T84" fmla="*/ 2525 w 2818"/>
                <a:gd name="T85" fmla="*/ 2669 h 2801"/>
                <a:gd name="T86" fmla="*/ 2371 w 2818"/>
                <a:gd name="T87" fmla="*/ 2749 h 2801"/>
                <a:gd name="T88" fmla="*/ 2194 w 2818"/>
                <a:gd name="T89" fmla="*/ 2792 h 2801"/>
                <a:gd name="T90" fmla="*/ 1982 w 2818"/>
                <a:gd name="T91" fmla="*/ 2799 h 2801"/>
                <a:gd name="T92" fmla="*/ 1727 w 2818"/>
                <a:gd name="T93" fmla="*/ 2755 h 2801"/>
                <a:gd name="T94" fmla="*/ 1464 w 2818"/>
                <a:gd name="T95" fmla="*/ 2661 h 2801"/>
                <a:gd name="T96" fmla="*/ 1198 w 2818"/>
                <a:gd name="T97" fmla="*/ 2522 h 2801"/>
                <a:gd name="T98" fmla="*/ 936 w 2818"/>
                <a:gd name="T99" fmla="*/ 2340 h 2801"/>
                <a:gd name="T100" fmla="*/ 686 w 2818"/>
                <a:gd name="T101" fmla="*/ 2118 h 2801"/>
                <a:gd name="T102" fmla="*/ 486 w 2818"/>
                <a:gd name="T103" fmla="*/ 1897 h 2801"/>
                <a:gd name="T104" fmla="*/ 317 w 2818"/>
                <a:gd name="T105" fmla="*/ 1669 h 2801"/>
                <a:gd name="T106" fmla="*/ 184 w 2818"/>
                <a:gd name="T107" fmla="*/ 1438 h 2801"/>
                <a:gd name="T108" fmla="*/ 86 w 2818"/>
                <a:gd name="T109" fmla="*/ 1209 h 2801"/>
                <a:gd name="T110" fmla="*/ 24 w 2818"/>
                <a:gd name="T111" fmla="*/ 987 h 2801"/>
                <a:gd name="T112" fmla="*/ 0 w 2818"/>
                <a:gd name="T113" fmla="*/ 776 h 2801"/>
                <a:gd name="T114" fmla="*/ 14 w 2818"/>
                <a:gd name="T115" fmla="*/ 579 h 2801"/>
                <a:gd name="T116" fmla="*/ 68 w 2818"/>
                <a:gd name="T117" fmla="*/ 401 h 2801"/>
                <a:gd name="T118" fmla="*/ 163 w 2818"/>
                <a:gd name="T119" fmla="*/ 249 h 2801"/>
                <a:gd name="T120" fmla="*/ 292 w 2818"/>
                <a:gd name="T121" fmla="*/ 132 h 2801"/>
                <a:gd name="T122" fmla="*/ 445 w 2818"/>
                <a:gd name="T123" fmla="*/ 52 h 2801"/>
                <a:gd name="T124" fmla="*/ 623 w 2818"/>
                <a:gd name="T125" fmla="*/ 8 h 2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18" h="2801">
                  <a:moveTo>
                    <a:pt x="753" y="0"/>
                  </a:moveTo>
                  <a:lnTo>
                    <a:pt x="830" y="2"/>
                  </a:lnTo>
                  <a:lnTo>
                    <a:pt x="910" y="10"/>
                  </a:lnTo>
                  <a:lnTo>
                    <a:pt x="991" y="24"/>
                  </a:lnTo>
                  <a:lnTo>
                    <a:pt x="1073" y="41"/>
                  </a:lnTo>
                  <a:lnTo>
                    <a:pt x="1156" y="65"/>
                  </a:lnTo>
                  <a:lnTo>
                    <a:pt x="1240" y="93"/>
                  </a:lnTo>
                  <a:lnTo>
                    <a:pt x="1323" y="127"/>
                  </a:lnTo>
                  <a:lnTo>
                    <a:pt x="1408" y="164"/>
                  </a:lnTo>
                  <a:lnTo>
                    <a:pt x="1492" y="207"/>
                  </a:lnTo>
                  <a:lnTo>
                    <a:pt x="1577" y="254"/>
                  </a:lnTo>
                  <a:lnTo>
                    <a:pt x="1660" y="305"/>
                  </a:lnTo>
                  <a:lnTo>
                    <a:pt x="1744" y="360"/>
                  </a:lnTo>
                  <a:lnTo>
                    <a:pt x="1724" y="379"/>
                  </a:lnTo>
                  <a:lnTo>
                    <a:pt x="1667" y="440"/>
                  </a:lnTo>
                  <a:lnTo>
                    <a:pt x="1615" y="500"/>
                  </a:lnTo>
                  <a:lnTo>
                    <a:pt x="1570" y="563"/>
                  </a:lnTo>
                  <a:lnTo>
                    <a:pt x="1530" y="624"/>
                  </a:lnTo>
                  <a:lnTo>
                    <a:pt x="1456" y="576"/>
                  </a:lnTo>
                  <a:lnTo>
                    <a:pt x="1383" y="532"/>
                  </a:lnTo>
                  <a:lnTo>
                    <a:pt x="1309" y="493"/>
                  </a:lnTo>
                  <a:lnTo>
                    <a:pt x="1236" y="457"/>
                  </a:lnTo>
                  <a:lnTo>
                    <a:pt x="1163" y="426"/>
                  </a:lnTo>
                  <a:lnTo>
                    <a:pt x="1092" y="400"/>
                  </a:lnTo>
                  <a:lnTo>
                    <a:pt x="1021" y="378"/>
                  </a:lnTo>
                  <a:lnTo>
                    <a:pt x="952" y="361"/>
                  </a:lnTo>
                  <a:lnTo>
                    <a:pt x="884" y="348"/>
                  </a:lnTo>
                  <a:lnTo>
                    <a:pt x="817" y="340"/>
                  </a:lnTo>
                  <a:lnTo>
                    <a:pt x="753" y="338"/>
                  </a:lnTo>
                  <a:lnTo>
                    <a:pt x="697" y="340"/>
                  </a:lnTo>
                  <a:lnTo>
                    <a:pt x="646" y="346"/>
                  </a:lnTo>
                  <a:lnTo>
                    <a:pt x="598" y="358"/>
                  </a:lnTo>
                  <a:lnTo>
                    <a:pt x="554" y="372"/>
                  </a:lnTo>
                  <a:lnTo>
                    <a:pt x="514" y="392"/>
                  </a:lnTo>
                  <a:lnTo>
                    <a:pt x="477" y="416"/>
                  </a:lnTo>
                  <a:lnTo>
                    <a:pt x="445" y="444"/>
                  </a:lnTo>
                  <a:lnTo>
                    <a:pt x="419" y="474"/>
                  </a:lnTo>
                  <a:lnTo>
                    <a:pt x="396" y="508"/>
                  </a:lnTo>
                  <a:lnTo>
                    <a:pt x="377" y="547"/>
                  </a:lnTo>
                  <a:lnTo>
                    <a:pt x="362" y="590"/>
                  </a:lnTo>
                  <a:lnTo>
                    <a:pt x="352" y="635"/>
                  </a:lnTo>
                  <a:lnTo>
                    <a:pt x="344" y="684"/>
                  </a:lnTo>
                  <a:lnTo>
                    <a:pt x="341" y="736"/>
                  </a:lnTo>
                  <a:lnTo>
                    <a:pt x="343" y="791"/>
                  </a:lnTo>
                  <a:lnTo>
                    <a:pt x="348" y="849"/>
                  </a:lnTo>
                  <a:lnTo>
                    <a:pt x="357" y="908"/>
                  </a:lnTo>
                  <a:lnTo>
                    <a:pt x="371" y="970"/>
                  </a:lnTo>
                  <a:lnTo>
                    <a:pt x="388" y="1035"/>
                  </a:lnTo>
                  <a:lnTo>
                    <a:pt x="409" y="1100"/>
                  </a:lnTo>
                  <a:lnTo>
                    <a:pt x="436" y="1168"/>
                  </a:lnTo>
                  <a:lnTo>
                    <a:pt x="465" y="1236"/>
                  </a:lnTo>
                  <a:lnTo>
                    <a:pt x="499" y="1306"/>
                  </a:lnTo>
                  <a:lnTo>
                    <a:pt x="538" y="1377"/>
                  </a:lnTo>
                  <a:lnTo>
                    <a:pt x="580" y="1449"/>
                  </a:lnTo>
                  <a:lnTo>
                    <a:pt x="627" y="1520"/>
                  </a:lnTo>
                  <a:lnTo>
                    <a:pt x="678" y="1592"/>
                  </a:lnTo>
                  <a:lnTo>
                    <a:pt x="734" y="1665"/>
                  </a:lnTo>
                  <a:lnTo>
                    <a:pt x="794" y="1737"/>
                  </a:lnTo>
                  <a:lnTo>
                    <a:pt x="859" y="1807"/>
                  </a:lnTo>
                  <a:lnTo>
                    <a:pt x="927" y="1879"/>
                  </a:lnTo>
                  <a:lnTo>
                    <a:pt x="996" y="1945"/>
                  </a:lnTo>
                  <a:lnTo>
                    <a:pt x="1066" y="2007"/>
                  </a:lnTo>
                  <a:lnTo>
                    <a:pt x="1138" y="2066"/>
                  </a:lnTo>
                  <a:lnTo>
                    <a:pt x="1210" y="2123"/>
                  </a:lnTo>
                  <a:lnTo>
                    <a:pt x="1284" y="2173"/>
                  </a:lnTo>
                  <a:lnTo>
                    <a:pt x="1357" y="2222"/>
                  </a:lnTo>
                  <a:lnTo>
                    <a:pt x="1431" y="2266"/>
                  </a:lnTo>
                  <a:lnTo>
                    <a:pt x="1504" y="2306"/>
                  </a:lnTo>
                  <a:lnTo>
                    <a:pt x="1578" y="2342"/>
                  </a:lnTo>
                  <a:lnTo>
                    <a:pt x="1651" y="2373"/>
                  </a:lnTo>
                  <a:lnTo>
                    <a:pt x="1723" y="2400"/>
                  </a:lnTo>
                  <a:lnTo>
                    <a:pt x="1795" y="2422"/>
                  </a:lnTo>
                  <a:lnTo>
                    <a:pt x="1865" y="2440"/>
                  </a:lnTo>
                  <a:lnTo>
                    <a:pt x="1933" y="2452"/>
                  </a:lnTo>
                  <a:lnTo>
                    <a:pt x="2000" y="2461"/>
                  </a:lnTo>
                  <a:lnTo>
                    <a:pt x="2065" y="2463"/>
                  </a:lnTo>
                  <a:lnTo>
                    <a:pt x="2119" y="2461"/>
                  </a:lnTo>
                  <a:lnTo>
                    <a:pt x="2171" y="2454"/>
                  </a:lnTo>
                  <a:lnTo>
                    <a:pt x="2220" y="2443"/>
                  </a:lnTo>
                  <a:lnTo>
                    <a:pt x="2264" y="2428"/>
                  </a:lnTo>
                  <a:lnTo>
                    <a:pt x="2303" y="2409"/>
                  </a:lnTo>
                  <a:lnTo>
                    <a:pt x="2340" y="2385"/>
                  </a:lnTo>
                  <a:lnTo>
                    <a:pt x="2371" y="2357"/>
                  </a:lnTo>
                  <a:lnTo>
                    <a:pt x="2399" y="2326"/>
                  </a:lnTo>
                  <a:lnTo>
                    <a:pt x="2421" y="2293"/>
                  </a:lnTo>
                  <a:lnTo>
                    <a:pt x="2439" y="2256"/>
                  </a:lnTo>
                  <a:lnTo>
                    <a:pt x="2455" y="2214"/>
                  </a:lnTo>
                  <a:lnTo>
                    <a:pt x="2467" y="2170"/>
                  </a:lnTo>
                  <a:lnTo>
                    <a:pt x="2474" y="2123"/>
                  </a:lnTo>
                  <a:lnTo>
                    <a:pt x="2477" y="2073"/>
                  </a:lnTo>
                  <a:lnTo>
                    <a:pt x="2477" y="2020"/>
                  </a:lnTo>
                  <a:lnTo>
                    <a:pt x="2473" y="1964"/>
                  </a:lnTo>
                  <a:lnTo>
                    <a:pt x="2465" y="1906"/>
                  </a:lnTo>
                  <a:lnTo>
                    <a:pt x="2453" y="1847"/>
                  </a:lnTo>
                  <a:lnTo>
                    <a:pt x="2436" y="1785"/>
                  </a:lnTo>
                  <a:lnTo>
                    <a:pt x="2410" y="1701"/>
                  </a:lnTo>
                  <a:lnTo>
                    <a:pt x="2377" y="1618"/>
                  </a:lnTo>
                  <a:lnTo>
                    <a:pt x="2338" y="1533"/>
                  </a:lnTo>
                  <a:lnTo>
                    <a:pt x="2294" y="1449"/>
                  </a:lnTo>
                  <a:lnTo>
                    <a:pt x="2245" y="1364"/>
                  </a:lnTo>
                  <a:lnTo>
                    <a:pt x="2190" y="1280"/>
                  </a:lnTo>
                  <a:lnTo>
                    <a:pt x="2252" y="1241"/>
                  </a:lnTo>
                  <a:lnTo>
                    <a:pt x="2314" y="1195"/>
                  </a:lnTo>
                  <a:lnTo>
                    <a:pt x="2376" y="1144"/>
                  </a:lnTo>
                  <a:lnTo>
                    <a:pt x="2436" y="1087"/>
                  </a:lnTo>
                  <a:lnTo>
                    <a:pt x="2455" y="1068"/>
                  </a:lnTo>
                  <a:lnTo>
                    <a:pt x="2514" y="1155"/>
                  </a:lnTo>
                  <a:lnTo>
                    <a:pt x="2568" y="1244"/>
                  </a:lnTo>
                  <a:lnTo>
                    <a:pt x="2617" y="1333"/>
                  </a:lnTo>
                  <a:lnTo>
                    <a:pt x="2662" y="1424"/>
                  </a:lnTo>
                  <a:lnTo>
                    <a:pt x="2701" y="1513"/>
                  </a:lnTo>
                  <a:lnTo>
                    <a:pt x="2736" y="1603"/>
                  </a:lnTo>
                  <a:lnTo>
                    <a:pt x="2764" y="1692"/>
                  </a:lnTo>
                  <a:lnTo>
                    <a:pt x="2785" y="1772"/>
                  </a:lnTo>
                  <a:lnTo>
                    <a:pt x="2801" y="1850"/>
                  </a:lnTo>
                  <a:lnTo>
                    <a:pt x="2812" y="1927"/>
                  </a:lnTo>
                  <a:lnTo>
                    <a:pt x="2817" y="2001"/>
                  </a:lnTo>
                  <a:lnTo>
                    <a:pt x="2818" y="2073"/>
                  </a:lnTo>
                  <a:lnTo>
                    <a:pt x="2815" y="2142"/>
                  </a:lnTo>
                  <a:lnTo>
                    <a:pt x="2807" y="2209"/>
                  </a:lnTo>
                  <a:lnTo>
                    <a:pt x="2793" y="2273"/>
                  </a:lnTo>
                  <a:lnTo>
                    <a:pt x="2774" y="2335"/>
                  </a:lnTo>
                  <a:lnTo>
                    <a:pt x="2751" y="2393"/>
                  </a:lnTo>
                  <a:lnTo>
                    <a:pt x="2724" y="2449"/>
                  </a:lnTo>
                  <a:lnTo>
                    <a:pt x="2692" y="2501"/>
                  </a:lnTo>
                  <a:lnTo>
                    <a:pt x="2654" y="2550"/>
                  </a:lnTo>
                  <a:lnTo>
                    <a:pt x="2612" y="2596"/>
                  </a:lnTo>
                  <a:lnTo>
                    <a:pt x="2570" y="2634"/>
                  </a:lnTo>
                  <a:lnTo>
                    <a:pt x="2525" y="2669"/>
                  </a:lnTo>
                  <a:lnTo>
                    <a:pt x="2477" y="2700"/>
                  </a:lnTo>
                  <a:lnTo>
                    <a:pt x="2426" y="2726"/>
                  </a:lnTo>
                  <a:lnTo>
                    <a:pt x="2371" y="2749"/>
                  </a:lnTo>
                  <a:lnTo>
                    <a:pt x="2315" y="2767"/>
                  </a:lnTo>
                  <a:lnTo>
                    <a:pt x="2256" y="2782"/>
                  </a:lnTo>
                  <a:lnTo>
                    <a:pt x="2194" y="2792"/>
                  </a:lnTo>
                  <a:lnTo>
                    <a:pt x="2131" y="2799"/>
                  </a:lnTo>
                  <a:lnTo>
                    <a:pt x="2065" y="2801"/>
                  </a:lnTo>
                  <a:lnTo>
                    <a:pt x="1982" y="2799"/>
                  </a:lnTo>
                  <a:lnTo>
                    <a:pt x="1898" y="2789"/>
                  </a:lnTo>
                  <a:lnTo>
                    <a:pt x="1813" y="2775"/>
                  </a:lnTo>
                  <a:lnTo>
                    <a:pt x="1727" y="2755"/>
                  </a:lnTo>
                  <a:lnTo>
                    <a:pt x="1640" y="2729"/>
                  </a:lnTo>
                  <a:lnTo>
                    <a:pt x="1552" y="2698"/>
                  </a:lnTo>
                  <a:lnTo>
                    <a:pt x="1464" y="2661"/>
                  </a:lnTo>
                  <a:lnTo>
                    <a:pt x="1375" y="2620"/>
                  </a:lnTo>
                  <a:lnTo>
                    <a:pt x="1286" y="2574"/>
                  </a:lnTo>
                  <a:lnTo>
                    <a:pt x="1198" y="2522"/>
                  </a:lnTo>
                  <a:lnTo>
                    <a:pt x="1110" y="2466"/>
                  </a:lnTo>
                  <a:lnTo>
                    <a:pt x="1022" y="2405"/>
                  </a:lnTo>
                  <a:lnTo>
                    <a:pt x="936" y="2340"/>
                  </a:lnTo>
                  <a:lnTo>
                    <a:pt x="851" y="2270"/>
                  </a:lnTo>
                  <a:lnTo>
                    <a:pt x="767" y="2196"/>
                  </a:lnTo>
                  <a:lnTo>
                    <a:pt x="686" y="2118"/>
                  </a:lnTo>
                  <a:lnTo>
                    <a:pt x="616" y="2046"/>
                  </a:lnTo>
                  <a:lnTo>
                    <a:pt x="549" y="1972"/>
                  </a:lnTo>
                  <a:lnTo>
                    <a:pt x="486" y="1897"/>
                  </a:lnTo>
                  <a:lnTo>
                    <a:pt x="426" y="1822"/>
                  </a:lnTo>
                  <a:lnTo>
                    <a:pt x="370" y="1746"/>
                  </a:lnTo>
                  <a:lnTo>
                    <a:pt x="317" y="1669"/>
                  </a:lnTo>
                  <a:lnTo>
                    <a:pt x="269" y="1592"/>
                  </a:lnTo>
                  <a:lnTo>
                    <a:pt x="225" y="1515"/>
                  </a:lnTo>
                  <a:lnTo>
                    <a:pt x="184" y="1438"/>
                  </a:lnTo>
                  <a:lnTo>
                    <a:pt x="148" y="1362"/>
                  </a:lnTo>
                  <a:lnTo>
                    <a:pt x="114" y="1285"/>
                  </a:lnTo>
                  <a:lnTo>
                    <a:pt x="86" y="1209"/>
                  </a:lnTo>
                  <a:lnTo>
                    <a:pt x="61" y="1135"/>
                  </a:lnTo>
                  <a:lnTo>
                    <a:pt x="41" y="1061"/>
                  </a:lnTo>
                  <a:lnTo>
                    <a:pt x="24" y="987"/>
                  </a:lnTo>
                  <a:lnTo>
                    <a:pt x="12" y="915"/>
                  </a:lnTo>
                  <a:lnTo>
                    <a:pt x="3" y="844"/>
                  </a:lnTo>
                  <a:lnTo>
                    <a:pt x="0" y="776"/>
                  </a:lnTo>
                  <a:lnTo>
                    <a:pt x="0" y="708"/>
                  </a:lnTo>
                  <a:lnTo>
                    <a:pt x="5" y="643"/>
                  </a:lnTo>
                  <a:lnTo>
                    <a:pt x="14" y="579"/>
                  </a:lnTo>
                  <a:lnTo>
                    <a:pt x="27" y="518"/>
                  </a:lnTo>
                  <a:lnTo>
                    <a:pt x="46" y="459"/>
                  </a:lnTo>
                  <a:lnTo>
                    <a:pt x="68" y="401"/>
                  </a:lnTo>
                  <a:lnTo>
                    <a:pt x="95" y="348"/>
                  </a:lnTo>
                  <a:lnTo>
                    <a:pt x="127" y="297"/>
                  </a:lnTo>
                  <a:lnTo>
                    <a:pt x="163" y="249"/>
                  </a:lnTo>
                  <a:lnTo>
                    <a:pt x="204" y="205"/>
                  </a:lnTo>
                  <a:lnTo>
                    <a:pt x="247" y="166"/>
                  </a:lnTo>
                  <a:lnTo>
                    <a:pt x="292" y="132"/>
                  </a:lnTo>
                  <a:lnTo>
                    <a:pt x="340" y="101"/>
                  </a:lnTo>
                  <a:lnTo>
                    <a:pt x="392" y="75"/>
                  </a:lnTo>
                  <a:lnTo>
                    <a:pt x="445" y="52"/>
                  </a:lnTo>
                  <a:lnTo>
                    <a:pt x="501" y="33"/>
                  </a:lnTo>
                  <a:lnTo>
                    <a:pt x="561" y="19"/>
                  </a:lnTo>
                  <a:lnTo>
                    <a:pt x="623" y="8"/>
                  </a:lnTo>
                  <a:lnTo>
                    <a:pt x="687" y="2"/>
                  </a:lnTo>
                  <a:lnTo>
                    <a:pt x="7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86" name="Freeform 335"/>
            <p:cNvSpPr/>
            <p:nvPr/>
          </p:nvSpPr>
          <p:spPr bwMode="auto">
            <a:xfrm>
              <a:off x="5254" y="2098"/>
              <a:ext cx="137" cy="136"/>
            </a:xfrm>
            <a:custGeom>
              <a:avLst/>
              <a:gdLst>
                <a:gd name="T0" fmla="*/ 370 w 1504"/>
                <a:gd name="T1" fmla="*/ 2 h 1493"/>
                <a:gd name="T2" fmla="*/ 469 w 1504"/>
                <a:gd name="T3" fmla="*/ 22 h 1493"/>
                <a:gd name="T4" fmla="*/ 576 w 1504"/>
                <a:gd name="T5" fmla="*/ 60 h 1493"/>
                <a:gd name="T6" fmla="*/ 688 w 1504"/>
                <a:gd name="T7" fmla="*/ 115 h 1493"/>
                <a:gd name="T8" fmla="*/ 717 w 1504"/>
                <a:gd name="T9" fmla="*/ 206 h 1493"/>
                <a:gd name="T10" fmla="*/ 674 w 1504"/>
                <a:gd name="T11" fmla="*/ 315 h 1493"/>
                <a:gd name="T12" fmla="*/ 644 w 1504"/>
                <a:gd name="T13" fmla="*/ 413 h 1493"/>
                <a:gd name="T14" fmla="*/ 624 w 1504"/>
                <a:gd name="T15" fmla="*/ 497 h 1493"/>
                <a:gd name="T16" fmla="*/ 614 w 1504"/>
                <a:gd name="T17" fmla="*/ 562 h 1493"/>
                <a:gd name="T18" fmla="*/ 608 w 1504"/>
                <a:gd name="T19" fmla="*/ 606 h 1493"/>
                <a:gd name="T20" fmla="*/ 606 w 1504"/>
                <a:gd name="T21" fmla="*/ 626 h 1493"/>
                <a:gd name="T22" fmla="*/ 614 w 1504"/>
                <a:gd name="T23" fmla="*/ 695 h 1493"/>
                <a:gd name="T24" fmla="*/ 639 w 1504"/>
                <a:gd name="T25" fmla="*/ 761 h 1493"/>
                <a:gd name="T26" fmla="*/ 682 w 1504"/>
                <a:gd name="T27" fmla="*/ 816 h 1493"/>
                <a:gd name="T28" fmla="*/ 737 w 1504"/>
                <a:gd name="T29" fmla="*/ 859 h 1493"/>
                <a:gd name="T30" fmla="*/ 802 w 1504"/>
                <a:gd name="T31" fmla="*/ 884 h 1493"/>
                <a:gd name="T32" fmla="*/ 872 w 1504"/>
                <a:gd name="T33" fmla="*/ 890 h 1493"/>
                <a:gd name="T34" fmla="*/ 892 w 1504"/>
                <a:gd name="T35" fmla="*/ 889 h 1493"/>
                <a:gd name="T36" fmla="*/ 937 w 1504"/>
                <a:gd name="T37" fmla="*/ 884 h 1493"/>
                <a:gd name="T38" fmla="*/ 1003 w 1504"/>
                <a:gd name="T39" fmla="*/ 872 h 1493"/>
                <a:gd name="T40" fmla="*/ 1088 w 1504"/>
                <a:gd name="T41" fmla="*/ 853 h 1493"/>
                <a:gd name="T42" fmla="*/ 1186 w 1504"/>
                <a:gd name="T43" fmla="*/ 823 h 1493"/>
                <a:gd name="T44" fmla="*/ 1296 w 1504"/>
                <a:gd name="T45" fmla="*/ 780 h 1493"/>
                <a:gd name="T46" fmla="*/ 1386 w 1504"/>
                <a:gd name="T47" fmla="*/ 807 h 1493"/>
                <a:gd name="T48" fmla="*/ 1440 w 1504"/>
                <a:gd name="T49" fmla="*/ 911 h 1493"/>
                <a:gd name="T50" fmla="*/ 1477 w 1504"/>
                <a:gd name="T51" fmla="*/ 1011 h 1493"/>
                <a:gd name="T52" fmla="*/ 1497 w 1504"/>
                <a:gd name="T53" fmla="*/ 1098 h 1493"/>
                <a:gd name="T54" fmla="*/ 1504 w 1504"/>
                <a:gd name="T55" fmla="*/ 1175 h 1493"/>
                <a:gd name="T56" fmla="*/ 1497 w 1504"/>
                <a:gd name="T57" fmla="*/ 1240 h 1493"/>
                <a:gd name="T58" fmla="*/ 1483 w 1504"/>
                <a:gd name="T59" fmla="*/ 1295 h 1493"/>
                <a:gd name="T60" fmla="*/ 1463 w 1504"/>
                <a:gd name="T61" fmla="*/ 1340 h 1493"/>
                <a:gd name="T62" fmla="*/ 1439 w 1504"/>
                <a:gd name="T63" fmla="*/ 1377 h 1493"/>
                <a:gd name="T64" fmla="*/ 1414 w 1504"/>
                <a:gd name="T65" fmla="*/ 1405 h 1493"/>
                <a:gd name="T66" fmla="*/ 1382 w 1504"/>
                <a:gd name="T67" fmla="*/ 1432 h 1493"/>
                <a:gd name="T68" fmla="*/ 1339 w 1504"/>
                <a:gd name="T69" fmla="*/ 1458 h 1493"/>
                <a:gd name="T70" fmla="*/ 1285 w 1504"/>
                <a:gd name="T71" fmla="*/ 1479 h 1493"/>
                <a:gd name="T72" fmla="*/ 1219 w 1504"/>
                <a:gd name="T73" fmla="*/ 1491 h 1493"/>
                <a:gd name="T74" fmla="*/ 1134 w 1504"/>
                <a:gd name="T75" fmla="*/ 1491 h 1493"/>
                <a:gd name="T76" fmla="*/ 1036 w 1504"/>
                <a:gd name="T77" fmla="*/ 1471 h 1493"/>
                <a:gd name="T78" fmla="*/ 930 w 1504"/>
                <a:gd name="T79" fmla="*/ 1435 h 1493"/>
                <a:gd name="T80" fmla="*/ 819 w 1504"/>
                <a:gd name="T81" fmla="*/ 1381 h 1493"/>
                <a:gd name="T82" fmla="*/ 706 w 1504"/>
                <a:gd name="T83" fmla="*/ 1311 h 1493"/>
                <a:gd name="T84" fmla="*/ 591 w 1504"/>
                <a:gd name="T85" fmla="*/ 1227 h 1493"/>
                <a:gd name="T86" fmla="*/ 477 w 1504"/>
                <a:gd name="T87" fmla="*/ 1129 h 1493"/>
                <a:gd name="T88" fmla="*/ 362 w 1504"/>
                <a:gd name="T89" fmla="*/ 1015 h 1493"/>
                <a:gd name="T90" fmla="*/ 257 w 1504"/>
                <a:gd name="T91" fmla="*/ 892 h 1493"/>
                <a:gd name="T92" fmla="*/ 166 w 1504"/>
                <a:gd name="T93" fmla="*/ 766 h 1493"/>
                <a:gd name="T94" fmla="*/ 93 w 1504"/>
                <a:gd name="T95" fmla="*/ 642 h 1493"/>
                <a:gd name="T96" fmla="*/ 43 w 1504"/>
                <a:gd name="T97" fmla="*/ 531 h 1493"/>
                <a:gd name="T98" fmla="*/ 15 w 1504"/>
                <a:gd name="T99" fmla="*/ 437 h 1493"/>
                <a:gd name="T100" fmla="*/ 1 w 1504"/>
                <a:gd name="T101" fmla="*/ 355 h 1493"/>
                <a:gd name="T102" fmla="*/ 2 w 1504"/>
                <a:gd name="T103" fmla="*/ 285 h 1493"/>
                <a:gd name="T104" fmla="*/ 13 w 1504"/>
                <a:gd name="T105" fmla="*/ 224 h 1493"/>
                <a:gd name="T106" fmla="*/ 31 w 1504"/>
                <a:gd name="T107" fmla="*/ 173 h 1493"/>
                <a:gd name="T108" fmla="*/ 53 w 1504"/>
                <a:gd name="T109" fmla="*/ 133 h 1493"/>
                <a:gd name="T110" fmla="*/ 78 w 1504"/>
                <a:gd name="T111" fmla="*/ 102 h 1493"/>
                <a:gd name="T112" fmla="*/ 105 w 1504"/>
                <a:gd name="T113" fmla="*/ 75 h 1493"/>
                <a:gd name="T114" fmla="*/ 142 w 1504"/>
                <a:gd name="T115" fmla="*/ 48 h 1493"/>
                <a:gd name="T116" fmla="*/ 190 w 1504"/>
                <a:gd name="T117" fmla="*/ 24 h 1493"/>
                <a:gd name="T118" fmla="*/ 250 w 1504"/>
                <a:gd name="T119" fmla="*/ 6 h 1493"/>
                <a:gd name="T120" fmla="*/ 323 w 1504"/>
                <a:gd name="T121" fmla="*/ 0 h 1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504" h="1493">
                  <a:moveTo>
                    <a:pt x="323" y="0"/>
                  </a:moveTo>
                  <a:lnTo>
                    <a:pt x="370" y="2"/>
                  </a:lnTo>
                  <a:lnTo>
                    <a:pt x="418" y="10"/>
                  </a:lnTo>
                  <a:lnTo>
                    <a:pt x="469" y="22"/>
                  </a:lnTo>
                  <a:lnTo>
                    <a:pt x="522" y="39"/>
                  </a:lnTo>
                  <a:lnTo>
                    <a:pt x="576" y="60"/>
                  </a:lnTo>
                  <a:lnTo>
                    <a:pt x="631" y="86"/>
                  </a:lnTo>
                  <a:lnTo>
                    <a:pt x="688" y="115"/>
                  </a:lnTo>
                  <a:lnTo>
                    <a:pt x="745" y="148"/>
                  </a:lnTo>
                  <a:lnTo>
                    <a:pt x="717" y="206"/>
                  </a:lnTo>
                  <a:lnTo>
                    <a:pt x="694" y="262"/>
                  </a:lnTo>
                  <a:lnTo>
                    <a:pt x="674" y="315"/>
                  </a:lnTo>
                  <a:lnTo>
                    <a:pt x="658" y="366"/>
                  </a:lnTo>
                  <a:lnTo>
                    <a:pt x="644" y="413"/>
                  </a:lnTo>
                  <a:lnTo>
                    <a:pt x="634" y="456"/>
                  </a:lnTo>
                  <a:lnTo>
                    <a:pt x="624" y="497"/>
                  </a:lnTo>
                  <a:lnTo>
                    <a:pt x="618" y="531"/>
                  </a:lnTo>
                  <a:lnTo>
                    <a:pt x="614" y="562"/>
                  </a:lnTo>
                  <a:lnTo>
                    <a:pt x="611" y="587"/>
                  </a:lnTo>
                  <a:lnTo>
                    <a:pt x="608" y="606"/>
                  </a:lnTo>
                  <a:lnTo>
                    <a:pt x="607" y="620"/>
                  </a:lnTo>
                  <a:lnTo>
                    <a:pt x="606" y="626"/>
                  </a:lnTo>
                  <a:lnTo>
                    <a:pt x="607" y="661"/>
                  </a:lnTo>
                  <a:lnTo>
                    <a:pt x="614" y="695"/>
                  </a:lnTo>
                  <a:lnTo>
                    <a:pt x="624" y="729"/>
                  </a:lnTo>
                  <a:lnTo>
                    <a:pt x="639" y="761"/>
                  </a:lnTo>
                  <a:lnTo>
                    <a:pt x="658" y="790"/>
                  </a:lnTo>
                  <a:lnTo>
                    <a:pt x="682" y="816"/>
                  </a:lnTo>
                  <a:lnTo>
                    <a:pt x="708" y="839"/>
                  </a:lnTo>
                  <a:lnTo>
                    <a:pt x="737" y="859"/>
                  </a:lnTo>
                  <a:lnTo>
                    <a:pt x="769" y="873"/>
                  </a:lnTo>
                  <a:lnTo>
                    <a:pt x="802" y="884"/>
                  </a:lnTo>
                  <a:lnTo>
                    <a:pt x="838" y="890"/>
                  </a:lnTo>
                  <a:lnTo>
                    <a:pt x="872" y="890"/>
                  </a:lnTo>
                  <a:lnTo>
                    <a:pt x="880" y="890"/>
                  </a:lnTo>
                  <a:lnTo>
                    <a:pt x="892" y="889"/>
                  </a:lnTo>
                  <a:lnTo>
                    <a:pt x="912" y="887"/>
                  </a:lnTo>
                  <a:lnTo>
                    <a:pt x="937" y="884"/>
                  </a:lnTo>
                  <a:lnTo>
                    <a:pt x="968" y="880"/>
                  </a:lnTo>
                  <a:lnTo>
                    <a:pt x="1003" y="872"/>
                  </a:lnTo>
                  <a:lnTo>
                    <a:pt x="1044" y="864"/>
                  </a:lnTo>
                  <a:lnTo>
                    <a:pt x="1088" y="853"/>
                  </a:lnTo>
                  <a:lnTo>
                    <a:pt x="1136" y="839"/>
                  </a:lnTo>
                  <a:lnTo>
                    <a:pt x="1186" y="823"/>
                  </a:lnTo>
                  <a:lnTo>
                    <a:pt x="1241" y="804"/>
                  </a:lnTo>
                  <a:lnTo>
                    <a:pt x="1296" y="780"/>
                  </a:lnTo>
                  <a:lnTo>
                    <a:pt x="1355" y="753"/>
                  </a:lnTo>
                  <a:lnTo>
                    <a:pt x="1386" y="807"/>
                  </a:lnTo>
                  <a:lnTo>
                    <a:pt x="1415" y="859"/>
                  </a:lnTo>
                  <a:lnTo>
                    <a:pt x="1440" y="911"/>
                  </a:lnTo>
                  <a:lnTo>
                    <a:pt x="1461" y="962"/>
                  </a:lnTo>
                  <a:lnTo>
                    <a:pt x="1477" y="1011"/>
                  </a:lnTo>
                  <a:lnTo>
                    <a:pt x="1489" y="1056"/>
                  </a:lnTo>
                  <a:lnTo>
                    <a:pt x="1497" y="1098"/>
                  </a:lnTo>
                  <a:lnTo>
                    <a:pt x="1502" y="1137"/>
                  </a:lnTo>
                  <a:lnTo>
                    <a:pt x="1504" y="1175"/>
                  </a:lnTo>
                  <a:lnTo>
                    <a:pt x="1502" y="1208"/>
                  </a:lnTo>
                  <a:lnTo>
                    <a:pt x="1497" y="1240"/>
                  </a:lnTo>
                  <a:lnTo>
                    <a:pt x="1491" y="1269"/>
                  </a:lnTo>
                  <a:lnTo>
                    <a:pt x="1483" y="1295"/>
                  </a:lnTo>
                  <a:lnTo>
                    <a:pt x="1473" y="1318"/>
                  </a:lnTo>
                  <a:lnTo>
                    <a:pt x="1463" y="1340"/>
                  </a:lnTo>
                  <a:lnTo>
                    <a:pt x="1450" y="1360"/>
                  </a:lnTo>
                  <a:lnTo>
                    <a:pt x="1439" y="1377"/>
                  </a:lnTo>
                  <a:lnTo>
                    <a:pt x="1426" y="1391"/>
                  </a:lnTo>
                  <a:lnTo>
                    <a:pt x="1414" y="1405"/>
                  </a:lnTo>
                  <a:lnTo>
                    <a:pt x="1399" y="1418"/>
                  </a:lnTo>
                  <a:lnTo>
                    <a:pt x="1382" y="1432"/>
                  </a:lnTo>
                  <a:lnTo>
                    <a:pt x="1361" y="1445"/>
                  </a:lnTo>
                  <a:lnTo>
                    <a:pt x="1339" y="1458"/>
                  </a:lnTo>
                  <a:lnTo>
                    <a:pt x="1313" y="1469"/>
                  </a:lnTo>
                  <a:lnTo>
                    <a:pt x="1285" y="1479"/>
                  </a:lnTo>
                  <a:lnTo>
                    <a:pt x="1253" y="1487"/>
                  </a:lnTo>
                  <a:lnTo>
                    <a:pt x="1219" y="1491"/>
                  </a:lnTo>
                  <a:lnTo>
                    <a:pt x="1180" y="1493"/>
                  </a:lnTo>
                  <a:lnTo>
                    <a:pt x="1134" y="1491"/>
                  </a:lnTo>
                  <a:lnTo>
                    <a:pt x="1086" y="1484"/>
                  </a:lnTo>
                  <a:lnTo>
                    <a:pt x="1036" y="1471"/>
                  </a:lnTo>
                  <a:lnTo>
                    <a:pt x="983" y="1456"/>
                  </a:lnTo>
                  <a:lnTo>
                    <a:pt x="930" y="1435"/>
                  </a:lnTo>
                  <a:lnTo>
                    <a:pt x="875" y="1410"/>
                  </a:lnTo>
                  <a:lnTo>
                    <a:pt x="819" y="1381"/>
                  </a:lnTo>
                  <a:lnTo>
                    <a:pt x="762" y="1348"/>
                  </a:lnTo>
                  <a:lnTo>
                    <a:pt x="706" y="1311"/>
                  </a:lnTo>
                  <a:lnTo>
                    <a:pt x="648" y="1271"/>
                  </a:lnTo>
                  <a:lnTo>
                    <a:pt x="591" y="1227"/>
                  </a:lnTo>
                  <a:lnTo>
                    <a:pt x="533" y="1180"/>
                  </a:lnTo>
                  <a:lnTo>
                    <a:pt x="477" y="1129"/>
                  </a:lnTo>
                  <a:lnTo>
                    <a:pt x="421" y="1075"/>
                  </a:lnTo>
                  <a:lnTo>
                    <a:pt x="362" y="1015"/>
                  </a:lnTo>
                  <a:lnTo>
                    <a:pt x="308" y="954"/>
                  </a:lnTo>
                  <a:lnTo>
                    <a:pt x="257" y="892"/>
                  </a:lnTo>
                  <a:lnTo>
                    <a:pt x="210" y="830"/>
                  </a:lnTo>
                  <a:lnTo>
                    <a:pt x="166" y="766"/>
                  </a:lnTo>
                  <a:lnTo>
                    <a:pt x="127" y="705"/>
                  </a:lnTo>
                  <a:lnTo>
                    <a:pt x="93" y="642"/>
                  </a:lnTo>
                  <a:lnTo>
                    <a:pt x="64" y="582"/>
                  </a:lnTo>
                  <a:lnTo>
                    <a:pt x="43" y="531"/>
                  </a:lnTo>
                  <a:lnTo>
                    <a:pt x="26" y="482"/>
                  </a:lnTo>
                  <a:lnTo>
                    <a:pt x="15" y="437"/>
                  </a:lnTo>
                  <a:lnTo>
                    <a:pt x="6" y="395"/>
                  </a:lnTo>
                  <a:lnTo>
                    <a:pt x="1" y="355"/>
                  </a:lnTo>
                  <a:lnTo>
                    <a:pt x="0" y="318"/>
                  </a:lnTo>
                  <a:lnTo>
                    <a:pt x="2" y="285"/>
                  </a:lnTo>
                  <a:lnTo>
                    <a:pt x="6" y="252"/>
                  </a:lnTo>
                  <a:lnTo>
                    <a:pt x="13" y="224"/>
                  </a:lnTo>
                  <a:lnTo>
                    <a:pt x="21" y="197"/>
                  </a:lnTo>
                  <a:lnTo>
                    <a:pt x="31" y="173"/>
                  </a:lnTo>
                  <a:lnTo>
                    <a:pt x="41" y="153"/>
                  </a:lnTo>
                  <a:lnTo>
                    <a:pt x="53" y="133"/>
                  </a:lnTo>
                  <a:lnTo>
                    <a:pt x="65" y="116"/>
                  </a:lnTo>
                  <a:lnTo>
                    <a:pt x="78" y="102"/>
                  </a:lnTo>
                  <a:lnTo>
                    <a:pt x="89" y="88"/>
                  </a:lnTo>
                  <a:lnTo>
                    <a:pt x="105" y="75"/>
                  </a:lnTo>
                  <a:lnTo>
                    <a:pt x="122" y="61"/>
                  </a:lnTo>
                  <a:lnTo>
                    <a:pt x="142" y="48"/>
                  </a:lnTo>
                  <a:lnTo>
                    <a:pt x="165" y="35"/>
                  </a:lnTo>
                  <a:lnTo>
                    <a:pt x="190" y="24"/>
                  </a:lnTo>
                  <a:lnTo>
                    <a:pt x="219" y="14"/>
                  </a:lnTo>
                  <a:lnTo>
                    <a:pt x="250" y="6"/>
                  </a:lnTo>
                  <a:lnTo>
                    <a:pt x="285" y="2"/>
                  </a:lnTo>
                  <a:lnTo>
                    <a:pt x="3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87" name="Freeform 336"/>
            <p:cNvSpPr/>
            <p:nvPr/>
          </p:nvSpPr>
          <p:spPr bwMode="auto">
            <a:xfrm>
              <a:off x="5325" y="1998"/>
              <a:ext cx="167" cy="166"/>
            </a:xfrm>
            <a:custGeom>
              <a:avLst/>
              <a:gdLst>
                <a:gd name="T0" fmla="*/ 1289 w 1835"/>
                <a:gd name="T1" fmla="*/ 2 h 1823"/>
                <a:gd name="T2" fmla="*/ 1327 w 1835"/>
                <a:gd name="T3" fmla="*/ 23 h 1823"/>
                <a:gd name="T4" fmla="*/ 1350 w 1835"/>
                <a:gd name="T5" fmla="*/ 60 h 1823"/>
                <a:gd name="T6" fmla="*/ 1776 w 1835"/>
                <a:gd name="T7" fmla="*/ 482 h 1823"/>
                <a:gd name="T8" fmla="*/ 1812 w 1835"/>
                <a:gd name="T9" fmla="*/ 505 h 1823"/>
                <a:gd name="T10" fmla="*/ 1833 w 1835"/>
                <a:gd name="T11" fmla="*/ 543 h 1823"/>
                <a:gd name="T12" fmla="*/ 1832 w 1835"/>
                <a:gd name="T13" fmla="*/ 586 h 1823"/>
                <a:gd name="T14" fmla="*/ 1810 w 1835"/>
                <a:gd name="T15" fmla="*/ 622 h 1823"/>
                <a:gd name="T16" fmla="*/ 1498 w 1835"/>
                <a:gd name="T17" fmla="*/ 929 h 1823"/>
                <a:gd name="T18" fmla="*/ 1459 w 1835"/>
                <a:gd name="T19" fmla="*/ 942 h 1823"/>
                <a:gd name="T20" fmla="*/ 1253 w 1835"/>
                <a:gd name="T21" fmla="*/ 903 h 1823"/>
                <a:gd name="T22" fmla="*/ 1194 w 1835"/>
                <a:gd name="T23" fmla="*/ 1011 h 1823"/>
                <a:gd name="T24" fmla="*/ 1118 w 1835"/>
                <a:gd name="T25" fmla="*/ 1126 h 1823"/>
                <a:gd name="T26" fmla="*/ 1030 w 1835"/>
                <a:gd name="T27" fmla="*/ 1243 h 1823"/>
                <a:gd name="T28" fmla="*/ 930 w 1835"/>
                <a:gd name="T29" fmla="*/ 1362 h 1823"/>
                <a:gd name="T30" fmla="*/ 823 w 1835"/>
                <a:gd name="T31" fmla="*/ 1475 h 1823"/>
                <a:gd name="T32" fmla="*/ 705 w 1835"/>
                <a:gd name="T33" fmla="*/ 1578 h 1823"/>
                <a:gd name="T34" fmla="*/ 585 w 1835"/>
                <a:gd name="T35" fmla="*/ 1659 h 1823"/>
                <a:gd name="T36" fmla="*/ 470 w 1835"/>
                <a:gd name="T37" fmla="*/ 1719 h 1823"/>
                <a:gd name="T38" fmla="*/ 363 w 1835"/>
                <a:gd name="T39" fmla="*/ 1763 h 1823"/>
                <a:gd name="T40" fmla="*/ 268 w 1835"/>
                <a:gd name="T41" fmla="*/ 1792 h 1823"/>
                <a:gd name="T42" fmla="*/ 187 w 1835"/>
                <a:gd name="T43" fmla="*/ 1810 h 1823"/>
                <a:gd name="T44" fmla="*/ 130 w 1835"/>
                <a:gd name="T45" fmla="*/ 1819 h 1823"/>
                <a:gd name="T46" fmla="*/ 95 w 1835"/>
                <a:gd name="T47" fmla="*/ 1823 h 1823"/>
                <a:gd name="T48" fmla="*/ 71 w 1835"/>
                <a:gd name="T49" fmla="*/ 1822 h 1823"/>
                <a:gd name="T50" fmla="*/ 39 w 1835"/>
                <a:gd name="T51" fmla="*/ 1810 h 1823"/>
                <a:gd name="T52" fmla="*/ 14 w 1835"/>
                <a:gd name="T53" fmla="*/ 1785 h 1823"/>
                <a:gd name="T54" fmla="*/ 1 w 1835"/>
                <a:gd name="T55" fmla="*/ 1753 h 1823"/>
                <a:gd name="T56" fmla="*/ 0 w 1835"/>
                <a:gd name="T57" fmla="*/ 1729 h 1823"/>
                <a:gd name="T58" fmla="*/ 3 w 1835"/>
                <a:gd name="T59" fmla="*/ 1695 h 1823"/>
                <a:gd name="T60" fmla="*/ 13 w 1835"/>
                <a:gd name="T61" fmla="*/ 1636 h 1823"/>
                <a:gd name="T62" fmla="*/ 30 w 1835"/>
                <a:gd name="T63" fmla="*/ 1557 h 1823"/>
                <a:gd name="T64" fmla="*/ 61 w 1835"/>
                <a:gd name="T65" fmla="*/ 1463 h 1823"/>
                <a:gd name="T66" fmla="*/ 105 w 1835"/>
                <a:gd name="T67" fmla="*/ 1357 h 1823"/>
                <a:gd name="T68" fmla="*/ 165 w 1835"/>
                <a:gd name="T69" fmla="*/ 1242 h 1823"/>
                <a:gd name="T70" fmla="*/ 247 w 1835"/>
                <a:gd name="T71" fmla="*/ 1124 h 1823"/>
                <a:gd name="T72" fmla="*/ 351 w 1835"/>
                <a:gd name="T73" fmla="*/ 1007 h 1823"/>
                <a:gd name="T74" fmla="*/ 465 w 1835"/>
                <a:gd name="T75" fmla="*/ 899 h 1823"/>
                <a:gd name="T76" fmla="*/ 583 w 1835"/>
                <a:gd name="T77" fmla="*/ 800 h 1823"/>
                <a:gd name="T78" fmla="*/ 703 w 1835"/>
                <a:gd name="T79" fmla="*/ 712 h 1823"/>
                <a:gd name="T80" fmla="*/ 818 w 1835"/>
                <a:gd name="T81" fmla="*/ 637 h 1823"/>
                <a:gd name="T82" fmla="*/ 927 w 1835"/>
                <a:gd name="T83" fmla="*/ 579 h 1823"/>
                <a:gd name="T84" fmla="*/ 888 w 1835"/>
                <a:gd name="T85" fmla="*/ 374 h 1823"/>
                <a:gd name="T86" fmla="*/ 900 w 1835"/>
                <a:gd name="T87" fmla="*/ 335 h 1823"/>
                <a:gd name="T88" fmla="*/ 1208 w 1835"/>
                <a:gd name="T89" fmla="*/ 25 h 1823"/>
                <a:gd name="T90" fmla="*/ 1246 w 1835"/>
                <a:gd name="T91" fmla="*/ 3 h 1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35" h="1823">
                  <a:moveTo>
                    <a:pt x="1267" y="0"/>
                  </a:moveTo>
                  <a:lnTo>
                    <a:pt x="1289" y="2"/>
                  </a:lnTo>
                  <a:lnTo>
                    <a:pt x="1310" y="11"/>
                  </a:lnTo>
                  <a:lnTo>
                    <a:pt x="1327" y="23"/>
                  </a:lnTo>
                  <a:lnTo>
                    <a:pt x="1341" y="40"/>
                  </a:lnTo>
                  <a:lnTo>
                    <a:pt x="1350" y="60"/>
                  </a:lnTo>
                  <a:lnTo>
                    <a:pt x="1451" y="381"/>
                  </a:lnTo>
                  <a:lnTo>
                    <a:pt x="1776" y="482"/>
                  </a:lnTo>
                  <a:lnTo>
                    <a:pt x="1796" y="491"/>
                  </a:lnTo>
                  <a:lnTo>
                    <a:pt x="1812" y="505"/>
                  </a:lnTo>
                  <a:lnTo>
                    <a:pt x="1825" y="522"/>
                  </a:lnTo>
                  <a:lnTo>
                    <a:pt x="1833" y="543"/>
                  </a:lnTo>
                  <a:lnTo>
                    <a:pt x="1835" y="565"/>
                  </a:lnTo>
                  <a:lnTo>
                    <a:pt x="1832" y="586"/>
                  </a:lnTo>
                  <a:lnTo>
                    <a:pt x="1824" y="606"/>
                  </a:lnTo>
                  <a:lnTo>
                    <a:pt x="1810" y="622"/>
                  </a:lnTo>
                  <a:lnTo>
                    <a:pt x="1515" y="917"/>
                  </a:lnTo>
                  <a:lnTo>
                    <a:pt x="1498" y="929"/>
                  </a:lnTo>
                  <a:lnTo>
                    <a:pt x="1479" y="937"/>
                  </a:lnTo>
                  <a:lnTo>
                    <a:pt x="1459" y="942"/>
                  </a:lnTo>
                  <a:lnTo>
                    <a:pt x="1439" y="939"/>
                  </a:lnTo>
                  <a:lnTo>
                    <a:pt x="1253" y="903"/>
                  </a:lnTo>
                  <a:lnTo>
                    <a:pt x="1226" y="956"/>
                  </a:lnTo>
                  <a:lnTo>
                    <a:pt x="1194" y="1011"/>
                  </a:lnTo>
                  <a:lnTo>
                    <a:pt x="1158" y="1067"/>
                  </a:lnTo>
                  <a:lnTo>
                    <a:pt x="1118" y="1126"/>
                  </a:lnTo>
                  <a:lnTo>
                    <a:pt x="1075" y="1184"/>
                  </a:lnTo>
                  <a:lnTo>
                    <a:pt x="1030" y="1243"/>
                  </a:lnTo>
                  <a:lnTo>
                    <a:pt x="981" y="1302"/>
                  </a:lnTo>
                  <a:lnTo>
                    <a:pt x="930" y="1362"/>
                  </a:lnTo>
                  <a:lnTo>
                    <a:pt x="877" y="1419"/>
                  </a:lnTo>
                  <a:lnTo>
                    <a:pt x="823" y="1475"/>
                  </a:lnTo>
                  <a:lnTo>
                    <a:pt x="763" y="1529"/>
                  </a:lnTo>
                  <a:lnTo>
                    <a:pt x="705" y="1578"/>
                  </a:lnTo>
                  <a:lnTo>
                    <a:pt x="645" y="1622"/>
                  </a:lnTo>
                  <a:lnTo>
                    <a:pt x="585" y="1659"/>
                  </a:lnTo>
                  <a:lnTo>
                    <a:pt x="528" y="1691"/>
                  </a:lnTo>
                  <a:lnTo>
                    <a:pt x="470" y="1719"/>
                  </a:lnTo>
                  <a:lnTo>
                    <a:pt x="416" y="1743"/>
                  </a:lnTo>
                  <a:lnTo>
                    <a:pt x="363" y="1763"/>
                  </a:lnTo>
                  <a:lnTo>
                    <a:pt x="314" y="1780"/>
                  </a:lnTo>
                  <a:lnTo>
                    <a:pt x="268" y="1792"/>
                  </a:lnTo>
                  <a:lnTo>
                    <a:pt x="226" y="1803"/>
                  </a:lnTo>
                  <a:lnTo>
                    <a:pt x="187" y="1810"/>
                  </a:lnTo>
                  <a:lnTo>
                    <a:pt x="156" y="1816"/>
                  </a:lnTo>
                  <a:lnTo>
                    <a:pt x="130" y="1819"/>
                  </a:lnTo>
                  <a:lnTo>
                    <a:pt x="109" y="1821"/>
                  </a:lnTo>
                  <a:lnTo>
                    <a:pt x="95" y="1823"/>
                  </a:lnTo>
                  <a:lnTo>
                    <a:pt x="88" y="1823"/>
                  </a:lnTo>
                  <a:lnTo>
                    <a:pt x="71" y="1822"/>
                  </a:lnTo>
                  <a:lnTo>
                    <a:pt x="54" y="1817"/>
                  </a:lnTo>
                  <a:lnTo>
                    <a:pt x="39" y="1810"/>
                  </a:lnTo>
                  <a:lnTo>
                    <a:pt x="25" y="1799"/>
                  </a:lnTo>
                  <a:lnTo>
                    <a:pt x="14" y="1785"/>
                  </a:lnTo>
                  <a:lnTo>
                    <a:pt x="5" y="1769"/>
                  </a:lnTo>
                  <a:lnTo>
                    <a:pt x="1" y="1753"/>
                  </a:lnTo>
                  <a:lnTo>
                    <a:pt x="0" y="1735"/>
                  </a:lnTo>
                  <a:lnTo>
                    <a:pt x="0" y="1729"/>
                  </a:lnTo>
                  <a:lnTo>
                    <a:pt x="1" y="1715"/>
                  </a:lnTo>
                  <a:lnTo>
                    <a:pt x="3" y="1695"/>
                  </a:lnTo>
                  <a:lnTo>
                    <a:pt x="7" y="1669"/>
                  </a:lnTo>
                  <a:lnTo>
                    <a:pt x="13" y="1636"/>
                  </a:lnTo>
                  <a:lnTo>
                    <a:pt x="21" y="1599"/>
                  </a:lnTo>
                  <a:lnTo>
                    <a:pt x="30" y="1557"/>
                  </a:lnTo>
                  <a:lnTo>
                    <a:pt x="44" y="1511"/>
                  </a:lnTo>
                  <a:lnTo>
                    <a:pt x="61" y="1463"/>
                  </a:lnTo>
                  <a:lnTo>
                    <a:pt x="81" y="1411"/>
                  </a:lnTo>
                  <a:lnTo>
                    <a:pt x="105" y="1357"/>
                  </a:lnTo>
                  <a:lnTo>
                    <a:pt x="133" y="1299"/>
                  </a:lnTo>
                  <a:lnTo>
                    <a:pt x="165" y="1242"/>
                  </a:lnTo>
                  <a:lnTo>
                    <a:pt x="203" y="1183"/>
                  </a:lnTo>
                  <a:lnTo>
                    <a:pt x="247" y="1124"/>
                  </a:lnTo>
                  <a:lnTo>
                    <a:pt x="295" y="1065"/>
                  </a:lnTo>
                  <a:lnTo>
                    <a:pt x="351" y="1007"/>
                  </a:lnTo>
                  <a:lnTo>
                    <a:pt x="407" y="952"/>
                  </a:lnTo>
                  <a:lnTo>
                    <a:pt x="465" y="899"/>
                  </a:lnTo>
                  <a:lnTo>
                    <a:pt x="525" y="849"/>
                  </a:lnTo>
                  <a:lnTo>
                    <a:pt x="583" y="800"/>
                  </a:lnTo>
                  <a:lnTo>
                    <a:pt x="643" y="754"/>
                  </a:lnTo>
                  <a:lnTo>
                    <a:pt x="703" y="712"/>
                  </a:lnTo>
                  <a:lnTo>
                    <a:pt x="761" y="673"/>
                  </a:lnTo>
                  <a:lnTo>
                    <a:pt x="818" y="637"/>
                  </a:lnTo>
                  <a:lnTo>
                    <a:pt x="873" y="606"/>
                  </a:lnTo>
                  <a:lnTo>
                    <a:pt x="927" y="579"/>
                  </a:lnTo>
                  <a:lnTo>
                    <a:pt x="890" y="395"/>
                  </a:lnTo>
                  <a:lnTo>
                    <a:pt x="888" y="374"/>
                  </a:lnTo>
                  <a:lnTo>
                    <a:pt x="892" y="354"/>
                  </a:lnTo>
                  <a:lnTo>
                    <a:pt x="900" y="335"/>
                  </a:lnTo>
                  <a:lnTo>
                    <a:pt x="913" y="319"/>
                  </a:lnTo>
                  <a:lnTo>
                    <a:pt x="1208" y="25"/>
                  </a:lnTo>
                  <a:lnTo>
                    <a:pt x="1226" y="12"/>
                  </a:lnTo>
                  <a:lnTo>
                    <a:pt x="1246" y="3"/>
                  </a:lnTo>
                  <a:lnTo>
                    <a:pt x="12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88" name="Group 339"/>
          <p:cNvGrpSpPr>
            <a:grpSpLocks noChangeAspect="1"/>
          </p:cNvGrpSpPr>
          <p:nvPr/>
        </p:nvGrpSpPr>
        <p:grpSpPr bwMode="auto">
          <a:xfrm>
            <a:off x="7505980" y="5351336"/>
            <a:ext cx="248509" cy="310379"/>
            <a:chOff x="5944" y="1991"/>
            <a:chExt cx="241" cy="301"/>
          </a:xfrm>
          <a:solidFill>
            <a:schemeClr val="bg1"/>
          </a:solidFill>
        </p:grpSpPr>
        <p:sp>
          <p:nvSpPr>
            <p:cNvPr id="89" name="Freeform 341"/>
            <p:cNvSpPr/>
            <p:nvPr/>
          </p:nvSpPr>
          <p:spPr bwMode="auto">
            <a:xfrm>
              <a:off x="5944" y="1991"/>
              <a:ext cx="113" cy="137"/>
            </a:xfrm>
            <a:custGeom>
              <a:avLst/>
              <a:gdLst>
                <a:gd name="T0" fmla="*/ 741 w 1240"/>
                <a:gd name="T1" fmla="*/ 0 h 1507"/>
                <a:gd name="T2" fmla="*/ 767 w 1240"/>
                <a:gd name="T3" fmla="*/ 2 h 1507"/>
                <a:gd name="T4" fmla="*/ 791 w 1240"/>
                <a:gd name="T5" fmla="*/ 10 h 1507"/>
                <a:gd name="T6" fmla="*/ 814 w 1240"/>
                <a:gd name="T7" fmla="*/ 21 h 1507"/>
                <a:gd name="T8" fmla="*/ 836 w 1240"/>
                <a:gd name="T9" fmla="*/ 37 h 1507"/>
                <a:gd name="T10" fmla="*/ 854 w 1240"/>
                <a:gd name="T11" fmla="*/ 55 h 1507"/>
                <a:gd name="T12" fmla="*/ 869 w 1240"/>
                <a:gd name="T13" fmla="*/ 78 h 1507"/>
                <a:gd name="T14" fmla="*/ 1240 w 1240"/>
                <a:gd name="T15" fmla="*/ 773 h 1507"/>
                <a:gd name="T16" fmla="*/ 930 w 1240"/>
                <a:gd name="T17" fmla="*/ 1354 h 1507"/>
                <a:gd name="T18" fmla="*/ 904 w 1240"/>
                <a:gd name="T19" fmla="*/ 1378 h 1507"/>
                <a:gd name="T20" fmla="*/ 880 w 1240"/>
                <a:gd name="T21" fmla="*/ 1405 h 1507"/>
                <a:gd name="T22" fmla="*/ 859 w 1240"/>
                <a:gd name="T23" fmla="*/ 1436 h 1507"/>
                <a:gd name="T24" fmla="*/ 823 w 1240"/>
                <a:gd name="T25" fmla="*/ 1499 h 1507"/>
                <a:gd name="T26" fmla="*/ 750 w 1240"/>
                <a:gd name="T27" fmla="*/ 1500 h 1507"/>
                <a:gd name="T28" fmla="*/ 717 w 1240"/>
                <a:gd name="T29" fmla="*/ 1502 h 1507"/>
                <a:gd name="T30" fmla="*/ 685 w 1240"/>
                <a:gd name="T31" fmla="*/ 1507 h 1507"/>
                <a:gd name="T32" fmla="*/ 23 w 1240"/>
                <a:gd name="T33" fmla="*/ 450 h 1507"/>
                <a:gd name="T34" fmla="*/ 10 w 1240"/>
                <a:gd name="T35" fmla="*/ 427 h 1507"/>
                <a:gd name="T36" fmla="*/ 2 w 1240"/>
                <a:gd name="T37" fmla="*/ 402 h 1507"/>
                <a:gd name="T38" fmla="*/ 0 w 1240"/>
                <a:gd name="T39" fmla="*/ 376 h 1507"/>
                <a:gd name="T40" fmla="*/ 1 w 1240"/>
                <a:gd name="T41" fmla="*/ 350 h 1507"/>
                <a:gd name="T42" fmla="*/ 7 w 1240"/>
                <a:gd name="T43" fmla="*/ 324 h 1507"/>
                <a:gd name="T44" fmla="*/ 18 w 1240"/>
                <a:gd name="T45" fmla="*/ 300 h 1507"/>
                <a:gd name="T46" fmla="*/ 32 w 1240"/>
                <a:gd name="T47" fmla="*/ 278 h 1507"/>
                <a:gd name="T48" fmla="*/ 51 w 1240"/>
                <a:gd name="T49" fmla="*/ 259 h 1507"/>
                <a:gd name="T50" fmla="*/ 71 w 1240"/>
                <a:gd name="T51" fmla="*/ 244 h 1507"/>
                <a:gd name="T52" fmla="*/ 95 w 1240"/>
                <a:gd name="T53" fmla="*/ 232 h 1507"/>
                <a:gd name="T54" fmla="*/ 688 w 1240"/>
                <a:gd name="T55" fmla="*/ 10 h 1507"/>
                <a:gd name="T56" fmla="*/ 714 w 1240"/>
                <a:gd name="T57" fmla="*/ 2 h 1507"/>
                <a:gd name="T58" fmla="*/ 741 w 1240"/>
                <a:gd name="T59" fmla="*/ 0 h 1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0" h="1507">
                  <a:moveTo>
                    <a:pt x="741" y="0"/>
                  </a:moveTo>
                  <a:lnTo>
                    <a:pt x="767" y="2"/>
                  </a:lnTo>
                  <a:lnTo>
                    <a:pt x="791" y="10"/>
                  </a:lnTo>
                  <a:lnTo>
                    <a:pt x="814" y="21"/>
                  </a:lnTo>
                  <a:lnTo>
                    <a:pt x="836" y="37"/>
                  </a:lnTo>
                  <a:lnTo>
                    <a:pt x="854" y="55"/>
                  </a:lnTo>
                  <a:lnTo>
                    <a:pt x="869" y="78"/>
                  </a:lnTo>
                  <a:lnTo>
                    <a:pt x="1240" y="773"/>
                  </a:lnTo>
                  <a:lnTo>
                    <a:pt x="930" y="1354"/>
                  </a:lnTo>
                  <a:lnTo>
                    <a:pt x="904" y="1378"/>
                  </a:lnTo>
                  <a:lnTo>
                    <a:pt x="880" y="1405"/>
                  </a:lnTo>
                  <a:lnTo>
                    <a:pt x="859" y="1436"/>
                  </a:lnTo>
                  <a:lnTo>
                    <a:pt x="823" y="1499"/>
                  </a:lnTo>
                  <a:lnTo>
                    <a:pt x="750" y="1500"/>
                  </a:lnTo>
                  <a:lnTo>
                    <a:pt x="717" y="1502"/>
                  </a:lnTo>
                  <a:lnTo>
                    <a:pt x="685" y="1507"/>
                  </a:lnTo>
                  <a:lnTo>
                    <a:pt x="23" y="450"/>
                  </a:lnTo>
                  <a:lnTo>
                    <a:pt x="10" y="427"/>
                  </a:lnTo>
                  <a:lnTo>
                    <a:pt x="2" y="402"/>
                  </a:lnTo>
                  <a:lnTo>
                    <a:pt x="0" y="376"/>
                  </a:lnTo>
                  <a:lnTo>
                    <a:pt x="1" y="350"/>
                  </a:lnTo>
                  <a:lnTo>
                    <a:pt x="7" y="324"/>
                  </a:lnTo>
                  <a:lnTo>
                    <a:pt x="18" y="300"/>
                  </a:lnTo>
                  <a:lnTo>
                    <a:pt x="32" y="278"/>
                  </a:lnTo>
                  <a:lnTo>
                    <a:pt x="51" y="259"/>
                  </a:lnTo>
                  <a:lnTo>
                    <a:pt x="71" y="244"/>
                  </a:lnTo>
                  <a:lnTo>
                    <a:pt x="95" y="232"/>
                  </a:lnTo>
                  <a:lnTo>
                    <a:pt x="688" y="10"/>
                  </a:lnTo>
                  <a:lnTo>
                    <a:pt x="714" y="2"/>
                  </a:lnTo>
                  <a:lnTo>
                    <a:pt x="7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90" name="Freeform 342"/>
            <p:cNvSpPr/>
            <p:nvPr/>
          </p:nvSpPr>
          <p:spPr bwMode="auto">
            <a:xfrm>
              <a:off x="6047" y="1991"/>
              <a:ext cx="138" cy="137"/>
            </a:xfrm>
            <a:custGeom>
              <a:avLst/>
              <a:gdLst>
                <a:gd name="T0" fmla="*/ 774 w 1515"/>
                <a:gd name="T1" fmla="*/ 0 h 1507"/>
                <a:gd name="T2" fmla="*/ 800 w 1515"/>
                <a:gd name="T3" fmla="*/ 2 h 1507"/>
                <a:gd name="T4" fmla="*/ 827 w 1515"/>
                <a:gd name="T5" fmla="*/ 10 h 1507"/>
                <a:gd name="T6" fmla="*/ 1419 w 1515"/>
                <a:gd name="T7" fmla="*/ 232 h 1507"/>
                <a:gd name="T8" fmla="*/ 1443 w 1515"/>
                <a:gd name="T9" fmla="*/ 244 h 1507"/>
                <a:gd name="T10" fmla="*/ 1465 w 1515"/>
                <a:gd name="T11" fmla="*/ 258 h 1507"/>
                <a:gd name="T12" fmla="*/ 1482 w 1515"/>
                <a:gd name="T13" fmla="*/ 277 h 1507"/>
                <a:gd name="T14" fmla="*/ 1497 w 1515"/>
                <a:gd name="T15" fmla="*/ 299 h 1507"/>
                <a:gd name="T16" fmla="*/ 1507 w 1515"/>
                <a:gd name="T17" fmla="*/ 324 h 1507"/>
                <a:gd name="T18" fmla="*/ 1513 w 1515"/>
                <a:gd name="T19" fmla="*/ 350 h 1507"/>
                <a:gd name="T20" fmla="*/ 1515 w 1515"/>
                <a:gd name="T21" fmla="*/ 376 h 1507"/>
                <a:gd name="T22" fmla="*/ 1512 w 1515"/>
                <a:gd name="T23" fmla="*/ 402 h 1507"/>
                <a:gd name="T24" fmla="*/ 1504 w 1515"/>
                <a:gd name="T25" fmla="*/ 427 h 1507"/>
                <a:gd name="T26" fmla="*/ 1493 w 1515"/>
                <a:gd name="T27" fmla="*/ 450 h 1507"/>
                <a:gd name="T28" fmla="*/ 829 w 1515"/>
                <a:gd name="T29" fmla="*/ 1507 h 1507"/>
                <a:gd name="T30" fmla="*/ 797 w 1515"/>
                <a:gd name="T31" fmla="*/ 1502 h 1507"/>
                <a:gd name="T32" fmla="*/ 765 w 1515"/>
                <a:gd name="T33" fmla="*/ 1500 h 1507"/>
                <a:gd name="T34" fmla="*/ 692 w 1515"/>
                <a:gd name="T35" fmla="*/ 1499 h 1507"/>
                <a:gd name="T36" fmla="*/ 655 w 1515"/>
                <a:gd name="T37" fmla="*/ 1436 h 1507"/>
                <a:gd name="T38" fmla="*/ 633 w 1515"/>
                <a:gd name="T39" fmla="*/ 1403 h 1507"/>
                <a:gd name="T40" fmla="*/ 607 w 1515"/>
                <a:gd name="T41" fmla="*/ 1374 h 1507"/>
                <a:gd name="T42" fmla="*/ 578 w 1515"/>
                <a:gd name="T43" fmla="*/ 1349 h 1507"/>
                <a:gd name="T44" fmla="*/ 548 w 1515"/>
                <a:gd name="T45" fmla="*/ 1327 h 1507"/>
                <a:gd name="T46" fmla="*/ 513 w 1515"/>
                <a:gd name="T47" fmla="*/ 1311 h 1507"/>
                <a:gd name="T48" fmla="*/ 477 w 1515"/>
                <a:gd name="T49" fmla="*/ 1298 h 1507"/>
                <a:gd name="T50" fmla="*/ 439 w 1515"/>
                <a:gd name="T51" fmla="*/ 1291 h 1507"/>
                <a:gd name="T52" fmla="*/ 400 w 1515"/>
                <a:gd name="T53" fmla="*/ 1288 h 1507"/>
                <a:gd name="T54" fmla="*/ 363 w 1515"/>
                <a:gd name="T55" fmla="*/ 1291 h 1507"/>
                <a:gd name="T56" fmla="*/ 325 w 1515"/>
                <a:gd name="T57" fmla="*/ 1298 h 1507"/>
                <a:gd name="T58" fmla="*/ 289 w 1515"/>
                <a:gd name="T59" fmla="*/ 1311 h 1507"/>
                <a:gd name="T60" fmla="*/ 255 w 1515"/>
                <a:gd name="T61" fmla="*/ 1327 h 1507"/>
                <a:gd name="T62" fmla="*/ 192 w 1515"/>
                <a:gd name="T63" fmla="*/ 1364 h 1507"/>
                <a:gd name="T64" fmla="*/ 128 w 1515"/>
                <a:gd name="T65" fmla="*/ 1327 h 1507"/>
                <a:gd name="T66" fmla="*/ 98 w 1515"/>
                <a:gd name="T67" fmla="*/ 1312 h 1507"/>
                <a:gd name="T68" fmla="*/ 66 w 1515"/>
                <a:gd name="T69" fmla="*/ 1300 h 1507"/>
                <a:gd name="T70" fmla="*/ 33 w 1515"/>
                <a:gd name="T71" fmla="*/ 1293 h 1507"/>
                <a:gd name="T72" fmla="*/ 0 w 1515"/>
                <a:gd name="T73" fmla="*/ 1289 h 1507"/>
                <a:gd name="T74" fmla="*/ 647 w 1515"/>
                <a:gd name="T75" fmla="*/ 78 h 1507"/>
                <a:gd name="T76" fmla="*/ 661 w 1515"/>
                <a:gd name="T77" fmla="*/ 55 h 1507"/>
                <a:gd name="T78" fmla="*/ 680 w 1515"/>
                <a:gd name="T79" fmla="*/ 37 h 1507"/>
                <a:gd name="T80" fmla="*/ 700 w 1515"/>
                <a:gd name="T81" fmla="*/ 21 h 1507"/>
                <a:gd name="T82" fmla="*/ 724 w 1515"/>
                <a:gd name="T83" fmla="*/ 10 h 1507"/>
                <a:gd name="T84" fmla="*/ 749 w 1515"/>
                <a:gd name="T85" fmla="*/ 2 h 1507"/>
                <a:gd name="T86" fmla="*/ 774 w 1515"/>
                <a:gd name="T87" fmla="*/ 0 h 1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15" h="1507">
                  <a:moveTo>
                    <a:pt x="774" y="0"/>
                  </a:moveTo>
                  <a:lnTo>
                    <a:pt x="800" y="2"/>
                  </a:lnTo>
                  <a:lnTo>
                    <a:pt x="827" y="10"/>
                  </a:lnTo>
                  <a:lnTo>
                    <a:pt x="1419" y="232"/>
                  </a:lnTo>
                  <a:lnTo>
                    <a:pt x="1443" y="244"/>
                  </a:lnTo>
                  <a:lnTo>
                    <a:pt x="1465" y="258"/>
                  </a:lnTo>
                  <a:lnTo>
                    <a:pt x="1482" y="277"/>
                  </a:lnTo>
                  <a:lnTo>
                    <a:pt x="1497" y="299"/>
                  </a:lnTo>
                  <a:lnTo>
                    <a:pt x="1507" y="324"/>
                  </a:lnTo>
                  <a:lnTo>
                    <a:pt x="1513" y="350"/>
                  </a:lnTo>
                  <a:lnTo>
                    <a:pt x="1515" y="376"/>
                  </a:lnTo>
                  <a:lnTo>
                    <a:pt x="1512" y="402"/>
                  </a:lnTo>
                  <a:lnTo>
                    <a:pt x="1504" y="427"/>
                  </a:lnTo>
                  <a:lnTo>
                    <a:pt x="1493" y="450"/>
                  </a:lnTo>
                  <a:lnTo>
                    <a:pt x="829" y="1507"/>
                  </a:lnTo>
                  <a:lnTo>
                    <a:pt x="797" y="1502"/>
                  </a:lnTo>
                  <a:lnTo>
                    <a:pt x="765" y="1500"/>
                  </a:lnTo>
                  <a:lnTo>
                    <a:pt x="692" y="1499"/>
                  </a:lnTo>
                  <a:lnTo>
                    <a:pt x="655" y="1436"/>
                  </a:lnTo>
                  <a:lnTo>
                    <a:pt x="633" y="1403"/>
                  </a:lnTo>
                  <a:lnTo>
                    <a:pt x="607" y="1374"/>
                  </a:lnTo>
                  <a:lnTo>
                    <a:pt x="578" y="1349"/>
                  </a:lnTo>
                  <a:lnTo>
                    <a:pt x="548" y="1327"/>
                  </a:lnTo>
                  <a:lnTo>
                    <a:pt x="513" y="1311"/>
                  </a:lnTo>
                  <a:lnTo>
                    <a:pt x="477" y="1298"/>
                  </a:lnTo>
                  <a:lnTo>
                    <a:pt x="439" y="1291"/>
                  </a:lnTo>
                  <a:lnTo>
                    <a:pt x="400" y="1288"/>
                  </a:lnTo>
                  <a:lnTo>
                    <a:pt x="363" y="1291"/>
                  </a:lnTo>
                  <a:lnTo>
                    <a:pt x="325" y="1298"/>
                  </a:lnTo>
                  <a:lnTo>
                    <a:pt x="289" y="1311"/>
                  </a:lnTo>
                  <a:lnTo>
                    <a:pt x="255" y="1327"/>
                  </a:lnTo>
                  <a:lnTo>
                    <a:pt x="192" y="1364"/>
                  </a:lnTo>
                  <a:lnTo>
                    <a:pt x="128" y="1327"/>
                  </a:lnTo>
                  <a:lnTo>
                    <a:pt x="98" y="1312"/>
                  </a:lnTo>
                  <a:lnTo>
                    <a:pt x="66" y="1300"/>
                  </a:lnTo>
                  <a:lnTo>
                    <a:pt x="33" y="1293"/>
                  </a:lnTo>
                  <a:lnTo>
                    <a:pt x="0" y="1289"/>
                  </a:lnTo>
                  <a:lnTo>
                    <a:pt x="647" y="78"/>
                  </a:lnTo>
                  <a:lnTo>
                    <a:pt x="661" y="55"/>
                  </a:lnTo>
                  <a:lnTo>
                    <a:pt x="680" y="37"/>
                  </a:lnTo>
                  <a:lnTo>
                    <a:pt x="700" y="21"/>
                  </a:lnTo>
                  <a:lnTo>
                    <a:pt x="724" y="10"/>
                  </a:lnTo>
                  <a:lnTo>
                    <a:pt x="749" y="2"/>
                  </a:lnTo>
                  <a:lnTo>
                    <a:pt x="7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91" name="Freeform 343"/>
            <p:cNvSpPr>
              <a:spLocks noEditPoints="1"/>
            </p:cNvSpPr>
            <p:nvPr/>
          </p:nvSpPr>
          <p:spPr bwMode="auto">
            <a:xfrm>
              <a:off x="5980" y="2122"/>
              <a:ext cx="169" cy="170"/>
            </a:xfrm>
            <a:custGeom>
              <a:avLst/>
              <a:gdLst>
                <a:gd name="T0" fmla="*/ 896 w 1858"/>
                <a:gd name="T1" fmla="*/ 325 h 1873"/>
                <a:gd name="T2" fmla="*/ 864 w 1858"/>
                <a:gd name="T3" fmla="*/ 365 h 1873"/>
                <a:gd name="T4" fmla="*/ 393 w 1858"/>
                <a:gd name="T5" fmla="*/ 700 h 1873"/>
                <a:gd name="T6" fmla="*/ 352 w 1858"/>
                <a:gd name="T7" fmla="*/ 729 h 1873"/>
                <a:gd name="T8" fmla="*/ 342 w 1858"/>
                <a:gd name="T9" fmla="*/ 780 h 1873"/>
                <a:gd name="T10" fmla="*/ 369 w 1858"/>
                <a:gd name="T11" fmla="*/ 823 h 1873"/>
                <a:gd name="T12" fmla="*/ 540 w 1858"/>
                <a:gd name="T13" fmla="*/ 1378 h 1873"/>
                <a:gd name="T14" fmla="*/ 555 w 1858"/>
                <a:gd name="T15" fmla="*/ 1426 h 1873"/>
                <a:gd name="T16" fmla="*/ 599 w 1858"/>
                <a:gd name="T17" fmla="*/ 1451 h 1873"/>
                <a:gd name="T18" fmla="*/ 649 w 1858"/>
                <a:gd name="T19" fmla="*/ 1438 h 1873"/>
                <a:gd name="T20" fmla="*/ 1223 w 1858"/>
                <a:gd name="T21" fmla="*/ 1446 h 1873"/>
                <a:gd name="T22" fmla="*/ 1264 w 1858"/>
                <a:gd name="T23" fmla="*/ 1450 h 1873"/>
                <a:gd name="T24" fmla="*/ 1304 w 1858"/>
                <a:gd name="T25" fmla="*/ 1426 h 1873"/>
                <a:gd name="T26" fmla="*/ 1320 w 1858"/>
                <a:gd name="T27" fmla="*/ 1378 h 1873"/>
                <a:gd name="T28" fmla="*/ 1489 w 1858"/>
                <a:gd name="T29" fmla="*/ 823 h 1873"/>
                <a:gd name="T30" fmla="*/ 1517 w 1858"/>
                <a:gd name="T31" fmla="*/ 780 h 1873"/>
                <a:gd name="T32" fmla="*/ 1506 w 1858"/>
                <a:gd name="T33" fmla="*/ 729 h 1873"/>
                <a:gd name="T34" fmla="*/ 1466 w 1858"/>
                <a:gd name="T35" fmla="*/ 700 h 1873"/>
                <a:gd name="T36" fmla="*/ 996 w 1858"/>
                <a:gd name="T37" fmla="*/ 365 h 1873"/>
                <a:gd name="T38" fmla="*/ 963 w 1858"/>
                <a:gd name="T39" fmla="*/ 325 h 1873"/>
                <a:gd name="T40" fmla="*/ 719 w 1858"/>
                <a:gd name="T41" fmla="*/ 0 h 1873"/>
                <a:gd name="T42" fmla="*/ 792 w 1858"/>
                <a:gd name="T43" fmla="*/ 19 h 1873"/>
                <a:gd name="T44" fmla="*/ 1090 w 1858"/>
                <a:gd name="T45" fmla="*/ 8 h 1873"/>
                <a:gd name="T46" fmla="*/ 1165 w 1858"/>
                <a:gd name="T47" fmla="*/ 2 h 1873"/>
                <a:gd name="T48" fmla="*/ 1232 w 1858"/>
                <a:gd name="T49" fmla="*/ 33 h 1873"/>
                <a:gd name="T50" fmla="*/ 1345 w 1858"/>
                <a:gd name="T51" fmla="*/ 210 h 1873"/>
                <a:gd name="T52" fmla="*/ 1559 w 1858"/>
                <a:gd name="T53" fmla="*/ 222 h 1873"/>
                <a:gd name="T54" fmla="*/ 1623 w 1858"/>
                <a:gd name="T55" fmla="*/ 276 h 1873"/>
                <a:gd name="T56" fmla="*/ 1649 w 1858"/>
                <a:gd name="T57" fmla="*/ 358 h 1873"/>
                <a:gd name="T58" fmla="*/ 1806 w 1858"/>
                <a:gd name="T59" fmla="*/ 612 h 1873"/>
                <a:gd name="T60" fmla="*/ 1849 w 1858"/>
                <a:gd name="T61" fmla="*/ 675 h 1873"/>
                <a:gd name="T62" fmla="*/ 1856 w 1858"/>
                <a:gd name="T63" fmla="*/ 749 h 1873"/>
                <a:gd name="T64" fmla="*/ 1760 w 1858"/>
                <a:gd name="T65" fmla="*/ 936 h 1873"/>
                <a:gd name="T66" fmla="*/ 1856 w 1858"/>
                <a:gd name="T67" fmla="*/ 1123 h 1873"/>
                <a:gd name="T68" fmla="*/ 1849 w 1858"/>
                <a:gd name="T69" fmla="*/ 1198 h 1873"/>
                <a:gd name="T70" fmla="*/ 1806 w 1858"/>
                <a:gd name="T71" fmla="*/ 1260 h 1873"/>
                <a:gd name="T72" fmla="*/ 1649 w 1858"/>
                <a:gd name="T73" fmla="*/ 1513 h 1873"/>
                <a:gd name="T74" fmla="*/ 1623 w 1858"/>
                <a:gd name="T75" fmla="*/ 1596 h 1873"/>
                <a:gd name="T76" fmla="*/ 1559 w 1858"/>
                <a:gd name="T77" fmla="*/ 1649 h 1873"/>
                <a:gd name="T78" fmla="*/ 1345 w 1858"/>
                <a:gd name="T79" fmla="*/ 1662 h 1873"/>
                <a:gd name="T80" fmla="*/ 1232 w 1858"/>
                <a:gd name="T81" fmla="*/ 1838 h 1873"/>
                <a:gd name="T82" fmla="*/ 1164 w 1858"/>
                <a:gd name="T83" fmla="*/ 1870 h 1873"/>
                <a:gd name="T84" fmla="*/ 1090 w 1858"/>
                <a:gd name="T85" fmla="*/ 1863 h 1873"/>
                <a:gd name="T86" fmla="*/ 792 w 1858"/>
                <a:gd name="T87" fmla="*/ 1853 h 1873"/>
                <a:gd name="T88" fmla="*/ 719 w 1858"/>
                <a:gd name="T89" fmla="*/ 1872 h 1873"/>
                <a:gd name="T90" fmla="*/ 647 w 1858"/>
                <a:gd name="T91" fmla="*/ 1853 h 1873"/>
                <a:gd name="T92" fmla="*/ 593 w 1858"/>
                <a:gd name="T93" fmla="*/ 1799 h 1873"/>
                <a:gd name="T94" fmla="*/ 327 w 1858"/>
                <a:gd name="T95" fmla="*/ 1657 h 1873"/>
                <a:gd name="T96" fmla="*/ 253 w 1858"/>
                <a:gd name="T97" fmla="*/ 1618 h 1873"/>
                <a:gd name="T98" fmla="*/ 214 w 1858"/>
                <a:gd name="T99" fmla="*/ 1543 h 1873"/>
                <a:gd name="T100" fmla="*/ 73 w 1858"/>
                <a:gd name="T101" fmla="*/ 1275 h 1873"/>
                <a:gd name="T102" fmla="*/ 20 w 1858"/>
                <a:gd name="T103" fmla="*/ 1221 h 1873"/>
                <a:gd name="T104" fmla="*/ 0 w 1858"/>
                <a:gd name="T105" fmla="*/ 1148 h 1873"/>
                <a:gd name="T106" fmla="*/ 20 w 1858"/>
                <a:gd name="T107" fmla="*/ 1073 h 1873"/>
                <a:gd name="T108" fmla="*/ 9 w 1858"/>
                <a:gd name="T109" fmla="*/ 774 h 1873"/>
                <a:gd name="T110" fmla="*/ 3 w 1858"/>
                <a:gd name="T111" fmla="*/ 698 h 1873"/>
                <a:gd name="T112" fmla="*/ 34 w 1858"/>
                <a:gd name="T113" fmla="*/ 631 h 1873"/>
                <a:gd name="T114" fmla="*/ 210 w 1858"/>
                <a:gd name="T115" fmla="*/ 516 h 1873"/>
                <a:gd name="T116" fmla="*/ 222 w 1858"/>
                <a:gd name="T117" fmla="*/ 301 h 1873"/>
                <a:gd name="T118" fmla="*/ 275 w 1858"/>
                <a:gd name="T119" fmla="*/ 237 h 1873"/>
                <a:gd name="T120" fmla="*/ 357 w 1858"/>
                <a:gd name="T121" fmla="*/ 211 h 1873"/>
                <a:gd name="T122" fmla="*/ 608 w 1858"/>
                <a:gd name="T123" fmla="*/ 52 h 1873"/>
                <a:gd name="T124" fmla="*/ 670 w 1858"/>
                <a:gd name="T125" fmla="*/ 8 h 1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58" h="1873">
                  <a:moveTo>
                    <a:pt x="930" y="317"/>
                  </a:moveTo>
                  <a:lnTo>
                    <a:pt x="912" y="319"/>
                  </a:lnTo>
                  <a:lnTo>
                    <a:pt x="896" y="325"/>
                  </a:lnTo>
                  <a:lnTo>
                    <a:pt x="882" y="336"/>
                  </a:lnTo>
                  <a:lnTo>
                    <a:pt x="871" y="349"/>
                  </a:lnTo>
                  <a:lnTo>
                    <a:pt x="864" y="365"/>
                  </a:lnTo>
                  <a:lnTo>
                    <a:pt x="756" y="696"/>
                  </a:lnTo>
                  <a:lnTo>
                    <a:pt x="411" y="696"/>
                  </a:lnTo>
                  <a:lnTo>
                    <a:pt x="393" y="700"/>
                  </a:lnTo>
                  <a:lnTo>
                    <a:pt x="377" y="706"/>
                  </a:lnTo>
                  <a:lnTo>
                    <a:pt x="363" y="716"/>
                  </a:lnTo>
                  <a:lnTo>
                    <a:pt x="352" y="729"/>
                  </a:lnTo>
                  <a:lnTo>
                    <a:pt x="345" y="745"/>
                  </a:lnTo>
                  <a:lnTo>
                    <a:pt x="341" y="763"/>
                  </a:lnTo>
                  <a:lnTo>
                    <a:pt x="342" y="780"/>
                  </a:lnTo>
                  <a:lnTo>
                    <a:pt x="348" y="796"/>
                  </a:lnTo>
                  <a:lnTo>
                    <a:pt x="356" y="811"/>
                  </a:lnTo>
                  <a:lnTo>
                    <a:pt x="369" y="823"/>
                  </a:lnTo>
                  <a:lnTo>
                    <a:pt x="650" y="1028"/>
                  </a:lnTo>
                  <a:lnTo>
                    <a:pt x="543" y="1360"/>
                  </a:lnTo>
                  <a:lnTo>
                    <a:pt x="540" y="1378"/>
                  </a:lnTo>
                  <a:lnTo>
                    <a:pt x="541" y="1395"/>
                  </a:lnTo>
                  <a:lnTo>
                    <a:pt x="546" y="1412"/>
                  </a:lnTo>
                  <a:lnTo>
                    <a:pt x="555" y="1426"/>
                  </a:lnTo>
                  <a:lnTo>
                    <a:pt x="567" y="1438"/>
                  </a:lnTo>
                  <a:lnTo>
                    <a:pt x="583" y="1447"/>
                  </a:lnTo>
                  <a:lnTo>
                    <a:pt x="599" y="1451"/>
                  </a:lnTo>
                  <a:lnTo>
                    <a:pt x="617" y="1451"/>
                  </a:lnTo>
                  <a:lnTo>
                    <a:pt x="634" y="1447"/>
                  </a:lnTo>
                  <a:lnTo>
                    <a:pt x="649" y="1438"/>
                  </a:lnTo>
                  <a:lnTo>
                    <a:pt x="930" y="1233"/>
                  </a:lnTo>
                  <a:lnTo>
                    <a:pt x="1209" y="1438"/>
                  </a:lnTo>
                  <a:lnTo>
                    <a:pt x="1223" y="1446"/>
                  </a:lnTo>
                  <a:lnTo>
                    <a:pt x="1236" y="1450"/>
                  </a:lnTo>
                  <a:lnTo>
                    <a:pt x="1250" y="1451"/>
                  </a:lnTo>
                  <a:lnTo>
                    <a:pt x="1264" y="1450"/>
                  </a:lnTo>
                  <a:lnTo>
                    <a:pt x="1278" y="1446"/>
                  </a:lnTo>
                  <a:lnTo>
                    <a:pt x="1291" y="1438"/>
                  </a:lnTo>
                  <a:lnTo>
                    <a:pt x="1304" y="1426"/>
                  </a:lnTo>
                  <a:lnTo>
                    <a:pt x="1313" y="1412"/>
                  </a:lnTo>
                  <a:lnTo>
                    <a:pt x="1319" y="1395"/>
                  </a:lnTo>
                  <a:lnTo>
                    <a:pt x="1320" y="1378"/>
                  </a:lnTo>
                  <a:lnTo>
                    <a:pt x="1315" y="1360"/>
                  </a:lnTo>
                  <a:lnTo>
                    <a:pt x="1209" y="1028"/>
                  </a:lnTo>
                  <a:lnTo>
                    <a:pt x="1489" y="823"/>
                  </a:lnTo>
                  <a:lnTo>
                    <a:pt x="1502" y="811"/>
                  </a:lnTo>
                  <a:lnTo>
                    <a:pt x="1511" y="796"/>
                  </a:lnTo>
                  <a:lnTo>
                    <a:pt x="1517" y="780"/>
                  </a:lnTo>
                  <a:lnTo>
                    <a:pt x="1518" y="763"/>
                  </a:lnTo>
                  <a:lnTo>
                    <a:pt x="1515" y="745"/>
                  </a:lnTo>
                  <a:lnTo>
                    <a:pt x="1506" y="729"/>
                  </a:lnTo>
                  <a:lnTo>
                    <a:pt x="1496" y="716"/>
                  </a:lnTo>
                  <a:lnTo>
                    <a:pt x="1482" y="706"/>
                  </a:lnTo>
                  <a:lnTo>
                    <a:pt x="1466" y="700"/>
                  </a:lnTo>
                  <a:lnTo>
                    <a:pt x="1449" y="696"/>
                  </a:lnTo>
                  <a:lnTo>
                    <a:pt x="1102" y="696"/>
                  </a:lnTo>
                  <a:lnTo>
                    <a:pt x="996" y="365"/>
                  </a:lnTo>
                  <a:lnTo>
                    <a:pt x="987" y="349"/>
                  </a:lnTo>
                  <a:lnTo>
                    <a:pt x="977" y="336"/>
                  </a:lnTo>
                  <a:lnTo>
                    <a:pt x="963" y="325"/>
                  </a:lnTo>
                  <a:lnTo>
                    <a:pt x="947" y="319"/>
                  </a:lnTo>
                  <a:lnTo>
                    <a:pt x="930" y="317"/>
                  </a:lnTo>
                  <a:close/>
                  <a:moveTo>
                    <a:pt x="719" y="0"/>
                  </a:moveTo>
                  <a:lnTo>
                    <a:pt x="744" y="2"/>
                  </a:lnTo>
                  <a:lnTo>
                    <a:pt x="769" y="8"/>
                  </a:lnTo>
                  <a:lnTo>
                    <a:pt x="792" y="19"/>
                  </a:lnTo>
                  <a:lnTo>
                    <a:pt x="930" y="97"/>
                  </a:lnTo>
                  <a:lnTo>
                    <a:pt x="1066" y="19"/>
                  </a:lnTo>
                  <a:lnTo>
                    <a:pt x="1090" y="8"/>
                  </a:lnTo>
                  <a:lnTo>
                    <a:pt x="1114" y="2"/>
                  </a:lnTo>
                  <a:lnTo>
                    <a:pt x="1140" y="0"/>
                  </a:lnTo>
                  <a:lnTo>
                    <a:pt x="1165" y="2"/>
                  </a:lnTo>
                  <a:lnTo>
                    <a:pt x="1189" y="8"/>
                  </a:lnTo>
                  <a:lnTo>
                    <a:pt x="1211" y="19"/>
                  </a:lnTo>
                  <a:lnTo>
                    <a:pt x="1232" y="33"/>
                  </a:lnTo>
                  <a:lnTo>
                    <a:pt x="1250" y="52"/>
                  </a:lnTo>
                  <a:lnTo>
                    <a:pt x="1266" y="73"/>
                  </a:lnTo>
                  <a:lnTo>
                    <a:pt x="1345" y="210"/>
                  </a:lnTo>
                  <a:lnTo>
                    <a:pt x="1502" y="211"/>
                  </a:lnTo>
                  <a:lnTo>
                    <a:pt x="1531" y="214"/>
                  </a:lnTo>
                  <a:lnTo>
                    <a:pt x="1559" y="222"/>
                  </a:lnTo>
                  <a:lnTo>
                    <a:pt x="1584" y="237"/>
                  </a:lnTo>
                  <a:lnTo>
                    <a:pt x="1605" y="254"/>
                  </a:lnTo>
                  <a:lnTo>
                    <a:pt x="1623" y="276"/>
                  </a:lnTo>
                  <a:lnTo>
                    <a:pt x="1636" y="301"/>
                  </a:lnTo>
                  <a:lnTo>
                    <a:pt x="1646" y="328"/>
                  </a:lnTo>
                  <a:lnTo>
                    <a:pt x="1649" y="358"/>
                  </a:lnTo>
                  <a:lnTo>
                    <a:pt x="1650" y="516"/>
                  </a:lnTo>
                  <a:lnTo>
                    <a:pt x="1785" y="597"/>
                  </a:lnTo>
                  <a:lnTo>
                    <a:pt x="1806" y="612"/>
                  </a:lnTo>
                  <a:lnTo>
                    <a:pt x="1824" y="630"/>
                  </a:lnTo>
                  <a:lnTo>
                    <a:pt x="1838" y="652"/>
                  </a:lnTo>
                  <a:lnTo>
                    <a:pt x="1849" y="675"/>
                  </a:lnTo>
                  <a:lnTo>
                    <a:pt x="1856" y="698"/>
                  </a:lnTo>
                  <a:lnTo>
                    <a:pt x="1858" y="723"/>
                  </a:lnTo>
                  <a:lnTo>
                    <a:pt x="1856" y="749"/>
                  </a:lnTo>
                  <a:lnTo>
                    <a:pt x="1850" y="774"/>
                  </a:lnTo>
                  <a:lnTo>
                    <a:pt x="1838" y="798"/>
                  </a:lnTo>
                  <a:lnTo>
                    <a:pt x="1760" y="936"/>
                  </a:lnTo>
                  <a:lnTo>
                    <a:pt x="1838" y="1073"/>
                  </a:lnTo>
                  <a:lnTo>
                    <a:pt x="1850" y="1098"/>
                  </a:lnTo>
                  <a:lnTo>
                    <a:pt x="1856" y="1123"/>
                  </a:lnTo>
                  <a:lnTo>
                    <a:pt x="1858" y="1148"/>
                  </a:lnTo>
                  <a:lnTo>
                    <a:pt x="1856" y="1173"/>
                  </a:lnTo>
                  <a:lnTo>
                    <a:pt x="1849" y="1198"/>
                  </a:lnTo>
                  <a:lnTo>
                    <a:pt x="1838" y="1221"/>
                  </a:lnTo>
                  <a:lnTo>
                    <a:pt x="1824" y="1241"/>
                  </a:lnTo>
                  <a:lnTo>
                    <a:pt x="1806" y="1260"/>
                  </a:lnTo>
                  <a:lnTo>
                    <a:pt x="1785" y="1275"/>
                  </a:lnTo>
                  <a:lnTo>
                    <a:pt x="1650" y="1355"/>
                  </a:lnTo>
                  <a:lnTo>
                    <a:pt x="1649" y="1513"/>
                  </a:lnTo>
                  <a:lnTo>
                    <a:pt x="1646" y="1543"/>
                  </a:lnTo>
                  <a:lnTo>
                    <a:pt x="1636" y="1571"/>
                  </a:lnTo>
                  <a:lnTo>
                    <a:pt x="1623" y="1596"/>
                  </a:lnTo>
                  <a:lnTo>
                    <a:pt x="1605" y="1618"/>
                  </a:lnTo>
                  <a:lnTo>
                    <a:pt x="1584" y="1636"/>
                  </a:lnTo>
                  <a:lnTo>
                    <a:pt x="1559" y="1649"/>
                  </a:lnTo>
                  <a:lnTo>
                    <a:pt x="1531" y="1657"/>
                  </a:lnTo>
                  <a:lnTo>
                    <a:pt x="1502" y="1660"/>
                  </a:lnTo>
                  <a:lnTo>
                    <a:pt x="1345" y="1662"/>
                  </a:lnTo>
                  <a:lnTo>
                    <a:pt x="1266" y="1799"/>
                  </a:lnTo>
                  <a:lnTo>
                    <a:pt x="1250" y="1821"/>
                  </a:lnTo>
                  <a:lnTo>
                    <a:pt x="1232" y="1838"/>
                  </a:lnTo>
                  <a:lnTo>
                    <a:pt x="1211" y="1853"/>
                  </a:lnTo>
                  <a:lnTo>
                    <a:pt x="1188" y="1863"/>
                  </a:lnTo>
                  <a:lnTo>
                    <a:pt x="1164" y="1870"/>
                  </a:lnTo>
                  <a:lnTo>
                    <a:pt x="1138" y="1873"/>
                  </a:lnTo>
                  <a:lnTo>
                    <a:pt x="1113" y="1870"/>
                  </a:lnTo>
                  <a:lnTo>
                    <a:pt x="1090" y="1863"/>
                  </a:lnTo>
                  <a:lnTo>
                    <a:pt x="1066" y="1853"/>
                  </a:lnTo>
                  <a:lnTo>
                    <a:pt x="930" y="1774"/>
                  </a:lnTo>
                  <a:lnTo>
                    <a:pt x="792" y="1853"/>
                  </a:lnTo>
                  <a:lnTo>
                    <a:pt x="769" y="1863"/>
                  </a:lnTo>
                  <a:lnTo>
                    <a:pt x="744" y="1871"/>
                  </a:lnTo>
                  <a:lnTo>
                    <a:pt x="719" y="1872"/>
                  </a:lnTo>
                  <a:lnTo>
                    <a:pt x="694" y="1870"/>
                  </a:lnTo>
                  <a:lnTo>
                    <a:pt x="670" y="1863"/>
                  </a:lnTo>
                  <a:lnTo>
                    <a:pt x="647" y="1853"/>
                  </a:lnTo>
                  <a:lnTo>
                    <a:pt x="626" y="1838"/>
                  </a:lnTo>
                  <a:lnTo>
                    <a:pt x="608" y="1821"/>
                  </a:lnTo>
                  <a:lnTo>
                    <a:pt x="593" y="1799"/>
                  </a:lnTo>
                  <a:lnTo>
                    <a:pt x="514" y="1662"/>
                  </a:lnTo>
                  <a:lnTo>
                    <a:pt x="357" y="1660"/>
                  </a:lnTo>
                  <a:lnTo>
                    <a:pt x="327" y="1657"/>
                  </a:lnTo>
                  <a:lnTo>
                    <a:pt x="299" y="1649"/>
                  </a:lnTo>
                  <a:lnTo>
                    <a:pt x="275" y="1636"/>
                  </a:lnTo>
                  <a:lnTo>
                    <a:pt x="253" y="1618"/>
                  </a:lnTo>
                  <a:lnTo>
                    <a:pt x="235" y="1596"/>
                  </a:lnTo>
                  <a:lnTo>
                    <a:pt x="222" y="1571"/>
                  </a:lnTo>
                  <a:lnTo>
                    <a:pt x="214" y="1543"/>
                  </a:lnTo>
                  <a:lnTo>
                    <a:pt x="211" y="1513"/>
                  </a:lnTo>
                  <a:lnTo>
                    <a:pt x="210" y="1355"/>
                  </a:lnTo>
                  <a:lnTo>
                    <a:pt x="73" y="1275"/>
                  </a:lnTo>
                  <a:lnTo>
                    <a:pt x="52" y="1260"/>
                  </a:lnTo>
                  <a:lnTo>
                    <a:pt x="34" y="1241"/>
                  </a:lnTo>
                  <a:lnTo>
                    <a:pt x="20" y="1221"/>
                  </a:lnTo>
                  <a:lnTo>
                    <a:pt x="9" y="1197"/>
                  </a:lnTo>
                  <a:lnTo>
                    <a:pt x="3" y="1173"/>
                  </a:lnTo>
                  <a:lnTo>
                    <a:pt x="0" y="1148"/>
                  </a:lnTo>
                  <a:lnTo>
                    <a:pt x="2" y="1123"/>
                  </a:lnTo>
                  <a:lnTo>
                    <a:pt x="9" y="1098"/>
                  </a:lnTo>
                  <a:lnTo>
                    <a:pt x="20" y="1073"/>
                  </a:lnTo>
                  <a:lnTo>
                    <a:pt x="98" y="936"/>
                  </a:lnTo>
                  <a:lnTo>
                    <a:pt x="20" y="798"/>
                  </a:lnTo>
                  <a:lnTo>
                    <a:pt x="9" y="774"/>
                  </a:lnTo>
                  <a:lnTo>
                    <a:pt x="2" y="749"/>
                  </a:lnTo>
                  <a:lnTo>
                    <a:pt x="0" y="723"/>
                  </a:lnTo>
                  <a:lnTo>
                    <a:pt x="3" y="698"/>
                  </a:lnTo>
                  <a:lnTo>
                    <a:pt x="9" y="675"/>
                  </a:lnTo>
                  <a:lnTo>
                    <a:pt x="20" y="652"/>
                  </a:lnTo>
                  <a:lnTo>
                    <a:pt x="34" y="631"/>
                  </a:lnTo>
                  <a:lnTo>
                    <a:pt x="52" y="612"/>
                  </a:lnTo>
                  <a:lnTo>
                    <a:pt x="73" y="597"/>
                  </a:lnTo>
                  <a:lnTo>
                    <a:pt x="210" y="516"/>
                  </a:lnTo>
                  <a:lnTo>
                    <a:pt x="211" y="358"/>
                  </a:lnTo>
                  <a:lnTo>
                    <a:pt x="214" y="328"/>
                  </a:lnTo>
                  <a:lnTo>
                    <a:pt x="222" y="301"/>
                  </a:lnTo>
                  <a:lnTo>
                    <a:pt x="235" y="276"/>
                  </a:lnTo>
                  <a:lnTo>
                    <a:pt x="253" y="254"/>
                  </a:lnTo>
                  <a:lnTo>
                    <a:pt x="275" y="237"/>
                  </a:lnTo>
                  <a:lnTo>
                    <a:pt x="299" y="223"/>
                  </a:lnTo>
                  <a:lnTo>
                    <a:pt x="327" y="214"/>
                  </a:lnTo>
                  <a:lnTo>
                    <a:pt x="357" y="211"/>
                  </a:lnTo>
                  <a:lnTo>
                    <a:pt x="514" y="210"/>
                  </a:lnTo>
                  <a:lnTo>
                    <a:pt x="593" y="73"/>
                  </a:lnTo>
                  <a:lnTo>
                    <a:pt x="608" y="52"/>
                  </a:lnTo>
                  <a:lnTo>
                    <a:pt x="626" y="33"/>
                  </a:lnTo>
                  <a:lnTo>
                    <a:pt x="647" y="19"/>
                  </a:lnTo>
                  <a:lnTo>
                    <a:pt x="670" y="8"/>
                  </a:lnTo>
                  <a:lnTo>
                    <a:pt x="694" y="2"/>
                  </a:lnTo>
                  <a:lnTo>
                    <a:pt x="7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 </a:t>
            </a:r>
          </a:p>
        </p:txBody>
      </p:sp>
      <p:sp>
        <p:nvSpPr>
          <p:cNvPr id="2049" name="Slide Number Placeholder 20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1AB7-65BE-463D-9AF3-0E306DDDB8CD}" type="slidenum">
              <a:rPr lang="en-GB" smtClean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pPr/>
              <a:t>22</a:t>
            </a:fld>
            <a:endParaRPr lang="en-GB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push dir="u"/>
      </p:transition>
    </mc:Choice>
    <mc:Fallback xmlns="">
      <p:transition spd="slow" advClick="0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AD68F-0959-1BF4-BAE5-EEEA305C1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1BF4E35-1099-39EF-7C0C-6048A0D2BF8D}"/>
              </a:ext>
            </a:extLst>
          </p:cNvPr>
          <p:cNvGrpSpPr/>
          <p:nvPr/>
        </p:nvGrpSpPr>
        <p:grpSpPr>
          <a:xfrm>
            <a:off x="2725010" y="1134571"/>
            <a:ext cx="569038" cy="569038"/>
            <a:chOff x="4767397" y="3625137"/>
            <a:chExt cx="569038" cy="569038"/>
          </a:xfrm>
        </p:grpSpPr>
        <p:sp>
          <p:nvSpPr>
            <p:cNvPr id="27" name="PA_椭圆 26">
              <a:extLst>
                <a:ext uri="{FF2B5EF4-FFF2-40B4-BE49-F238E27FC236}">
                  <a16:creationId xmlns:a16="http://schemas.microsoft.com/office/drawing/2014/main" id="{28EAD2CB-B15A-B7E3-2D46-9D8D142B7944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4767397" y="3625137"/>
              <a:ext cx="569038" cy="5690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55" name="PA_形状 2550">
              <a:extLst>
                <a:ext uri="{FF2B5EF4-FFF2-40B4-BE49-F238E27FC236}">
                  <a16:creationId xmlns:a16="http://schemas.microsoft.com/office/drawing/2014/main" id="{B8332798-E0A1-765F-F802-C679326EE1C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943026" y="3800766"/>
              <a:ext cx="217781" cy="2177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109" y="7364"/>
                  </a:moveTo>
                  <a:cubicBezTo>
                    <a:pt x="20838" y="7364"/>
                    <a:pt x="20618" y="7584"/>
                    <a:pt x="20618" y="7855"/>
                  </a:cubicBezTo>
                  <a:lnTo>
                    <a:pt x="20618" y="18655"/>
                  </a:lnTo>
                  <a:cubicBezTo>
                    <a:pt x="20618" y="19739"/>
                    <a:pt x="19739" y="20618"/>
                    <a:pt x="18655" y="20618"/>
                  </a:cubicBezTo>
                  <a:lnTo>
                    <a:pt x="2945" y="20618"/>
                  </a:lnTo>
                  <a:cubicBezTo>
                    <a:pt x="1861" y="20618"/>
                    <a:pt x="982" y="19739"/>
                    <a:pt x="982" y="18655"/>
                  </a:cubicBezTo>
                  <a:lnTo>
                    <a:pt x="982" y="2945"/>
                  </a:lnTo>
                  <a:cubicBezTo>
                    <a:pt x="982" y="1861"/>
                    <a:pt x="1861" y="982"/>
                    <a:pt x="2945" y="982"/>
                  </a:cubicBezTo>
                  <a:lnTo>
                    <a:pt x="13745" y="982"/>
                  </a:lnTo>
                  <a:cubicBezTo>
                    <a:pt x="14017" y="982"/>
                    <a:pt x="14236" y="762"/>
                    <a:pt x="14236" y="491"/>
                  </a:cubicBezTo>
                  <a:cubicBezTo>
                    <a:pt x="14236" y="220"/>
                    <a:pt x="14017" y="0"/>
                    <a:pt x="13745" y="0"/>
                  </a:cubicBezTo>
                  <a:lnTo>
                    <a:pt x="2945" y="0"/>
                  </a:lnTo>
                  <a:cubicBezTo>
                    <a:pt x="1318" y="0"/>
                    <a:pt x="0" y="1319"/>
                    <a:pt x="0" y="2945"/>
                  </a:cubicBezTo>
                  <a:lnTo>
                    <a:pt x="0" y="18655"/>
                  </a:lnTo>
                  <a:cubicBezTo>
                    <a:pt x="0" y="20282"/>
                    <a:pt x="1318" y="21600"/>
                    <a:pt x="2945" y="21600"/>
                  </a:cubicBezTo>
                  <a:lnTo>
                    <a:pt x="18655" y="21600"/>
                  </a:lnTo>
                  <a:cubicBezTo>
                    <a:pt x="20282" y="21600"/>
                    <a:pt x="21600" y="20282"/>
                    <a:pt x="21600" y="18655"/>
                  </a:cubicBezTo>
                  <a:lnTo>
                    <a:pt x="21600" y="7855"/>
                  </a:lnTo>
                  <a:cubicBezTo>
                    <a:pt x="21600" y="7584"/>
                    <a:pt x="21380" y="7364"/>
                    <a:pt x="21109" y="7364"/>
                  </a:cubicBezTo>
                  <a:moveTo>
                    <a:pt x="7006" y="12764"/>
                  </a:moveTo>
                  <a:lnTo>
                    <a:pt x="8836" y="12764"/>
                  </a:lnTo>
                  <a:lnTo>
                    <a:pt x="8836" y="14594"/>
                  </a:lnTo>
                  <a:lnTo>
                    <a:pt x="6627" y="14973"/>
                  </a:lnTo>
                  <a:cubicBezTo>
                    <a:pt x="6627" y="14973"/>
                    <a:pt x="7006" y="12764"/>
                    <a:pt x="7006" y="12764"/>
                  </a:cubicBezTo>
                  <a:close/>
                  <a:moveTo>
                    <a:pt x="16775" y="2742"/>
                  </a:moveTo>
                  <a:lnTo>
                    <a:pt x="18858" y="4825"/>
                  </a:lnTo>
                  <a:lnTo>
                    <a:pt x="9818" y="13865"/>
                  </a:lnTo>
                  <a:lnTo>
                    <a:pt x="9818" y="11782"/>
                  </a:lnTo>
                  <a:lnTo>
                    <a:pt x="7736" y="11782"/>
                  </a:lnTo>
                  <a:cubicBezTo>
                    <a:pt x="7736" y="11782"/>
                    <a:pt x="16775" y="2742"/>
                    <a:pt x="16775" y="2742"/>
                  </a:cubicBezTo>
                  <a:close/>
                  <a:moveTo>
                    <a:pt x="18104" y="1414"/>
                  </a:moveTo>
                  <a:cubicBezTo>
                    <a:pt x="18371" y="1147"/>
                    <a:pt x="18739" y="982"/>
                    <a:pt x="19145" y="982"/>
                  </a:cubicBezTo>
                  <a:cubicBezTo>
                    <a:pt x="19959" y="982"/>
                    <a:pt x="20618" y="1642"/>
                    <a:pt x="20618" y="2455"/>
                  </a:cubicBezTo>
                  <a:cubicBezTo>
                    <a:pt x="20618" y="2861"/>
                    <a:pt x="20453" y="3230"/>
                    <a:pt x="20187" y="3496"/>
                  </a:cubicBezTo>
                  <a:lnTo>
                    <a:pt x="19552" y="4131"/>
                  </a:lnTo>
                  <a:lnTo>
                    <a:pt x="17469" y="2048"/>
                  </a:lnTo>
                  <a:cubicBezTo>
                    <a:pt x="17469" y="2048"/>
                    <a:pt x="18104" y="1414"/>
                    <a:pt x="18104" y="1414"/>
                  </a:cubicBezTo>
                  <a:close/>
                  <a:moveTo>
                    <a:pt x="5400" y="16200"/>
                  </a:moveTo>
                  <a:lnTo>
                    <a:pt x="9590" y="15481"/>
                  </a:lnTo>
                  <a:lnTo>
                    <a:pt x="20881" y="4190"/>
                  </a:lnTo>
                  <a:cubicBezTo>
                    <a:pt x="21325" y="3746"/>
                    <a:pt x="21600" y="3133"/>
                    <a:pt x="21600" y="2455"/>
                  </a:cubicBezTo>
                  <a:cubicBezTo>
                    <a:pt x="21600" y="1099"/>
                    <a:pt x="20501" y="0"/>
                    <a:pt x="19145" y="0"/>
                  </a:cubicBezTo>
                  <a:cubicBezTo>
                    <a:pt x="18468" y="0"/>
                    <a:pt x="17854" y="275"/>
                    <a:pt x="17410" y="719"/>
                  </a:cubicBezTo>
                  <a:lnTo>
                    <a:pt x="6119" y="12010"/>
                  </a:lnTo>
                  <a:cubicBezTo>
                    <a:pt x="6119" y="12010"/>
                    <a:pt x="5400" y="16200"/>
                    <a:pt x="5400" y="1620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D64DA8-92F7-2589-2E97-9B2F8B5BC9E7}"/>
              </a:ext>
            </a:extLst>
          </p:cNvPr>
          <p:cNvGrpSpPr/>
          <p:nvPr/>
        </p:nvGrpSpPr>
        <p:grpSpPr>
          <a:xfrm>
            <a:off x="8653132" y="2859962"/>
            <a:ext cx="569038" cy="569038"/>
            <a:chOff x="8302218" y="2544832"/>
            <a:chExt cx="569038" cy="569038"/>
          </a:xfrm>
        </p:grpSpPr>
        <p:sp>
          <p:nvSpPr>
            <p:cNvPr id="29" name="PA_椭圆 28">
              <a:extLst>
                <a:ext uri="{FF2B5EF4-FFF2-40B4-BE49-F238E27FC236}">
                  <a16:creationId xmlns:a16="http://schemas.microsoft.com/office/drawing/2014/main" id="{F454E089-4724-C4BD-3CCF-62720BBBE6A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302218" y="2544832"/>
              <a:ext cx="569038" cy="5690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56" name="PA_形状 2587">
              <a:extLst>
                <a:ext uri="{FF2B5EF4-FFF2-40B4-BE49-F238E27FC236}">
                  <a16:creationId xmlns:a16="http://schemas.microsoft.com/office/drawing/2014/main" id="{66A21DE8-D9B9-7C20-9C35-AF1687763B2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477847" y="2720461"/>
              <a:ext cx="217781" cy="2177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281" y="19846"/>
                  </a:moveTo>
                  <a:lnTo>
                    <a:pt x="9413" y="12882"/>
                  </a:lnTo>
                  <a:lnTo>
                    <a:pt x="19655" y="2640"/>
                  </a:lnTo>
                  <a:cubicBezTo>
                    <a:pt x="19655" y="2640"/>
                    <a:pt x="12281" y="19846"/>
                    <a:pt x="12281" y="19846"/>
                  </a:cubicBezTo>
                  <a:close/>
                  <a:moveTo>
                    <a:pt x="1755" y="9320"/>
                  </a:moveTo>
                  <a:lnTo>
                    <a:pt x="18960" y="1945"/>
                  </a:lnTo>
                  <a:lnTo>
                    <a:pt x="8719" y="12187"/>
                  </a:lnTo>
                  <a:cubicBezTo>
                    <a:pt x="8719" y="12187"/>
                    <a:pt x="1755" y="9320"/>
                    <a:pt x="1755" y="9320"/>
                  </a:cubicBezTo>
                  <a:close/>
                  <a:moveTo>
                    <a:pt x="21600" y="491"/>
                  </a:moveTo>
                  <a:cubicBezTo>
                    <a:pt x="21600" y="220"/>
                    <a:pt x="21380" y="0"/>
                    <a:pt x="21109" y="0"/>
                  </a:cubicBezTo>
                  <a:cubicBezTo>
                    <a:pt x="21034" y="0"/>
                    <a:pt x="20964" y="20"/>
                    <a:pt x="20900" y="52"/>
                  </a:cubicBezTo>
                  <a:lnTo>
                    <a:pt x="20898" y="48"/>
                  </a:lnTo>
                  <a:lnTo>
                    <a:pt x="302" y="8875"/>
                  </a:lnTo>
                  <a:cubicBezTo>
                    <a:pt x="301" y="8875"/>
                    <a:pt x="299" y="8876"/>
                    <a:pt x="297" y="8877"/>
                  </a:cubicBezTo>
                  <a:lnTo>
                    <a:pt x="280" y="8885"/>
                  </a:lnTo>
                  <a:lnTo>
                    <a:pt x="281" y="8887"/>
                  </a:lnTo>
                  <a:cubicBezTo>
                    <a:pt x="116" y="8967"/>
                    <a:pt x="0" y="9132"/>
                    <a:pt x="0" y="9327"/>
                  </a:cubicBezTo>
                  <a:cubicBezTo>
                    <a:pt x="0" y="9550"/>
                    <a:pt x="151" y="9731"/>
                    <a:pt x="355" y="9791"/>
                  </a:cubicBezTo>
                  <a:lnTo>
                    <a:pt x="353" y="9799"/>
                  </a:lnTo>
                  <a:lnTo>
                    <a:pt x="8462" y="13138"/>
                  </a:lnTo>
                  <a:lnTo>
                    <a:pt x="11801" y="21248"/>
                  </a:lnTo>
                  <a:lnTo>
                    <a:pt x="11809" y="21245"/>
                  </a:lnTo>
                  <a:cubicBezTo>
                    <a:pt x="11869" y="21449"/>
                    <a:pt x="12050" y="21600"/>
                    <a:pt x="12273" y="21600"/>
                  </a:cubicBezTo>
                  <a:cubicBezTo>
                    <a:pt x="12468" y="21600"/>
                    <a:pt x="12634" y="21484"/>
                    <a:pt x="12713" y="21319"/>
                  </a:cubicBezTo>
                  <a:lnTo>
                    <a:pt x="12716" y="21320"/>
                  </a:lnTo>
                  <a:lnTo>
                    <a:pt x="12723" y="21303"/>
                  </a:lnTo>
                  <a:cubicBezTo>
                    <a:pt x="12724" y="21301"/>
                    <a:pt x="12725" y="21300"/>
                    <a:pt x="12725" y="21298"/>
                  </a:cubicBezTo>
                  <a:lnTo>
                    <a:pt x="21553" y="702"/>
                  </a:lnTo>
                  <a:lnTo>
                    <a:pt x="21547" y="699"/>
                  </a:lnTo>
                  <a:cubicBezTo>
                    <a:pt x="21578" y="636"/>
                    <a:pt x="21600" y="567"/>
                    <a:pt x="21600" y="491"/>
                  </a:cubicBezTo>
                  <a:moveTo>
                    <a:pt x="7855" y="16200"/>
                  </a:moveTo>
                  <a:cubicBezTo>
                    <a:pt x="7719" y="16200"/>
                    <a:pt x="7596" y="16255"/>
                    <a:pt x="7507" y="16344"/>
                  </a:cubicBezTo>
                  <a:lnTo>
                    <a:pt x="6035" y="17817"/>
                  </a:lnTo>
                  <a:cubicBezTo>
                    <a:pt x="5946" y="17905"/>
                    <a:pt x="5891" y="18029"/>
                    <a:pt x="5891" y="18164"/>
                  </a:cubicBezTo>
                  <a:cubicBezTo>
                    <a:pt x="5891" y="18435"/>
                    <a:pt x="6111" y="18655"/>
                    <a:pt x="6382" y="18655"/>
                  </a:cubicBezTo>
                  <a:cubicBezTo>
                    <a:pt x="6517" y="18655"/>
                    <a:pt x="6640" y="18600"/>
                    <a:pt x="6729" y="18511"/>
                  </a:cubicBezTo>
                  <a:lnTo>
                    <a:pt x="8202" y="17038"/>
                  </a:lnTo>
                  <a:cubicBezTo>
                    <a:pt x="8291" y="16950"/>
                    <a:pt x="8345" y="16827"/>
                    <a:pt x="8345" y="16691"/>
                  </a:cubicBezTo>
                  <a:cubicBezTo>
                    <a:pt x="8345" y="16420"/>
                    <a:pt x="8126" y="16200"/>
                    <a:pt x="7855" y="16200"/>
                  </a:cubicBezTo>
                  <a:moveTo>
                    <a:pt x="7855" y="14237"/>
                  </a:moveTo>
                  <a:cubicBezTo>
                    <a:pt x="7855" y="13966"/>
                    <a:pt x="7635" y="13745"/>
                    <a:pt x="7364" y="13745"/>
                  </a:cubicBezTo>
                  <a:cubicBezTo>
                    <a:pt x="7228" y="13745"/>
                    <a:pt x="7105" y="13801"/>
                    <a:pt x="7017" y="13889"/>
                  </a:cubicBezTo>
                  <a:lnTo>
                    <a:pt x="2107" y="18798"/>
                  </a:lnTo>
                  <a:cubicBezTo>
                    <a:pt x="2019" y="18888"/>
                    <a:pt x="1964" y="19011"/>
                    <a:pt x="1964" y="19145"/>
                  </a:cubicBezTo>
                  <a:cubicBezTo>
                    <a:pt x="1964" y="19417"/>
                    <a:pt x="2184" y="19636"/>
                    <a:pt x="2455" y="19636"/>
                  </a:cubicBezTo>
                  <a:cubicBezTo>
                    <a:pt x="2590" y="19636"/>
                    <a:pt x="2713" y="19582"/>
                    <a:pt x="2802" y="19493"/>
                  </a:cubicBezTo>
                  <a:lnTo>
                    <a:pt x="7711" y="14583"/>
                  </a:lnTo>
                  <a:cubicBezTo>
                    <a:pt x="7800" y="14495"/>
                    <a:pt x="7855" y="14372"/>
                    <a:pt x="7855" y="14237"/>
                  </a:cubicBezTo>
                  <a:moveTo>
                    <a:pt x="4765" y="14583"/>
                  </a:moveTo>
                  <a:lnTo>
                    <a:pt x="5256" y="14093"/>
                  </a:lnTo>
                  <a:cubicBezTo>
                    <a:pt x="5345" y="14004"/>
                    <a:pt x="5400" y="13881"/>
                    <a:pt x="5400" y="13745"/>
                  </a:cubicBezTo>
                  <a:cubicBezTo>
                    <a:pt x="5400" y="13475"/>
                    <a:pt x="5180" y="13255"/>
                    <a:pt x="4909" y="13255"/>
                  </a:cubicBezTo>
                  <a:cubicBezTo>
                    <a:pt x="4774" y="13255"/>
                    <a:pt x="4651" y="13310"/>
                    <a:pt x="4562" y="13398"/>
                  </a:cubicBezTo>
                  <a:lnTo>
                    <a:pt x="4071" y="13889"/>
                  </a:lnTo>
                  <a:cubicBezTo>
                    <a:pt x="3982" y="13979"/>
                    <a:pt x="3927" y="14101"/>
                    <a:pt x="3927" y="14237"/>
                  </a:cubicBezTo>
                  <a:cubicBezTo>
                    <a:pt x="3927" y="14507"/>
                    <a:pt x="4147" y="14727"/>
                    <a:pt x="4418" y="14727"/>
                  </a:cubicBezTo>
                  <a:cubicBezTo>
                    <a:pt x="4554" y="14727"/>
                    <a:pt x="4676" y="14673"/>
                    <a:pt x="4765" y="14583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C190060-84D3-E83C-BA70-B20D88C82DEA}"/>
              </a:ext>
            </a:extLst>
          </p:cNvPr>
          <p:cNvGrpSpPr/>
          <p:nvPr/>
        </p:nvGrpSpPr>
        <p:grpSpPr>
          <a:xfrm>
            <a:off x="8528506" y="1243461"/>
            <a:ext cx="569038" cy="569038"/>
            <a:chOff x="10554100" y="1632996"/>
            <a:chExt cx="569038" cy="569038"/>
          </a:xfrm>
        </p:grpSpPr>
        <p:sp>
          <p:nvSpPr>
            <p:cNvPr id="30" name="PA_椭圆 29">
              <a:extLst>
                <a:ext uri="{FF2B5EF4-FFF2-40B4-BE49-F238E27FC236}">
                  <a16:creationId xmlns:a16="http://schemas.microsoft.com/office/drawing/2014/main" id="{5B5EFB9E-FD65-52BE-3DA0-5087AEF0F5F5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0554100" y="1632996"/>
              <a:ext cx="569038" cy="5690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57" name="PA_形状 2613">
              <a:extLst>
                <a:ext uri="{FF2B5EF4-FFF2-40B4-BE49-F238E27FC236}">
                  <a16:creationId xmlns:a16="http://schemas.microsoft.com/office/drawing/2014/main" id="{42A42501-85E0-DB1C-800D-30C288508BA4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729729" y="1808625"/>
              <a:ext cx="217781" cy="2177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964"/>
                  </a:moveTo>
                  <a:lnTo>
                    <a:pt x="10800" y="1964"/>
                  </a:lnTo>
                  <a:cubicBezTo>
                    <a:pt x="8836" y="1964"/>
                    <a:pt x="8836" y="0"/>
                    <a:pt x="6873" y="0"/>
                  </a:cubicBez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5709"/>
                  </a:lnTo>
                  <a:cubicBezTo>
                    <a:pt x="0" y="16794"/>
                    <a:pt x="879" y="17673"/>
                    <a:pt x="1964" y="17673"/>
                  </a:cubicBezTo>
                  <a:lnTo>
                    <a:pt x="6599" y="17673"/>
                  </a:lnTo>
                  <a:cubicBezTo>
                    <a:pt x="6257" y="17372"/>
                    <a:pt x="5941" y="17046"/>
                    <a:pt x="5656" y="16691"/>
                  </a:cubicBezTo>
                  <a:lnTo>
                    <a:pt x="1964" y="16691"/>
                  </a:lnTo>
                  <a:cubicBezTo>
                    <a:pt x="1422" y="16691"/>
                    <a:pt x="982" y="16252"/>
                    <a:pt x="982" y="15709"/>
                  </a:cubicBezTo>
                  <a:lnTo>
                    <a:pt x="982" y="5891"/>
                  </a:lnTo>
                  <a:lnTo>
                    <a:pt x="6599" y="5891"/>
                  </a:lnTo>
                  <a:cubicBezTo>
                    <a:pt x="7023" y="5517"/>
                    <a:pt x="7484" y="5185"/>
                    <a:pt x="7982" y="4909"/>
                  </a:cubicBezTo>
                  <a:lnTo>
                    <a:pt x="982" y="4909"/>
                  </a:lnTo>
                  <a:lnTo>
                    <a:pt x="982" y="1964"/>
                  </a:lnTo>
                  <a:cubicBezTo>
                    <a:pt x="982" y="1422"/>
                    <a:pt x="1422" y="982"/>
                    <a:pt x="1964" y="982"/>
                  </a:cubicBezTo>
                  <a:lnTo>
                    <a:pt x="6873" y="982"/>
                  </a:lnTo>
                  <a:cubicBezTo>
                    <a:pt x="8345" y="982"/>
                    <a:pt x="8345" y="2946"/>
                    <a:pt x="10800" y="2946"/>
                  </a:cubicBezTo>
                  <a:lnTo>
                    <a:pt x="19636" y="2946"/>
                  </a:lnTo>
                  <a:cubicBezTo>
                    <a:pt x="20178" y="2946"/>
                    <a:pt x="20618" y="3385"/>
                    <a:pt x="20618" y="3927"/>
                  </a:cubicBezTo>
                  <a:lnTo>
                    <a:pt x="20618" y="4909"/>
                  </a:lnTo>
                  <a:lnTo>
                    <a:pt x="15582" y="4909"/>
                  </a:lnTo>
                  <a:cubicBezTo>
                    <a:pt x="16080" y="5185"/>
                    <a:pt x="16541" y="5517"/>
                    <a:pt x="16965" y="5891"/>
                  </a:cubicBezTo>
                  <a:lnTo>
                    <a:pt x="20618" y="5891"/>
                  </a:lnTo>
                  <a:lnTo>
                    <a:pt x="20618" y="15709"/>
                  </a:lnTo>
                  <a:cubicBezTo>
                    <a:pt x="20618" y="16252"/>
                    <a:pt x="20178" y="16691"/>
                    <a:pt x="19636" y="16691"/>
                  </a:cubicBezTo>
                  <a:lnTo>
                    <a:pt x="18766" y="16691"/>
                  </a:lnTo>
                  <a:lnTo>
                    <a:pt x="19738" y="17663"/>
                  </a:lnTo>
                  <a:cubicBezTo>
                    <a:pt x="20774" y="17609"/>
                    <a:pt x="21600" y="16759"/>
                    <a:pt x="21600" y="15709"/>
                  </a:cubicBezTo>
                  <a:lnTo>
                    <a:pt x="21600" y="3927"/>
                  </a:lnTo>
                  <a:cubicBezTo>
                    <a:pt x="21600" y="2843"/>
                    <a:pt x="20721" y="1964"/>
                    <a:pt x="19636" y="1964"/>
                  </a:cubicBezTo>
                  <a:moveTo>
                    <a:pt x="11782" y="17673"/>
                  </a:moveTo>
                  <a:cubicBezTo>
                    <a:pt x="8529" y="17673"/>
                    <a:pt x="5891" y="15036"/>
                    <a:pt x="5891" y="11782"/>
                  </a:cubicBezTo>
                  <a:cubicBezTo>
                    <a:pt x="5891" y="8529"/>
                    <a:pt x="8529" y="5891"/>
                    <a:pt x="11782" y="5891"/>
                  </a:cubicBezTo>
                  <a:cubicBezTo>
                    <a:pt x="15035" y="5891"/>
                    <a:pt x="17673" y="8529"/>
                    <a:pt x="17673" y="11782"/>
                  </a:cubicBezTo>
                  <a:cubicBezTo>
                    <a:pt x="17673" y="15036"/>
                    <a:pt x="15035" y="17673"/>
                    <a:pt x="11782" y="17673"/>
                  </a:cubicBezTo>
                  <a:moveTo>
                    <a:pt x="16972" y="16278"/>
                  </a:moveTo>
                  <a:cubicBezTo>
                    <a:pt x="18018" y="15072"/>
                    <a:pt x="18655" y="13503"/>
                    <a:pt x="18655" y="11782"/>
                  </a:cubicBezTo>
                  <a:cubicBezTo>
                    <a:pt x="18655" y="7987"/>
                    <a:pt x="15578" y="4910"/>
                    <a:pt x="11782" y="4910"/>
                  </a:cubicBezTo>
                  <a:cubicBezTo>
                    <a:pt x="7986" y="4910"/>
                    <a:pt x="4909" y="7987"/>
                    <a:pt x="4909" y="11782"/>
                  </a:cubicBezTo>
                  <a:cubicBezTo>
                    <a:pt x="4909" y="15578"/>
                    <a:pt x="7986" y="18655"/>
                    <a:pt x="11782" y="18655"/>
                  </a:cubicBezTo>
                  <a:cubicBezTo>
                    <a:pt x="13503" y="18655"/>
                    <a:pt x="15072" y="18017"/>
                    <a:pt x="16278" y="16972"/>
                  </a:cubicBezTo>
                  <a:lnTo>
                    <a:pt x="16972" y="17666"/>
                  </a:lnTo>
                  <a:cubicBezTo>
                    <a:pt x="16969" y="17668"/>
                    <a:pt x="16967" y="17671"/>
                    <a:pt x="16965" y="17673"/>
                  </a:cubicBezTo>
                  <a:lnTo>
                    <a:pt x="16979" y="17673"/>
                  </a:lnTo>
                  <a:lnTo>
                    <a:pt x="20762" y="21457"/>
                  </a:lnTo>
                  <a:cubicBezTo>
                    <a:pt x="20851" y="21546"/>
                    <a:pt x="20974" y="21600"/>
                    <a:pt x="21109" y="21600"/>
                  </a:cubicBezTo>
                  <a:cubicBezTo>
                    <a:pt x="21380" y="21600"/>
                    <a:pt x="21600" y="21381"/>
                    <a:pt x="21600" y="21109"/>
                  </a:cubicBezTo>
                  <a:cubicBezTo>
                    <a:pt x="21600" y="20974"/>
                    <a:pt x="21545" y="20851"/>
                    <a:pt x="21456" y="20762"/>
                  </a:cubicBezTo>
                  <a:cubicBezTo>
                    <a:pt x="21456" y="20762"/>
                    <a:pt x="16972" y="16278"/>
                    <a:pt x="16972" y="162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A5C19E2-641A-CA66-9B0B-8D75095C5FCA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002934C-FF5C-16D0-3ECF-560CA1A8C9EF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D2454E3F-5E22-E1B3-81B4-6AD7A77B45AB}"/>
              </a:ext>
            </a:extLst>
          </p:cNvPr>
          <p:cNvSpPr txBox="1"/>
          <p:nvPr/>
        </p:nvSpPr>
        <p:spPr>
          <a:xfrm>
            <a:off x="4528991" y="196404"/>
            <a:ext cx="31340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Tạo</a:t>
            </a:r>
            <a:r>
              <a:rPr lang="en-US" altLang="zh-CN" sz="32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tài</a:t>
            </a:r>
            <a:r>
              <a:rPr lang="en-US" altLang="zh-CN" sz="32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khoản</a:t>
            </a:r>
            <a:r>
              <a:rPr lang="en-US" altLang="zh-CN" sz="32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 </a:t>
            </a:r>
            <a:r>
              <a:rPr lang="en-US" altLang="zh-CN" sz="3200" dirty="0" err="1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mới</a:t>
            </a:r>
            <a:r>
              <a:rPr lang="en-US" altLang="zh-CN" sz="32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 </a:t>
            </a:r>
            <a:endParaRPr lang="zh-CN" altLang="en-US" sz="3200" dirty="0">
              <a:solidFill>
                <a:schemeClr val="accent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B31DE9-0FAE-AE70-8222-902DC9E961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1825" y="1243461"/>
            <a:ext cx="2608995" cy="533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268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:push dir="u"/>
      </p:transition>
    </mc:Choice>
    <mc:Fallback>
      <p:transition spd="slow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F41A4E68-5334-4DEF-9631-A3FC9ABC7992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31" t="18571" r="11970" b="14113"/>
          <a:stretch/>
        </p:blipFill>
        <p:spPr>
          <a:xfrm>
            <a:off x="0" y="4980"/>
            <a:ext cx="6099835" cy="5284650"/>
          </a:xfrm>
          <a:custGeom>
            <a:avLst/>
            <a:gdLst>
              <a:gd name="connsiteX0" fmla="*/ 0 w 6099835"/>
              <a:gd name="connsiteY0" fmla="*/ 0 h 5284650"/>
              <a:gd name="connsiteX1" fmla="*/ 6099835 w 6099835"/>
              <a:gd name="connsiteY1" fmla="*/ 0 h 5284650"/>
              <a:gd name="connsiteX2" fmla="*/ 0 w 6099835"/>
              <a:gd name="connsiteY2" fmla="*/ 5284650 h 528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9835" h="5284650">
                <a:moveTo>
                  <a:pt x="0" y="0"/>
                </a:moveTo>
                <a:lnTo>
                  <a:pt x="6099835" y="0"/>
                </a:lnTo>
                <a:lnTo>
                  <a:pt x="0" y="5284650"/>
                </a:lnTo>
                <a:close/>
              </a:path>
            </a:pathLst>
          </a:custGeom>
        </p:spPr>
      </p:pic>
      <p:sp>
        <p:nvSpPr>
          <p:cNvPr id="25" name="平行四边形 24">
            <a:extLst>
              <a:ext uri="{FF2B5EF4-FFF2-40B4-BE49-F238E27FC236}">
                <a16:creationId xmlns:a16="http://schemas.microsoft.com/office/drawing/2014/main" id="{3508A623-E235-4038-8F66-0FDA97AC5842}"/>
              </a:ext>
            </a:extLst>
          </p:cNvPr>
          <p:cNvSpPr/>
          <p:nvPr/>
        </p:nvSpPr>
        <p:spPr>
          <a:xfrm>
            <a:off x="3003005" y="-310243"/>
            <a:ext cx="13013872" cy="7168243"/>
          </a:xfrm>
          <a:prstGeom prst="parallelogram">
            <a:avLst>
              <a:gd name="adj" fmla="val 1127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26" name="平行四边形 25">
            <a:extLst>
              <a:ext uri="{FF2B5EF4-FFF2-40B4-BE49-F238E27FC236}">
                <a16:creationId xmlns:a16="http://schemas.microsoft.com/office/drawing/2014/main" id="{A405CC0A-7839-4242-AAB8-0DF1109854BC}"/>
              </a:ext>
            </a:extLst>
          </p:cNvPr>
          <p:cNvSpPr/>
          <p:nvPr/>
        </p:nvSpPr>
        <p:spPr>
          <a:xfrm>
            <a:off x="2550795" y="0"/>
            <a:ext cx="4408351" cy="3424020"/>
          </a:xfrm>
          <a:prstGeom prst="parallelogram">
            <a:avLst>
              <a:gd name="adj" fmla="val 117669"/>
            </a:avLst>
          </a:prstGeom>
          <a:solidFill>
            <a:schemeClr val="accent1">
              <a:lumMod val="100000"/>
            </a:schemeClr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solidFill>
                <a:srgbClr val="FFFFFF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27" name="平行四边形 26">
            <a:extLst>
              <a:ext uri="{FF2B5EF4-FFF2-40B4-BE49-F238E27FC236}">
                <a16:creationId xmlns:a16="http://schemas.microsoft.com/office/drawing/2014/main" id="{FB693276-BDA4-476E-A497-00CA29265073}"/>
              </a:ext>
            </a:extLst>
          </p:cNvPr>
          <p:cNvSpPr/>
          <p:nvPr/>
        </p:nvSpPr>
        <p:spPr>
          <a:xfrm>
            <a:off x="9837226" y="3433980"/>
            <a:ext cx="4408351" cy="3424020"/>
          </a:xfrm>
          <a:prstGeom prst="parallelogram">
            <a:avLst>
              <a:gd name="adj" fmla="val 117669"/>
            </a:avLst>
          </a:prstGeom>
          <a:solidFill>
            <a:schemeClr val="accent1">
              <a:lumMod val="100000"/>
            </a:schemeClr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solidFill>
                <a:srgbClr val="FFFFFF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grpSp>
        <p:nvGrpSpPr>
          <p:cNvPr id="28" name="5">
            <a:extLst>
              <a:ext uri="{FF2B5EF4-FFF2-40B4-BE49-F238E27FC236}">
                <a16:creationId xmlns:a16="http://schemas.microsoft.com/office/drawing/2014/main" id="{E4A1ACE7-A10A-46DF-8ABB-21312F381365}"/>
              </a:ext>
            </a:extLst>
          </p:cNvPr>
          <p:cNvGrpSpPr/>
          <p:nvPr>
            <p:custDataLst>
              <p:tags r:id="rId1"/>
            </p:custDataLst>
          </p:nvPr>
        </p:nvGrpSpPr>
        <p:grpSpPr bwMode="auto">
          <a:xfrm rot="5400000">
            <a:off x="6368154" y="1333260"/>
            <a:ext cx="2620089" cy="2278128"/>
            <a:chOff x="5803300" y="1948400"/>
            <a:chExt cx="2164994" cy="1905223"/>
          </a:xfrm>
        </p:grpSpPr>
        <p:sp>
          <p:nvSpPr>
            <p:cNvPr id="29" name="7">
              <a:extLst>
                <a:ext uri="{FF2B5EF4-FFF2-40B4-BE49-F238E27FC236}">
                  <a16:creationId xmlns:a16="http://schemas.microsoft.com/office/drawing/2014/main" id="{8DD35619-C311-4ED8-9BAA-865E0B986A17}"/>
                </a:ext>
              </a:extLst>
            </p:cNvPr>
            <p:cNvSpPr/>
            <p:nvPr/>
          </p:nvSpPr>
          <p:spPr bwMode="auto">
            <a:xfrm>
              <a:off x="5803300" y="1948400"/>
              <a:ext cx="2164994" cy="1905223"/>
            </a:xfrm>
            <a:custGeom>
              <a:avLst/>
              <a:gdLst>
                <a:gd name="T0" fmla="*/ 365 w 1306"/>
                <a:gd name="T1" fmla="*/ 1149 h 1149"/>
                <a:gd name="T2" fmla="*/ 300 w 1306"/>
                <a:gd name="T3" fmla="*/ 1111 h 1149"/>
                <a:gd name="T4" fmla="*/ 12 w 1306"/>
                <a:gd name="T5" fmla="*/ 613 h 1149"/>
                <a:gd name="T6" fmla="*/ 12 w 1306"/>
                <a:gd name="T7" fmla="*/ 537 h 1149"/>
                <a:gd name="T8" fmla="*/ 300 w 1306"/>
                <a:gd name="T9" fmla="*/ 38 h 1149"/>
                <a:gd name="T10" fmla="*/ 365 w 1306"/>
                <a:gd name="T11" fmla="*/ 0 h 1149"/>
                <a:gd name="T12" fmla="*/ 941 w 1306"/>
                <a:gd name="T13" fmla="*/ 0 h 1149"/>
                <a:gd name="T14" fmla="*/ 1006 w 1306"/>
                <a:gd name="T15" fmla="*/ 38 h 1149"/>
                <a:gd name="T16" fmla="*/ 1294 w 1306"/>
                <a:gd name="T17" fmla="*/ 537 h 1149"/>
                <a:gd name="T18" fmla="*/ 1294 w 1306"/>
                <a:gd name="T19" fmla="*/ 613 h 1149"/>
                <a:gd name="T20" fmla="*/ 1006 w 1306"/>
                <a:gd name="T21" fmla="*/ 1111 h 1149"/>
                <a:gd name="T22" fmla="*/ 941 w 1306"/>
                <a:gd name="T23" fmla="*/ 1149 h 1149"/>
                <a:gd name="T24" fmla="*/ 365 w 1306"/>
                <a:gd name="T25" fmla="*/ 1149 h 1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06" h="1149">
                  <a:moveTo>
                    <a:pt x="365" y="1149"/>
                  </a:moveTo>
                  <a:cubicBezTo>
                    <a:pt x="341" y="1149"/>
                    <a:pt x="312" y="1132"/>
                    <a:pt x="300" y="1111"/>
                  </a:cubicBezTo>
                  <a:cubicBezTo>
                    <a:pt x="12" y="613"/>
                    <a:pt x="12" y="613"/>
                    <a:pt x="12" y="613"/>
                  </a:cubicBezTo>
                  <a:cubicBezTo>
                    <a:pt x="0" y="592"/>
                    <a:pt x="0" y="558"/>
                    <a:pt x="12" y="537"/>
                  </a:cubicBezTo>
                  <a:cubicBezTo>
                    <a:pt x="300" y="38"/>
                    <a:pt x="300" y="38"/>
                    <a:pt x="300" y="38"/>
                  </a:cubicBezTo>
                  <a:cubicBezTo>
                    <a:pt x="312" y="17"/>
                    <a:pt x="341" y="0"/>
                    <a:pt x="365" y="0"/>
                  </a:cubicBezTo>
                  <a:cubicBezTo>
                    <a:pt x="941" y="0"/>
                    <a:pt x="941" y="0"/>
                    <a:pt x="941" y="0"/>
                  </a:cubicBezTo>
                  <a:cubicBezTo>
                    <a:pt x="965" y="0"/>
                    <a:pt x="994" y="17"/>
                    <a:pt x="1006" y="38"/>
                  </a:cubicBezTo>
                  <a:cubicBezTo>
                    <a:pt x="1294" y="537"/>
                    <a:pt x="1294" y="537"/>
                    <a:pt x="1294" y="537"/>
                  </a:cubicBezTo>
                  <a:cubicBezTo>
                    <a:pt x="1306" y="558"/>
                    <a:pt x="1306" y="592"/>
                    <a:pt x="1294" y="613"/>
                  </a:cubicBezTo>
                  <a:cubicBezTo>
                    <a:pt x="1006" y="1111"/>
                    <a:pt x="1006" y="1111"/>
                    <a:pt x="1006" y="1111"/>
                  </a:cubicBezTo>
                  <a:cubicBezTo>
                    <a:pt x="994" y="1132"/>
                    <a:pt x="965" y="1149"/>
                    <a:pt x="941" y="1149"/>
                  </a:cubicBezTo>
                  <a:lnTo>
                    <a:pt x="365" y="114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30" name="6">
              <a:extLst>
                <a:ext uri="{FF2B5EF4-FFF2-40B4-BE49-F238E27FC236}">
                  <a16:creationId xmlns:a16="http://schemas.microsoft.com/office/drawing/2014/main" id="{886145EC-E79F-4ABD-AF1F-C27FD478D104}"/>
                </a:ext>
              </a:extLst>
            </p:cNvPr>
            <p:cNvSpPr/>
            <p:nvPr/>
          </p:nvSpPr>
          <p:spPr bwMode="auto">
            <a:xfrm>
              <a:off x="5948780" y="2078346"/>
              <a:ext cx="1846429" cy="1624882"/>
            </a:xfrm>
            <a:custGeom>
              <a:avLst/>
              <a:gdLst>
                <a:gd name="T0" fmla="*/ 365 w 1306"/>
                <a:gd name="T1" fmla="*/ 1149 h 1149"/>
                <a:gd name="T2" fmla="*/ 300 w 1306"/>
                <a:gd name="T3" fmla="*/ 1111 h 1149"/>
                <a:gd name="T4" fmla="*/ 12 w 1306"/>
                <a:gd name="T5" fmla="*/ 613 h 1149"/>
                <a:gd name="T6" fmla="*/ 12 w 1306"/>
                <a:gd name="T7" fmla="*/ 537 h 1149"/>
                <a:gd name="T8" fmla="*/ 300 w 1306"/>
                <a:gd name="T9" fmla="*/ 38 h 1149"/>
                <a:gd name="T10" fmla="*/ 365 w 1306"/>
                <a:gd name="T11" fmla="*/ 0 h 1149"/>
                <a:gd name="T12" fmla="*/ 941 w 1306"/>
                <a:gd name="T13" fmla="*/ 0 h 1149"/>
                <a:gd name="T14" fmla="*/ 1006 w 1306"/>
                <a:gd name="T15" fmla="*/ 38 h 1149"/>
                <a:gd name="T16" fmla="*/ 1294 w 1306"/>
                <a:gd name="T17" fmla="*/ 537 h 1149"/>
                <a:gd name="T18" fmla="*/ 1294 w 1306"/>
                <a:gd name="T19" fmla="*/ 613 h 1149"/>
                <a:gd name="T20" fmla="*/ 1006 w 1306"/>
                <a:gd name="T21" fmla="*/ 1111 h 1149"/>
                <a:gd name="T22" fmla="*/ 941 w 1306"/>
                <a:gd name="T23" fmla="*/ 1149 h 1149"/>
                <a:gd name="T24" fmla="*/ 365 w 1306"/>
                <a:gd name="T25" fmla="*/ 1149 h 1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06" h="1149">
                  <a:moveTo>
                    <a:pt x="365" y="1149"/>
                  </a:moveTo>
                  <a:cubicBezTo>
                    <a:pt x="341" y="1149"/>
                    <a:pt x="312" y="1132"/>
                    <a:pt x="300" y="1111"/>
                  </a:cubicBezTo>
                  <a:cubicBezTo>
                    <a:pt x="12" y="613"/>
                    <a:pt x="12" y="613"/>
                    <a:pt x="12" y="613"/>
                  </a:cubicBezTo>
                  <a:cubicBezTo>
                    <a:pt x="0" y="592"/>
                    <a:pt x="0" y="558"/>
                    <a:pt x="12" y="537"/>
                  </a:cubicBezTo>
                  <a:cubicBezTo>
                    <a:pt x="300" y="38"/>
                    <a:pt x="300" y="38"/>
                    <a:pt x="300" y="38"/>
                  </a:cubicBezTo>
                  <a:cubicBezTo>
                    <a:pt x="312" y="17"/>
                    <a:pt x="341" y="0"/>
                    <a:pt x="365" y="0"/>
                  </a:cubicBezTo>
                  <a:cubicBezTo>
                    <a:pt x="941" y="0"/>
                    <a:pt x="941" y="0"/>
                    <a:pt x="941" y="0"/>
                  </a:cubicBezTo>
                  <a:cubicBezTo>
                    <a:pt x="965" y="0"/>
                    <a:pt x="994" y="17"/>
                    <a:pt x="1006" y="38"/>
                  </a:cubicBezTo>
                  <a:cubicBezTo>
                    <a:pt x="1294" y="537"/>
                    <a:pt x="1294" y="537"/>
                    <a:pt x="1294" y="537"/>
                  </a:cubicBezTo>
                  <a:cubicBezTo>
                    <a:pt x="1306" y="558"/>
                    <a:pt x="1306" y="592"/>
                    <a:pt x="1294" y="613"/>
                  </a:cubicBezTo>
                  <a:cubicBezTo>
                    <a:pt x="1006" y="1111"/>
                    <a:pt x="1006" y="1111"/>
                    <a:pt x="1006" y="1111"/>
                  </a:cubicBezTo>
                  <a:cubicBezTo>
                    <a:pt x="994" y="1132"/>
                    <a:pt x="965" y="1149"/>
                    <a:pt x="941" y="1149"/>
                  </a:cubicBezTo>
                  <a:lnTo>
                    <a:pt x="365" y="1149"/>
                  </a:ln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dirty="0">
                <a:solidFill>
                  <a:srgbClr val="FFFFFF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31" name="4">
            <a:extLst>
              <a:ext uri="{FF2B5EF4-FFF2-40B4-BE49-F238E27FC236}">
                <a16:creationId xmlns:a16="http://schemas.microsoft.com/office/drawing/2014/main" id="{EAE21604-D0B2-41BF-B732-1B7FCC0700B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337432" y="1668093"/>
            <a:ext cx="2713761" cy="1441061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/>
          <a:p>
            <a:pPr algn="ctr">
              <a:defRPr/>
            </a:pPr>
            <a:r>
              <a:rPr lang="en-US" altLang="zh-CN" sz="88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03</a:t>
            </a:r>
          </a:p>
        </p:txBody>
      </p:sp>
      <p:sp>
        <p:nvSpPr>
          <p:cNvPr id="32" name="3">
            <a:extLst>
              <a:ext uri="{FF2B5EF4-FFF2-40B4-BE49-F238E27FC236}">
                <a16:creationId xmlns:a16="http://schemas.microsoft.com/office/drawing/2014/main" id="{A4992529-2084-406A-AF57-D523391B0F7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191373" y="5148372"/>
            <a:ext cx="6964330" cy="355059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You can key in or paste your texts here. </a:t>
            </a:r>
            <a:endParaRPr lang="en-US" altLang="zh-CN" sz="1400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33" name="2">
            <a:extLst>
              <a:ext uri="{FF2B5EF4-FFF2-40B4-BE49-F238E27FC236}">
                <a16:creationId xmlns:a16="http://schemas.microsoft.com/office/drawing/2014/main" id="{6E20590C-37A4-4FE2-AB17-4E16D49019A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429252" y="3910725"/>
            <a:ext cx="8488572" cy="1317950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zh-CN" sz="40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Andalus" panose="02020603050405020304" pitchFamily="18" charset="-78"/>
                <a:sym typeface="字魂36号-正文宋楷" panose="02000000000000000000" pitchFamily="2" charset="-122"/>
              </a:rPr>
              <a:t>Recyclable</a:t>
            </a:r>
          </a:p>
          <a:p>
            <a:pPr algn="ctr"/>
            <a:r>
              <a:rPr lang="en-US" altLang="zh-CN" sz="40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Andalus" panose="02020603050405020304" pitchFamily="18" charset="-78"/>
                <a:sym typeface="字魂36号-正文宋楷" panose="02000000000000000000" pitchFamily="2" charset="-122"/>
              </a:rPr>
              <a:t>Trash</a:t>
            </a:r>
            <a:endParaRPr lang="zh-CN" altLang="en-US" sz="4000" dirty="0">
              <a:solidFill>
                <a:schemeClr val="accent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Andalus" panose="02020603050405020304" pitchFamily="18" charset="-78"/>
              <a:sym typeface="字魂36号-正文宋楷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1345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push dir="u"/>
      </p:transition>
    </mc:Choice>
    <mc:Fallback xmlns="">
      <p:transition spd="slow" advClick="0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31" grpId="0"/>
      <p:bldP spid="32" grpId="0"/>
      <p:bldP spid="3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>
            <a:extLst>
              <a:ext uri="{FF2B5EF4-FFF2-40B4-BE49-F238E27FC236}">
                <a16:creationId xmlns:a16="http://schemas.microsoft.com/office/drawing/2014/main" id="{C0B6CF2A-2E1A-4A34-8945-A2537CFF37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12" t="27310" r="1540" b="11127"/>
          <a:stretch>
            <a:fillRect/>
          </a:stretch>
        </p:blipFill>
        <p:spPr>
          <a:xfrm>
            <a:off x="546254" y="2006009"/>
            <a:ext cx="4623864" cy="4222033"/>
          </a:xfrm>
          <a:custGeom>
            <a:avLst/>
            <a:gdLst>
              <a:gd name="connsiteX0" fmla="*/ 0 w 4623864"/>
              <a:gd name="connsiteY0" fmla="*/ 0 h 4222033"/>
              <a:gd name="connsiteX1" fmla="*/ 4623864 w 4623864"/>
              <a:gd name="connsiteY1" fmla="*/ 0 h 4222033"/>
              <a:gd name="connsiteX2" fmla="*/ 4623864 w 4623864"/>
              <a:gd name="connsiteY2" fmla="*/ 4222033 h 4222033"/>
              <a:gd name="connsiteX3" fmla="*/ 0 w 4623864"/>
              <a:gd name="connsiteY3" fmla="*/ 4222033 h 4222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23864" h="4222033">
                <a:moveTo>
                  <a:pt x="0" y="0"/>
                </a:moveTo>
                <a:lnTo>
                  <a:pt x="4623864" y="0"/>
                </a:lnTo>
                <a:lnTo>
                  <a:pt x="4623864" y="4222033"/>
                </a:lnTo>
                <a:lnTo>
                  <a:pt x="0" y="4222033"/>
                </a:lnTo>
                <a:close/>
              </a:path>
            </a:pathLst>
          </a:custGeom>
        </p:spPr>
      </p:pic>
      <p:sp>
        <p:nvSpPr>
          <p:cNvPr id="3" name="矩形 2"/>
          <p:cNvSpPr/>
          <p:nvPr/>
        </p:nvSpPr>
        <p:spPr>
          <a:xfrm>
            <a:off x="3860800" y="4702629"/>
            <a:ext cx="8331200" cy="15254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16" name="TextBox 54"/>
          <p:cNvSpPr txBox="1"/>
          <p:nvPr/>
        </p:nvSpPr>
        <p:spPr>
          <a:xfrm>
            <a:off x="6624707" y="2390135"/>
            <a:ext cx="4623864" cy="557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This is a placeholder. You can key in or paste your texts here. </a:t>
            </a:r>
          </a:p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This is a placeholder. You can key in or paste your texts here. 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624706" y="2014017"/>
            <a:ext cx="313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Keyword Here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704038" y="2074805"/>
            <a:ext cx="801754" cy="80175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049504" y="2228552"/>
            <a:ext cx="2110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01</a:t>
            </a:r>
            <a:endParaRPr lang="zh-CN" altLang="en-US" sz="2400" dirty="0">
              <a:solidFill>
                <a:schemeClr val="bg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sp>
        <p:nvSpPr>
          <p:cNvPr id="19" name="TextBox 54"/>
          <p:cNvSpPr txBox="1"/>
          <p:nvPr/>
        </p:nvSpPr>
        <p:spPr>
          <a:xfrm>
            <a:off x="6624707" y="3742535"/>
            <a:ext cx="4623864" cy="557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This is a placeholder. You can key in or paste your texts here. </a:t>
            </a:r>
          </a:p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This is a placeholder. You can key in or paste your texts here. 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624706" y="3366417"/>
            <a:ext cx="313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Keyword Here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5704038" y="3427205"/>
            <a:ext cx="801754" cy="80175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049504" y="3580952"/>
            <a:ext cx="2110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02</a:t>
            </a:r>
            <a:endParaRPr lang="zh-CN" altLang="en-US" sz="2400" dirty="0">
              <a:solidFill>
                <a:schemeClr val="bg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1D26B5F-04A2-4794-BFE5-B30069DD815C}"/>
              </a:ext>
            </a:extLst>
          </p:cNvPr>
          <p:cNvSpPr txBox="1"/>
          <p:nvPr/>
        </p:nvSpPr>
        <p:spPr>
          <a:xfrm>
            <a:off x="6249180" y="5015720"/>
            <a:ext cx="55672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TEXT HERE</a:t>
            </a:r>
            <a:endParaRPr lang="zh-CN" altLang="en-US" sz="6600" dirty="0">
              <a:solidFill>
                <a:schemeClr val="bg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664BB84-7904-4DE8-8D1B-51805141F369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3339031-A2F8-4266-8B11-4FA8D13DAA72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4604139F-FB76-444F-BD23-5F2292DE9CC1}"/>
              </a:ext>
            </a:extLst>
          </p:cNvPr>
          <p:cNvSpPr txBox="1"/>
          <p:nvPr/>
        </p:nvSpPr>
        <p:spPr>
          <a:xfrm>
            <a:off x="4799613" y="105165"/>
            <a:ext cx="313401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5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Title Here</a:t>
            </a:r>
            <a:endParaRPr lang="zh-CN" altLang="en-US" sz="4500" dirty="0">
              <a:solidFill>
                <a:schemeClr val="accent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2322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push dir="u"/>
      </p:transition>
    </mc:Choice>
    <mc:Fallback xmlns="">
      <p:transition spd="slow" advClick="0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2" grpId="0"/>
      <p:bldP spid="23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5379145" y="3062299"/>
            <a:ext cx="1414667" cy="1619124"/>
            <a:chOff x="5379142" y="2991066"/>
            <a:chExt cx="1414667" cy="1619124"/>
          </a:xfrm>
          <a:solidFill>
            <a:schemeClr val="accent1"/>
          </a:solidFill>
        </p:grpSpPr>
        <p:sp>
          <p:nvSpPr>
            <p:cNvPr id="3" name="Shape 1723"/>
            <p:cNvSpPr/>
            <p:nvPr/>
          </p:nvSpPr>
          <p:spPr>
            <a:xfrm rot="18900000">
              <a:off x="5379143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chemeClr val="bg1">
                <a:lumMod val="85000"/>
              </a:schemeClr>
            </a:solidFill>
            <a:ln w="12700">
              <a:noFill/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4" name="Shape 1726"/>
            <p:cNvSpPr/>
            <p:nvPr/>
          </p:nvSpPr>
          <p:spPr>
            <a:xfrm rot="18900000">
              <a:off x="5379142" y="3195523"/>
              <a:ext cx="1414666" cy="1414667"/>
            </a:xfrm>
            <a:prstGeom prst="roundRect">
              <a:avLst>
                <a:gd name="adj" fmla="val 15000"/>
              </a:avLst>
            </a:prstGeom>
            <a:grpFill/>
            <a:ln w="381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5" name="Group 12"/>
          <p:cNvGrpSpPr/>
          <p:nvPr/>
        </p:nvGrpSpPr>
        <p:grpSpPr>
          <a:xfrm>
            <a:off x="3563873" y="3270643"/>
            <a:ext cx="1414667" cy="1619124"/>
            <a:chOff x="3563871" y="3199409"/>
            <a:chExt cx="1414666" cy="1619124"/>
          </a:xfrm>
          <a:solidFill>
            <a:schemeClr val="accent1"/>
          </a:solidFill>
        </p:grpSpPr>
        <p:sp>
          <p:nvSpPr>
            <p:cNvPr id="6" name="Shape 1722"/>
            <p:cNvSpPr/>
            <p:nvPr/>
          </p:nvSpPr>
          <p:spPr>
            <a:xfrm rot="8100000">
              <a:off x="3563871" y="3403867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chemeClr val="bg1">
                <a:lumMod val="85000"/>
              </a:schemeClr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7" name="Shape 1729"/>
            <p:cNvSpPr/>
            <p:nvPr/>
          </p:nvSpPr>
          <p:spPr>
            <a:xfrm rot="8100000">
              <a:off x="3563871" y="3199409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accent2"/>
            </a:solidFill>
            <a:ln w="381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8" name="Group 11"/>
          <p:cNvGrpSpPr/>
          <p:nvPr/>
        </p:nvGrpSpPr>
        <p:grpSpPr>
          <a:xfrm>
            <a:off x="1674444" y="3045311"/>
            <a:ext cx="1414667" cy="1619124"/>
            <a:chOff x="1743076" y="2991066"/>
            <a:chExt cx="1414666" cy="1619124"/>
          </a:xfrm>
          <a:solidFill>
            <a:schemeClr val="accent1"/>
          </a:solidFill>
        </p:grpSpPr>
        <p:sp>
          <p:nvSpPr>
            <p:cNvPr id="9" name="Shape 1721"/>
            <p:cNvSpPr/>
            <p:nvPr/>
          </p:nvSpPr>
          <p:spPr>
            <a:xfrm rot="18900000">
              <a:off x="1743076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chemeClr val="bg1">
                <a:lumMod val="85000"/>
              </a:schemeClr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" name="Shape 1732"/>
            <p:cNvSpPr/>
            <p:nvPr/>
          </p:nvSpPr>
          <p:spPr>
            <a:xfrm rot="18900000">
              <a:off x="1743076" y="3195523"/>
              <a:ext cx="1414666" cy="1414667"/>
            </a:xfrm>
            <a:prstGeom prst="roundRect">
              <a:avLst>
                <a:gd name="adj" fmla="val 15000"/>
              </a:avLst>
            </a:prstGeom>
            <a:grpFill/>
            <a:ln w="508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11" name="Group 15"/>
          <p:cNvGrpSpPr/>
          <p:nvPr/>
        </p:nvGrpSpPr>
        <p:grpSpPr>
          <a:xfrm>
            <a:off x="7199937" y="3270644"/>
            <a:ext cx="1414667" cy="1619125"/>
            <a:chOff x="7199937" y="3199409"/>
            <a:chExt cx="1414666" cy="1619125"/>
          </a:xfrm>
          <a:solidFill>
            <a:schemeClr val="accent1"/>
          </a:solidFill>
        </p:grpSpPr>
        <p:sp>
          <p:nvSpPr>
            <p:cNvPr id="12" name="Shape 1724"/>
            <p:cNvSpPr/>
            <p:nvPr/>
          </p:nvSpPr>
          <p:spPr>
            <a:xfrm rot="8100000">
              <a:off x="7199937" y="3403868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chemeClr val="bg1">
                <a:lumMod val="85000"/>
              </a:schemeClr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3" name="Shape 1735"/>
            <p:cNvSpPr/>
            <p:nvPr/>
          </p:nvSpPr>
          <p:spPr>
            <a:xfrm rot="8100000">
              <a:off x="7199937" y="3199409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accent2"/>
            </a:solidFill>
            <a:ln w="381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14" name="Group 16"/>
          <p:cNvGrpSpPr/>
          <p:nvPr/>
        </p:nvGrpSpPr>
        <p:grpSpPr>
          <a:xfrm>
            <a:off x="9015209" y="3062299"/>
            <a:ext cx="1414667" cy="1619124"/>
            <a:chOff x="9015209" y="2991066"/>
            <a:chExt cx="1414666" cy="1619124"/>
          </a:xfrm>
          <a:solidFill>
            <a:schemeClr val="accent1"/>
          </a:solidFill>
        </p:grpSpPr>
        <p:sp>
          <p:nvSpPr>
            <p:cNvPr id="15" name="Shape 1725"/>
            <p:cNvSpPr/>
            <p:nvPr/>
          </p:nvSpPr>
          <p:spPr>
            <a:xfrm rot="18900000">
              <a:off x="9015209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chemeClr val="bg1">
                <a:lumMod val="85000"/>
              </a:schemeClr>
            </a:solidFill>
            <a:ln w="12700">
              <a:noFill/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6" name="Shape 1738"/>
            <p:cNvSpPr/>
            <p:nvPr/>
          </p:nvSpPr>
          <p:spPr>
            <a:xfrm rot="18900000">
              <a:off x="9015209" y="3195523"/>
              <a:ext cx="1414666" cy="1414667"/>
            </a:xfrm>
            <a:prstGeom prst="roundRect">
              <a:avLst>
                <a:gd name="adj" fmla="val 15000"/>
              </a:avLst>
            </a:prstGeom>
            <a:grpFill/>
            <a:ln w="381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17" name="Text Placeholder 4"/>
          <p:cNvSpPr txBox="1"/>
          <p:nvPr/>
        </p:nvSpPr>
        <p:spPr>
          <a:xfrm>
            <a:off x="1781433" y="3840207"/>
            <a:ext cx="1210819" cy="267765"/>
          </a:xfrm>
          <a:prstGeom prst="rect">
            <a:avLst/>
          </a:prstGeom>
        </p:spPr>
        <p:txBody>
          <a:bodyPr lIns="121917" tIns="60959" rIns="121917" bIns="60959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6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Title</a:t>
            </a:r>
          </a:p>
          <a:p>
            <a:pPr marL="0" indent="0" algn="ctr">
              <a:buNone/>
            </a:pPr>
            <a:r>
              <a:rPr lang="en-US" altLang="zh-CN" sz="16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Here</a:t>
            </a:r>
            <a:endParaRPr lang="en-GB" altLang="zh-CN" sz="1600" dirty="0">
              <a:solidFill>
                <a:schemeClr val="bg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18" name="Text Placeholder 4"/>
          <p:cNvSpPr txBox="1"/>
          <p:nvPr/>
        </p:nvSpPr>
        <p:spPr>
          <a:xfrm>
            <a:off x="3663033" y="3840207"/>
            <a:ext cx="1210819" cy="267765"/>
          </a:xfrm>
          <a:prstGeom prst="rect">
            <a:avLst/>
          </a:prstGeom>
        </p:spPr>
        <p:txBody>
          <a:bodyPr lIns="121917" tIns="60959" rIns="121917" bIns="60959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6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Title</a:t>
            </a:r>
          </a:p>
          <a:p>
            <a:pPr marL="0" indent="0" algn="ctr">
              <a:buNone/>
            </a:pPr>
            <a:r>
              <a:rPr lang="en-US" altLang="zh-CN" sz="16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Here</a:t>
            </a:r>
            <a:endParaRPr lang="en-GB" altLang="zh-CN" sz="1600" dirty="0">
              <a:solidFill>
                <a:schemeClr val="bg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19" name="Text Placeholder 4"/>
          <p:cNvSpPr txBox="1"/>
          <p:nvPr/>
        </p:nvSpPr>
        <p:spPr>
          <a:xfrm>
            <a:off x="5480353" y="3840207"/>
            <a:ext cx="1210819" cy="267765"/>
          </a:xfrm>
          <a:prstGeom prst="rect">
            <a:avLst/>
          </a:prstGeom>
        </p:spPr>
        <p:txBody>
          <a:bodyPr lIns="121917" tIns="60959" rIns="121917" bIns="60959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6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Title</a:t>
            </a:r>
          </a:p>
          <a:p>
            <a:pPr marL="0" indent="0" algn="ctr">
              <a:buNone/>
            </a:pPr>
            <a:r>
              <a:rPr lang="en-US" altLang="zh-CN" sz="16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Here</a:t>
            </a:r>
            <a:endParaRPr lang="en-GB" altLang="zh-CN" sz="1600" dirty="0">
              <a:solidFill>
                <a:schemeClr val="bg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20" name="Text Placeholder 4"/>
          <p:cNvSpPr txBox="1"/>
          <p:nvPr/>
        </p:nvSpPr>
        <p:spPr>
          <a:xfrm>
            <a:off x="7298385" y="3840207"/>
            <a:ext cx="1210819" cy="267765"/>
          </a:xfrm>
          <a:prstGeom prst="rect">
            <a:avLst/>
          </a:prstGeom>
        </p:spPr>
        <p:txBody>
          <a:bodyPr lIns="121917" tIns="60959" rIns="121917" bIns="60959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6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Title</a:t>
            </a:r>
          </a:p>
          <a:p>
            <a:pPr marL="0" indent="0" algn="ctr">
              <a:buNone/>
            </a:pPr>
            <a:r>
              <a:rPr lang="en-US" altLang="zh-CN" sz="16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Here</a:t>
            </a:r>
            <a:endParaRPr lang="en-GB" altLang="zh-CN" sz="1600" dirty="0">
              <a:solidFill>
                <a:schemeClr val="bg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21" name="Text Placeholder 4"/>
          <p:cNvSpPr txBox="1"/>
          <p:nvPr/>
        </p:nvSpPr>
        <p:spPr>
          <a:xfrm>
            <a:off x="9117133" y="3840207"/>
            <a:ext cx="1210819" cy="267765"/>
          </a:xfrm>
          <a:prstGeom prst="rect">
            <a:avLst/>
          </a:prstGeom>
        </p:spPr>
        <p:txBody>
          <a:bodyPr lIns="121917" tIns="60959" rIns="121917" bIns="60959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6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Title</a:t>
            </a:r>
          </a:p>
          <a:p>
            <a:pPr marL="0" indent="0" algn="ctr">
              <a:buNone/>
            </a:pPr>
            <a:r>
              <a:rPr lang="en-US" altLang="zh-CN" sz="16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Here</a:t>
            </a:r>
            <a:endParaRPr lang="en-GB" altLang="zh-CN" sz="1600" dirty="0">
              <a:solidFill>
                <a:schemeClr val="bg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22" name="TextBox 127"/>
          <p:cNvSpPr txBox="1"/>
          <p:nvPr/>
        </p:nvSpPr>
        <p:spPr>
          <a:xfrm>
            <a:off x="1295470" y="1747264"/>
            <a:ext cx="2328369" cy="7026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335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You can key in or paste your texts here. </a:t>
            </a:r>
          </a:p>
        </p:txBody>
      </p:sp>
      <p:sp>
        <p:nvSpPr>
          <p:cNvPr id="23" name="TextBox 128"/>
          <p:cNvSpPr txBox="1"/>
          <p:nvPr/>
        </p:nvSpPr>
        <p:spPr>
          <a:xfrm>
            <a:off x="3119673" y="5228424"/>
            <a:ext cx="2328369" cy="7026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335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You can key in or paste your texts here. </a:t>
            </a:r>
          </a:p>
        </p:txBody>
      </p:sp>
      <p:sp>
        <p:nvSpPr>
          <p:cNvPr id="24" name="TextBox 129"/>
          <p:cNvSpPr txBox="1"/>
          <p:nvPr/>
        </p:nvSpPr>
        <p:spPr>
          <a:xfrm>
            <a:off x="4936090" y="1747264"/>
            <a:ext cx="2328369" cy="7026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335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You can key in or paste your texts here. </a:t>
            </a:r>
          </a:p>
        </p:txBody>
      </p:sp>
      <p:sp>
        <p:nvSpPr>
          <p:cNvPr id="25" name="TextBox 130"/>
          <p:cNvSpPr txBox="1"/>
          <p:nvPr/>
        </p:nvSpPr>
        <p:spPr>
          <a:xfrm>
            <a:off x="6753877" y="5228424"/>
            <a:ext cx="2328369" cy="7026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335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You can key in or paste your texts here. </a:t>
            </a:r>
          </a:p>
        </p:txBody>
      </p:sp>
      <p:sp>
        <p:nvSpPr>
          <p:cNvPr id="26" name="TextBox 131"/>
          <p:cNvSpPr txBox="1"/>
          <p:nvPr/>
        </p:nvSpPr>
        <p:spPr>
          <a:xfrm>
            <a:off x="8552760" y="1747264"/>
            <a:ext cx="2328369" cy="7026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335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You can key in or paste your texts here. 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A800F5C-C015-47BB-80A5-A0B371D29A35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1980A50-8FBD-40C3-8A4D-5076B2EA7051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511E9CC-F03E-411C-AC3E-9BA60F1DF33A}"/>
              </a:ext>
            </a:extLst>
          </p:cNvPr>
          <p:cNvSpPr txBox="1"/>
          <p:nvPr/>
        </p:nvSpPr>
        <p:spPr>
          <a:xfrm>
            <a:off x="4799613" y="105165"/>
            <a:ext cx="313401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5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Title Here</a:t>
            </a:r>
            <a:endParaRPr lang="zh-CN" altLang="en-US" sz="4500" dirty="0">
              <a:solidFill>
                <a:schemeClr val="accent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wipe/>
      </p:transition>
    </mc:Choice>
    <mc:Fallback xmlns="">
      <p:transition spd="slow" advClick="0" advTm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500"/>
                            </p:stCondLst>
                            <p:childTnLst>
                              <p:par>
                                <p:cTn id="5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0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  <p:bldP spid="18" grpId="0" build="p"/>
      <p:bldP spid="19" grpId="0" build="p"/>
      <p:bldP spid="20" grpId="0" build="p"/>
      <p:bldP spid="21" grpId="0" build="p"/>
      <p:bldP spid="22" grpId="0"/>
      <p:bldP spid="23" grpId="0"/>
      <p:bldP spid="24" grpId="0"/>
      <p:bldP spid="25" grpId="0"/>
      <p:bldP spid="26" grpId="0"/>
      <p:bldP spid="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89B1FEB0-2F47-41E6-95C4-639A7369195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31" t="18571" r="11970" b="14113"/>
          <a:stretch/>
        </p:blipFill>
        <p:spPr>
          <a:xfrm>
            <a:off x="0" y="4980"/>
            <a:ext cx="6099835" cy="5284650"/>
          </a:xfrm>
          <a:custGeom>
            <a:avLst/>
            <a:gdLst>
              <a:gd name="connsiteX0" fmla="*/ 0 w 6099835"/>
              <a:gd name="connsiteY0" fmla="*/ 0 h 5284650"/>
              <a:gd name="connsiteX1" fmla="*/ 6099835 w 6099835"/>
              <a:gd name="connsiteY1" fmla="*/ 0 h 5284650"/>
              <a:gd name="connsiteX2" fmla="*/ 0 w 6099835"/>
              <a:gd name="connsiteY2" fmla="*/ 5284650 h 528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9835" h="5284650">
                <a:moveTo>
                  <a:pt x="0" y="0"/>
                </a:moveTo>
                <a:lnTo>
                  <a:pt x="6099835" y="0"/>
                </a:lnTo>
                <a:lnTo>
                  <a:pt x="0" y="5284650"/>
                </a:lnTo>
                <a:close/>
              </a:path>
            </a:pathLst>
          </a:custGeom>
        </p:spPr>
      </p:pic>
      <p:sp>
        <p:nvSpPr>
          <p:cNvPr id="25" name="平行四边形 24">
            <a:extLst>
              <a:ext uri="{FF2B5EF4-FFF2-40B4-BE49-F238E27FC236}">
                <a16:creationId xmlns:a16="http://schemas.microsoft.com/office/drawing/2014/main" id="{5907BB4E-CF68-4C22-A81C-75B4996360F0}"/>
              </a:ext>
            </a:extLst>
          </p:cNvPr>
          <p:cNvSpPr/>
          <p:nvPr/>
        </p:nvSpPr>
        <p:spPr>
          <a:xfrm>
            <a:off x="3003005" y="-310243"/>
            <a:ext cx="13013872" cy="7168243"/>
          </a:xfrm>
          <a:prstGeom prst="parallelogram">
            <a:avLst>
              <a:gd name="adj" fmla="val 1127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26" name="平行四边形 25">
            <a:extLst>
              <a:ext uri="{FF2B5EF4-FFF2-40B4-BE49-F238E27FC236}">
                <a16:creationId xmlns:a16="http://schemas.microsoft.com/office/drawing/2014/main" id="{5D2D73DC-CB90-41CA-8F55-5CB223465DAE}"/>
              </a:ext>
            </a:extLst>
          </p:cNvPr>
          <p:cNvSpPr/>
          <p:nvPr/>
        </p:nvSpPr>
        <p:spPr>
          <a:xfrm>
            <a:off x="2550795" y="0"/>
            <a:ext cx="4408351" cy="3424020"/>
          </a:xfrm>
          <a:prstGeom prst="parallelogram">
            <a:avLst>
              <a:gd name="adj" fmla="val 117669"/>
            </a:avLst>
          </a:prstGeom>
          <a:solidFill>
            <a:schemeClr val="accent1">
              <a:lumMod val="100000"/>
            </a:schemeClr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solidFill>
                <a:srgbClr val="FFFFFF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27" name="平行四边形 26">
            <a:extLst>
              <a:ext uri="{FF2B5EF4-FFF2-40B4-BE49-F238E27FC236}">
                <a16:creationId xmlns:a16="http://schemas.microsoft.com/office/drawing/2014/main" id="{EBCFC847-0C76-4BA1-86BB-3CE82A358C21}"/>
              </a:ext>
            </a:extLst>
          </p:cNvPr>
          <p:cNvSpPr/>
          <p:nvPr/>
        </p:nvSpPr>
        <p:spPr>
          <a:xfrm>
            <a:off x="9837226" y="3433980"/>
            <a:ext cx="4408351" cy="3424020"/>
          </a:xfrm>
          <a:prstGeom prst="parallelogram">
            <a:avLst>
              <a:gd name="adj" fmla="val 117669"/>
            </a:avLst>
          </a:prstGeom>
          <a:solidFill>
            <a:schemeClr val="accent1">
              <a:lumMod val="100000"/>
            </a:schemeClr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solidFill>
                <a:srgbClr val="FFFFFF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grpSp>
        <p:nvGrpSpPr>
          <p:cNvPr id="28" name="5">
            <a:extLst>
              <a:ext uri="{FF2B5EF4-FFF2-40B4-BE49-F238E27FC236}">
                <a16:creationId xmlns:a16="http://schemas.microsoft.com/office/drawing/2014/main" id="{C5DB75A5-D0D1-4511-AD18-A098E64AB8EE}"/>
              </a:ext>
            </a:extLst>
          </p:cNvPr>
          <p:cNvGrpSpPr/>
          <p:nvPr>
            <p:custDataLst>
              <p:tags r:id="rId1"/>
            </p:custDataLst>
          </p:nvPr>
        </p:nvGrpSpPr>
        <p:grpSpPr bwMode="auto">
          <a:xfrm rot="5400000">
            <a:off x="6368154" y="1333260"/>
            <a:ext cx="2620089" cy="2278128"/>
            <a:chOff x="5803300" y="1948400"/>
            <a:chExt cx="2164994" cy="1905223"/>
          </a:xfrm>
        </p:grpSpPr>
        <p:sp>
          <p:nvSpPr>
            <p:cNvPr id="29" name="7">
              <a:extLst>
                <a:ext uri="{FF2B5EF4-FFF2-40B4-BE49-F238E27FC236}">
                  <a16:creationId xmlns:a16="http://schemas.microsoft.com/office/drawing/2014/main" id="{8FF2426A-5CDA-4B41-BE62-F3AEF3653E76}"/>
                </a:ext>
              </a:extLst>
            </p:cNvPr>
            <p:cNvSpPr/>
            <p:nvPr/>
          </p:nvSpPr>
          <p:spPr bwMode="auto">
            <a:xfrm>
              <a:off x="5803300" y="1948400"/>
              <a:ext cx="2164994" cy="1905223"/>
            </a:xfrm>
            <a:custGeom>
              <a:avLst/>
              <a:gdLst>
                <a:gd name="T0" fmla="*/ 365 w 1306"/>
                <a:gd name="T1" fmla="*/ 1149 h 1149"/>
                <a:gd name="T2" fmla="*/ 300 w 1306"/>
                <a:gd name="T3" fmla="*/ 1111 h 1149"/>
                <a:gd name="T4" fmla="*/ 12 w 1306"/>
                <a:gd name="T5" fmla="*/ 613 h 1149"/>
                <a:gd name="T6" fmla="*/ 12 w 1306"/>
                <a:gd name="T7" fmla="*/ 537 h 1149"/>
                <a:gd name="T8" fmla="*/ 300 w 1306"/>
                <a:gd name="T9" fmla="*/ 38 h 1149"/>
                <a:gd name="T10" fmla="*/ 365 w 1306"/>
                <a:gd name="T11" fmla="*/ 0 h 1149"/>
                <a:gd name="T12" fmla="*/ 941 w 1306"/>
                <a:gd name="T13" fmla="*/ 0 h 1149"/>
                <a:gd name="T14" fmla="*/ 1006 w 1306"/>
                <a:gd name="T15" fmla="*/ 38 h 1149"/>
                <a:gd name="T16" fmla="*/ 1294 w 1306"/>
                <a:gd name="T17" fmla="*/ 537 h 1149"/>
                <a:gd name="T18" fmla="*/ 1294 w 1306"/>
                <a:gd name="T19" fmla="*/ 613 h 1149"/>
                <a:gd name="T20" fmla="*/ 1006 w 1306"/>
                <a:gd name="T21" fmla="*/ 1111 h 1149"/>
                <a:gd name="T22" fmla="*/ 941 w 1306"/>
                <a:gd name="T23" fmla="*/ 1149 h 1149"/>
                <a:gd name="T24" fmla="*/ 365 w 1306"/>
                <a:gd name="T25" fmla="*/ 1149 h 1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06" h="1149">
                  <a:moveTo>
                    <a:pt x="365" y="1149"/>
                  </a:moveTo>
                  <a:cubicBezTo>
                    <a:pt x="341" y="1149"/>
                    <a:pt x="312" y="1132"/>
                    <a:pt x="300" y="1111"/>
                  </a:cubicBezTo>
                  <a:cubicBezTo>
                    <a:pt x="12" y="613"/>
                    <a:pt x="12" y="613"/>
                    <a:pt x="12" y="613"/>
                  </a:cubicBezTo>
                  <a:cubicBezTo>
                    <a:pt x="0" y="592"/>
                    <a:pt x="0" y="558"/>
                    <a:pt x="12" y="537"/>
                  </a:cubicBezTo>
                  <a:cubicBezTo>
                    <a:pt x="300" y="38"/>
                    <a:pt x="300" y="38"/>
                    <a:pt x="300" y="38"/>
                  </a:cubicBezTo>
                  <a:cubicBezTo>
                    <a:pt x="312" y="17"/>
                    <a:pt x="341" y="0"/>
                    <a:pt x="365" y="0"/>
                  </a:cubicBezTo>
                  <a:cubicBezTo>
                    <a:pt x="941" y="0"/>
                    <a:pt x="941" y="0"/>
                    <a:pt x="941" y="0"/>
                  </a:cubicBezTo>
                  <a:cubicBezTo>
                    <a:pt x="965" y="0"/>
                    <a:pt x="994" y="17"/>
                    <a:pt x="1006" y="38"/>
                  </a:cubicBezTo>
                  <a:cubicBezTo>
                    <a:pt x="1294" y="537"/>
                    <a:pt x="1294" y="537"/>
                    <a:pt x="1294" y="537"/>
                  </a:cubicBezTo>
                  <a:cubicBezTo>
                    <a:pt x="1306" y="558"/>
                    <a:pt x="1306" y="592"/>
                    <a:pt x="1294" y="613"/>
                  </a:cubicBezTo>
                  <a:cubicBezTo>
                    <a:pt x="1006" y="1111"/>
                    <a:pt x="1006" y="1111"/>
                    <a:pt x="1006" y="1111"/>
                  </a:cubicBezTo>
                  <a:cubicBezTo>
                    <a:pt x="994" y="1132"/>
                    <a:pt x="965" y="1149"/>
                    <a:pt x="941" y="1149"/>
                  </a:cubicBezTo>
                  <a:lnTo>
                    <a:pt x="365" y="114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30" name="6">
              <a:extLst>
                <a:ext uri="{FF2B5EF4-FFF2-40B4-BE49-F238E27FC236}">
                  <a16:creationId xmlns:a16="http://schemas.microsoft.com/office/drawing/2014/main" id="{C8F719AB-F23D-490E-BF3A-5E6D65B577E9}"/>
                </a:ext>
              </a:extLst>
            </p:cNvPr>
            <p:cNvSpPr/>
            <p:nvPr/>
          </p:nvSpPr>
          <p:spPr bwMode="auto">
            <a:xfrm>
              <a:off x="5948780" y="2078346"/>
              <a:ext cx="1846429" cy="1624882"/>
            </a:xfrm>
            <a:custGeom>
              <a:avLst/>
              <a:gdLst>
                <a:gd name="T0" fmla="*/ 365 w 1306"/>
                <a:gd name="T1" fmla="*/ 1149 h 1149"/>
                <a:gd name="T2" fmla="*/ 300 w 1306"/>
                <a:gd name="T3" fmla="*/ 1111 h 1149"/>
                <a:gd name="T4" fmla="*/ 12 w 1306"/>
                <a:gd name="T5" fmla="*/ 613 h 1149"/>
                <a:gd name="T6" fmla="*/ 12 w 1306"/>
                <a:gd name="T7" fmla="*/ 537 h 1149"/>
                <a:gd name="T8" fmla="*/ 300 w 1306"/>
                <a:gd name="T9" fmla="*/ 38 h 1149"/>
                <a:gd name="T10" fmla="*/ 365 w 1306"/>
                <a:gd name="T11" fmla="*/ 0 h 1149"/>
                <a:gd name="T12" fmla="*/ 941 w 1306"/>
                <a:gd name="T13" fmla="*/ 0 h 1149"/>
                <a:gd name="T14" fmla="*/ 1006 w 1306"/>
                <a:gd name="T15" fmla="*/ 38 h 1149"/>
                <a:gd name="T16" fmla="*/ 1294 w 1306"/>
                <a:gd name="T17" fmla="*/ 537 h 1149"/>
                <a:gd name="T18" fmla="*/ 1294 w 1306"/>
                <a:gd name="T19" fmla="*/ 613 h 1149"/>
                <a:gd name="T20" fmla="*/ 1006 w 1306"/>
                <a:gd name="T21" fmla="*/ 1111 h 1149"/>
                <a:gd name="T22" fmla="*/ 941 w 1306"/>
                <a:gd name="T23" fmla="*/ 1149 h 1149"/>
                <a:gd name="T24" fmla="*/ 365 w 1306"/>
                <a:gd name="T25" fmla="*/ 1149 h 1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06" h="1149">
                  <a:moveTo>
                    <a:pt x="365" y="1149"/>
                  </a:moveTo>
                  <a:cubicBezTo>
                    <a:pt x="341" y="1149"/>
                    <a:pt x="312" y="1132"/>
                    <a:pt x="300" y="1111"/>
                  </a:cubicBezTo>
                  <a:cubicBezTo>
                    <a:pt x="12" y="613"/>
                    <a:pt x="12" y="613"/>
                    <a:pt x="12" y="613"/>
                  </a:cubicBezTo>
                  <a:cubicBezTo>
                    <a:pt x="0" y="592"/>
                    <a:pt x="0" y="558"/>
                    <a:pt x="12" y="537"/>
                  </a:cubicBezTo>
                  <a:cubicBezTo>
                    <a:pt x="300" y="38"/>
                    <a:pt x="300" y="38"/>
                    <a:pt x="300" y="38"/>
                  </a:cubicBezTo>
                  <a:cubicBezTo>
                    <a:pt x="312" y="17"/>
                    <a:pt x="341" y="0"/>
                    <a:pt x="365" y="0"/>
                  </a:cubicBezTo>
                  <a:cubicBezTo>
                    <a:pt x="941" y="0"/>
                    <a:pt x="941" y="0"/>
                    <a:pt x="941" y="0"/>
                  </a:cubicBezTo>
                  <a:cubicBezTo>
                    <a:pt x="965" y="0"/>
                    <a:pt x="994" y="17"/>
                    <a:pt x="1006" y="38"/>
                  </a:cubicBezTo>
                  <a:cubicBezTo>
                    <a:pt x="1294" y="537"/>
                    <a:pt x="1294" y="537"/>
                    <a:pt x="1294" y="537"/>
                  </a:cubicBezTo>
                  <a:cubicBezTo>
                    <a:pt x="1306" y="558"/>
                    <a:pt x="1306" y="592"/>
                    <a:pt x="1294" y="613"/>
                  </a:cubicBezTo>
                  <a:cubicBezTo>
                    <a:pt x="1006" y="1111"/>
                    <a:pt x="1006" y="1111"/>
                    <a:pt x="1006" y="1111"/>
                  </a:cubicBezTo>
                  <a:cubicBezTo>
                    <a:pt x="994" y="1132"/>
                    <a:pt x="965" y="1149"/>
                    <a:pt x="941" y="1149"/>
                  </a:cubicBezTo>
                  <a:lnTo>
                    <a:pt x="365" y="1149"/>
                  </a:ln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dirty="0">
                <a:solidFill>
                  <a:srgbClr val="FFFFFF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31" name="4">
            <a:extLst>
              <a:ext uri="{FF2B5EF4-FFF2-40B4-BE49-F238E27FC236}">
                <a16:creationId xmlns:a16="http://schemas.microsoft.com/office/drawing/2014/main" id="{C438F696-796C-43A6-AC05-4990754794F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337432" y="1668093"/>
            <a:ext cx="2713761" cy="1441061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/>
          <a:p>
            <a:pPr algn="ctr">
              <a:defRPr/>
            </a:pPr>
            <a:r>
              <a:rPr lang="en-US" altLang="zh-CN" sz="88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04</a:t>
            </a:r>
          </a:p>
        </p:txBody>
      </p:sp>
      <p:sp>
        <p:nvSpPr>
          <p:cNvPr id="32" name="3">
            <a:extLst>
              <a:ext uri="{FF2B5EF4-FFF2-40B4-BE49-F238E27FC236}">
                <a16:creationId xmlns:a16="http://schemas.microsoft.com/office/drawing/2014/main" id="{6E9E2337-2D0D-4A77-AE04-FE8AF23B2CF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191373" y="5148372"/>
            <a:ext cx="6964330" cy="355059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You can key in or paste your texts here. </a:t>
            </a:r>
            <a:endParaRPr lang="en-US" altLang="zh-CN" sz="1400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33" name="2">
            <a:extLst>
              <a:ext uri="{FF2B5EF4-FFF2-40B4-BE49-F238E27FC236}">
                <a16:creationId xmlns:a16="http://schemas.microsoft.com/office/drawing/2014/main" id="{7BEA7476-579B-4848-BB35-69A5A35DA49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429252" y="3910725"/>
            <a:ext cx="8488572" cy="1317950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zh-CN" sz="40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Andalus" panose="02020603050405020304" pitchFamily="18" charset="-78"/>
                <a:sym typeface="字魂36号-正文宋楷" panose="02000000000000000000" pitchFamily="2" charset="-122"/>
              </a:rPr>
              <a:t>Non-Recyclable</a:t>
            </a:r>
          </a:p>
          <a:p>
            <a:pPr algn="ctr"/>
            <a:r>
              <a:rPr lang="en-US" altLang="zh-CN" sz="40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Andalus" panose="02020603050405020304" pitchFamily="18" charset="-78"/>
                <a:sym typeface="字魂36号-正文宋楷" panose="02000000000000000000" pitchFamily="2" charset="-122"/>
              </a:rPr>
              <a:t>Trash</a:t>
            </a:r>
            <a:endParaRPr lang="zh-CN" altLang="en-US" sz="4000" dirty="0">
              <a:solidFill>
                <a:schemeClr val="accent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Andalus" panose="02020603050405020304" pitchFamily="18" charset="-78"/>
              <a:sym typeface="字魂36号-正文宋楷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2441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wipe/>
      </p:transition>
    </mc:Choice>
    <mc:Fallback xmlns="">
      <p:transition spd="slow" advClick="0" advTm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31" grpId="0"/>
      <p:bldP spid="32" grpId="0"/>
      <p:bldP spid="3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8"/>
          <p:cNvGrpSpPr/>
          <p:nvPr/>
        </p:nvGrpSpPr>
        <p:grpSpPr>
          <a:xfrm>
            <a:off x="-6908" y="1352538"/>
            <a:ext cx="11228851" cy="1008111"/>
            <a:chOff x="0" y="1739386"/>
            <a:chExt cx="11232316" cy="1008112"/>
          </a:xfrm>
        </p:grpSpPr>
        <p:sp>
          <p:nvSpPr>
            <p:cNvPr id="40" name="任意多边形 39"/>
            <p:cNvSpPr/>
            <p:nvPr/>
          </p:nvSpPr>
          <p:spPr>
            <a:xfrm>
              <a:off x="1904418" y="1739386"/>
              <a:ext cx="9327898" cy="1008112"/>
            </a:xfrm>
            <a:custGeom>
              <a:avLst/>
              <a:gdLst>
                <a:gd name="connsiteX0" fmla="*/ 0 w 9327898"/>
                <a:gd name="connsiteY0" fmla="*/ 0 h 1008112"/>
                <a:gd name="connsiteX1" fmla="*/ 8915278 w 9327898"/>
                <a:gd name="connsiteY1" fmla="*/ 0 h 1008112"/>
                <a:gd name="connsiteX2" fmla="*/ 9327898 w 9327898"/>
                <a:gd name="connsiteY2" fmla="*/ 504056 h 1008112"/>
                <a:gd name="connsiteX3" fmla="*/ 8915278 w 9327898"/>
                <a:gd name="connsiteY3" fmla="*/ 1008112 h 1008112"/>
                <a:gd name="connsiteX4" fmla="*/ 0 w 9327898"/>
                <a:gd name="connsiteY4" fmla="*/ 1008112 h 1008112"/>
                <a:gd name="connsiteX5" fmla="*/ 412620 w 9327898"/>
                <a:gd name="connsiteY5" fmla="*/ 504056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27898" h="1008112">
                  <a:moveTo>
                    <a:pt x="0" y="0"/>
                  </a:moveTo>
                  <a:lnTo>
                    <a:pt x="8915278" y="0"/>
                  </a:lnTo>
                  <a:lnTo>
                    <a:pt x="9327898" y="504056"/>
                  </a:lnTo>
                  <a:lnTo>
                    <a:pt x="8915278" y="1008112"/>
                  </a:lnTo>
                  <a:lnTo>
                    <a:pt x="0" y="1008112"/>
                  </a:lnTo>
                  <a:lnTo>
                    <a:pt x="412620" y="50405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  <a:effectLst/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41" name="五边形 40"/>
            <p:cNvSpPr/>
            <p:nvPr/>
          </p:nvSpPr>
          <p:spPr>
            <a:xfrm>
              <a:off x="0" y="1739386"/>
              <a:ext cx="2207568" cy="1008112"/>
            </a:xfrm>
            <a:prstGeom prst="homePlate">
              <a:avLst>
                <a:gd name="adj" fmla="val 4093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prstClr val="white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10153158" y="1873555"/>
              <a:ext cx="720080" cy="720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prstClr val="white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43" name="文本框 132"/>
            <p:cNvSpPr txBox="1"/>
            <p:nvPr/>
          </p:nvSpPr>
          <p:spPr>
            <a:xfrm>
              <a:off x="10231711" y="2012609"/>
              <a:ext cx="5342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46" name="Freeform 24"/>
            <p:cNvSpPr>
              <a:spLocks noEditPoints="1"/>
            </p:cNvSpPr>
            <p:nvPr/>
          </p:nvSpPr>
          <p:spPr bwMode="auto">
            <a:xfrm>
              <a:off x="686696" y="1986771"/>
              <a:ext cx="472970" cy="472970"/>
            </a:xfrm>
            <a:custGeom>
              <a:avLst/>
              <a:gdLst>
                <a:gd name="T0" fmla="*/ 0 w 125"/>
                <a:gd name="T1" fmla="*/ 107 h 125"/>
                <a:gd name="T2" fmla="*/ 50 w 125"/>
                <a:gd name="T3" fmla="*/ 115 h 125"/>
                <a:gd name="T4" fmla="*/ 50 w 125"/>
                <a:gd name="T5" fmla="*/ 66 h 125"/>
                <a:gd name="T6" fmla="*/ 0 w 125"/>
                <a:gd name="T7" fmla="*/ 66 h 125"/>
                <a:gd name="T8" fmla="*/ 0 w 125"/>
                <a:gd name="T9" fmla="*/ 107 h 125"/>
                <a:gd name="T10" fmla="*/ 0 w 125"/>
                <a:gd name="T11" fmla="*/ 59 h 125"/>
                <a:gd name="T12" fmla="*/ 50 w 125"/>
                <a:gd name="T13" fmla="*/ 59 h 125"/>
                <a:gd name="T14" fmla="*/ 50 w 125"/>
                <a:gd name="T15" fmla="*/ 11 h 125"/>
                <a:gd name="T16" fmla="*/ 0 w 125"/>
                <a:gd name="T17" fmla="*/ 18 h 125"/>
                <a:gd name="T18" fmla="*/ 0 w 125"/>
                <a:gd name="T19" fmla="*/ 59 h 125"/>
                <a:gd name="T20" fmla="*/ 57 w 125"/>
                <a:gd name="T21" fmla="*/ 115 h 125"/>
                <a:gd name="T22" fmla="*/ 125 w 125"/>
                <a:gd name="T23" fmla="*/ 125 h 125"/>
                <a:gd name="T24" fmla="*/ 125 w 125"/>
                <a:gd name="T25" fmla="*/ 66 h 125"/>
                <a:gd name="T26" fmla="*/ 57 w 125"/>
                <a:gd name="T27" fmla="*/ 66 h 125"/>
                <a:gd name="T28" fmla="*/ 57 w 125"/>
                <a:gd name="T29" fmla="*/ 115 h 125"/>
                <a:gd name="T30" fmla="*/ 57 w 125"/>
                <a:gd name="T31" fmla="*/ 10 h 125"/>
                <a:gd name="T32" fmla="*/ 57 w 125"/>
                <a:gd name="T33" fmla="*/ 59 h 125"/>
                <a:gd name="T34" fmla="*/ 125 w 125"/>
                <a:gd name="T35" fmla="*/ 59 h 125"/>
                <a:gd name="T36" fmla="*/ 125 w 125"/>
                <a:gd name="T37" fmla="*/ 0 h 125"/>
                <a:gd name="T38" fmla="*/ 57 w 125"/>
                <a:gd name="T39" fmla="*/ 1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5" h="125">
                  <a:moveTo>
                    <a:pt x="0" y="107"/>
                  </a:moveTo>
                  <a:lnTo>
                    <a:pt x="50" y="115"/>
                  </a:lnTo>
                  <a:lnTo>
                    <a:pt x="50" y="66"/>
                  </a:lnTo>
                  <a:lnTo>
                    <a:pt x="0" y="66"/>
                  </a:lnTo>
                  <a:lnTo>
                    <a:pt x="0" y="107"/>
                  </a:lnTo>
                  <a:close/>
                  <a:moveTo>
                    <a:pt x="0" y="59"/>
                  </a:moveTo>
                  <a:lnTo>
                    <a:pt x="50" y="59"/>
                  </a:lnTo>
                  <a:lnTo>
                    <a:pt x="50" y="11"/>
                  </a:lnTo>
                  <a:lnTo>
                    <a:pt x="0" y="18"/>
                  </a:lnTo>
                  <a:lnTo>
                    <a:pt x="0" y="59"/>
                  </a:lnTo>
                  <a:close/>
                  <a:moveTo>
                    <a:pt x="57" y="115"/>
                  </a:moveTo>
                  <a:lnTo>
                    <a:pt x="125" y="125"/>
                  </a:lnTo>
                  <a:lnTo>
                    <a:pt x="125" y="66"/>
                  </a:lnTo>
                  <a:lnTo>
                    <a:pt x="57" y="66"/>
                  </a:lnTo>
                  <a:lnTo>
                    <a:pt x="57" y="115"/>
                  </a:lnTo>
                  <a:close/>
                  <a:moveTo>
                    <a:pt x="57" y="10"/>
                  </a:moveTo>
                  <a:lnTo>
                    <a:pt x="57" y="59"/>
                  </a:lnTo>
                  <a:lnTo>
                    <a:pt x="125" y="59"/>
                  </a:lnTo>
                  <a:lnTo>
                    <a:pt x="125" y="0"/>
                  </a:lnTo>
                  <a:lnTo>
                    <a:pt x="57" y="1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/>
            <a:lstStyle/>
            <a:p>
              <a:endParaRPr lang="zh-CN" alt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3" name="组合 46"/>
          <p:cNvGrpSpPr/>
          <p:nvPr/>
        </p:nvGrpSpPr>
        <p:grpSpPr>
          <a:xfrm>
            <a:off x="993799" y="2519189"/>
            <a:ext cx="11205111" cy="1008111"/>
            <a:chOff x="983432" y="2906034"/>
            <a:chExt cx="11208568" cy="1008112"/>
          </a:xfrm>
        </p:grpSpPr>
        <p:sp>
          <p:nvSpPr>
            <p:cNvPr id="48" name="任意多边形 47"/>
            <p:cNvSpPr/>
            <p:nvPr/>
          </p:nvSpPr>
          <p:spPr>
            <a:xfrm flipH="1">
              <a:off x="983432" y="2906034"/>
              <a:ext cx="9327898" cy="1008112"/>
            </a:xfrm>
            <a:custGeom>
              <a:avLst/>
              <a:gdLst>
                <a:gd name="connsiteX0" fmla="*/ 0 w 9327898"/>
                <a:gd name="connsiteY0" fmla="*/ 0 h 1008112"/>
                <a:gd name="connsiteX1" fmla="*/ 8915278 w 9327898"/>
                <a:gd name="connsiteY1" fmla="*/ 0 h 1008112"/>
                <a:gd name="connsiteX2" fmla="*/ 9327898 w 9327898"/>
                <a:gd name="connsiteY2" fmla="*/ 504056 h 1008112"/>
                <a:gd name="connsiteX3" fmla="*/ 8915278 w 9327898"/>
                <a:gd name="connsiteY3" fmla="*/ 1008112 h 1008112"/>
                <a:gd name="connsiteX4" fmla="*/ 0 w 9327898"/>
                <a:gd name="connsiteY4" fmla="*/ 1008112 h 1008112"/>
                <a:gd name="connsiteX5" fmla="*/ 412620 w 9327898"/>
                <a:gd name="connsiteY5" fmla="*/ 504056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27898" h="1008112">
                  <a:moveTo>
                    <a:pt x="0" y="0"/>
                  </a:moveTo>
                  <a:lnTo>
                    <a:pt x="8915278" y="0"/>
                  </a:lnTo>
                  <a:lnTo>
                    <a:pt x="9327898" y="504056"/>
                  </a:lnTo>
                  <a:lnTo>
                    <a:pt x="8915278" y="1008112"/>
                  </a:lnTo>
                  <a:lnTo>
                    <a:pt x="0" y="1008112"/>
                  </a:lnTo>
                  <a:lnTo>
                    <a:pt x="412620" y="50405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accent2"/>
              </a:solidFill>
            </a:ln>
            <a:effectLst/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49" name="五边形 48"/>
            <p:cNvSpPr/>
            <p:nvPr/>
          </p:nvSpPr>
          <p:spPr>
            <a:xfrm flipH="1">
              <a:off x="9984432" y="2906034"/>
              <a:ext cx="2207568" cy="1008112"/>
            </a:xfrm>
            <a:prstGeom prst="homePlate">
              <a:avLst>
                <a:gd name="adj" fmla="val 4093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1239932" y="3064262"/>
              <a:ext cx="720080" cy="7200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prstClr val="white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51" name="文本框 134"/>
            <p:cNvSpPr txBox="1"/>
            <p:nvPr/>
          </p:nvSpPr>
          <p:spPr>
            <a:xfrm>
              <a:off x="1318483" y="3185925"/>
              <a:ext cx="5342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02</a:t>
              </a:r>
              <a:endParaRPr lang="zh-CN" altLang="en-US" sz="24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54" name="Freeform 27"/>
            <p:cNvSpPr>
              <a:spLocks noEditPoints="1"/>
            </p:cNvSpPr>
            <p:nvPr/>
          </p:nvSpPr>
          <p:spPr bwMode="auto">
            <a:xfrm>
              <a:off x="11044130" y="3178382"/>
              <a:ext cx="442700" cy="476753"/>
            </a:xfrm>
            <a:custGeom>
              <a:avLst/>
              <a:gdLst>
                <a:gd name="T0" fmla="*/ 200 w 237"/>
                <a:gd name="T1" fmla="*/ 136 h 257"/>
                <a:gd name="T2" fmla="*/ 237 w 237"/>
                <a:gd name="T3" fmla="*/ 188 h 257"/>
                <a:gd name="T4" fmla="*/ 218 w 237"/>
                <a:gd name="T5" fmla="*/ 224 h 257"/>
                <a:gd name="T6" fmla="*/ 176 w 237"/>
                <a:gd name="T7" fmla="*/ 256 h 257"/>
                <a:gd name="T8" fmla="*/ 130 w 237"/>
                <a:gd name="T9" fmla="*/ 246 h 257"/>
                <a:gd name="T10" fmla="*/ 85 w 237"/>
                <a:gd name="T11" fmla="*/ 256 h 257"/>
                <a:gd name="T12" fmla="*/ 42 w 237"/>
                <a:gd name="T13" fmla="*/ 224 h 257"/>
                <a:gd name="T14" fmla="*/ 25 w 237"/>
                <a:gd name="T15" fmla="*/ 95 h 257"/>
                <a:gd name="T16" fmla="*/ 81 w 237"/>
                <a:gd name="T17" fmla="*/ 62 h 257"/>
                <a:gd name="T18" fmla="*/ 127 w 237"/>
                <a:gd name="T19" fmla="*/ 74 h 257"/>
                <a:gd name="T20" fmla="*/ 179 w 237"/>
                <a:gd name="T21" fmla="*/ 62 h 257"/>
                <a:gd name="T22" fmla="*/ 230 w 237"/>
                <a:gd name="T23" fmla="*/ 87 h 257"/>
                <a:gd name="T24" fmla="*/ 200 w 237"/>
                <a:gd name="T25" fmla="*/ 136 h 257"/>
                <a:gd name="T26" fmla="*/ 125 w 237"/>
                <a:gd name="T27" fmla="*/ 59 h 257"/>
                <a:gd name="T28" fmla="*/ 139 w 237"/>
                <a:gd name="T29" fmla="*/ 19 h 257"/>
                <a:gd name="T30" fmla="*/ 180 w 237"/>
                <a:gd name="T31" fmla="*/ 0 h 257"/>
                <a:gd name="T32" fmla="*/ 165 w 237"/>
                <a:gd name="T33" fmla="*/ 41 h 257"/>
                <a:gd name="T34" fmla="*/ 125 w 237"/>
                <a:gd name="T35" fmla="*/ 5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7" h="257">
                  <a:moveTo>
                    <a:pt x="200" y="136"/>
                  </a:moveTo>
                  <a:cubicBezTo>
                    <a:pt x="200" y="175"/>
                    <a:pt x="237" y="188"/>
                    <a:pt x="237" y="188"/>
                  </a:cubicBezTo>
                  <a:cubicBezTo>
                    <a:pt x="237" y="189"/>
                    <a:pt x="231" y="206"/>
                    <a:pt x="218" y="224"/>
                  </a:cubicBezTo>
                  <a:cubicBezTo>
                    <a:pt x="206" y="240"/>
                    <a:pt x="195" y="255"/>
                    <a:pt x="176" y="256"/>
                  </a:cubicBezTo>
                  <a:cubicBezTo>
                    <a:pt x="157" y="256"/>
                    <a:pt x="152" y="246"/>
                    <a:pt x="130" y="246"/>
                  </a:cubicBezTo>
                  <a:cubicBezTo>
                    <a:pt x="109" y="246"/>
                    <a:pt x="103" y="255"/>
                    <a:pt x="85" y="256"/>
                  </a:cubicBezTo>
                  <a:cubicBezTo>
                    <a:pt x="67" y="257"/>
                    <a:pt x="54" y="239"/>
                    <a:pt x="42" y="224"/>
                  </a:cubicBezTo>
                  <a:cubicBezTo>
                    <a:pt x="18" y="192"/>
                    <a:pt x="0" y="134"/>
                    <a:pt x="25" y="95"/>
                  </a:cubicBezTo>
                  <a:cubicBezTo>
                    <a:pt x="37" y="75"/>
                    <a:pt x="58" y="63"/>
                    <a:pt x="81" y="62"/>
                  </a:cubicBezTo>
                  <a:cubicBezTo>
                    <a:pt x="99" y="62"/>
                    <a:pt x="116" y="74"/>
                    <a:pt x="127" y="74"/>
                  </a:cubicBezTo>
                  <a:cubicBezTo>
                    <a:pt x="138" y="74"/>
                    <a:pt x="158" y="60"/>
                    <a:pt x="179" y="62"/>
                  </a:cubicBezTo>
                  <a:cubicBezTo>
                    <a:pt x="188" y="62"/>
                    <a:pt x="214" y="65"/>
                    <a:pt x="230" y="87"/>
                  </a:cubicBezTo>
                  <a:cubicBezTo>
                    <a:pt x="229" y="88"/>
                    <a:pt x="200" y="104"/>
                    <a:pt x="200" y="136"/>
                  </a:cubicBezTo>
                  <a:moveTo>
                    <a:pt x="125" y="59"/>
                  </a:moveTo>
                  <a:cubicBezTo>
                    <a:pt x="123" y="44"/>
                    <a:pt x="130" y="29"/>
                    <a:pt x="139" y="19"/>
                  </a:cubicBezTo>
                  <a:cubicBezTo>
                    <a:pt x="149" y="9"/>
                    <a:pt x="166" y="0"/>
                    <a:pt x="180" y="0"/>
                  </a:cubicBezTo>
                  <a:cubicBezTo>
                    <a:pt x="182" y="15"/>
                    <a:pt x="175" y="30"/>
                    <a:pt x="165" y="41"/>
                  </a:cubicBezTo>
                  <a:cubicBezTo>
                    <a:pt x="156" y="52"/>
                    <a:pt x="140" y="60"/>
                    <a:pt x="125" y="59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/>
            <a:lstStyle/>
            <a:p>
              <a:endParaRPr lang="zh-CN" alt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4" name="组合 54"/>
          <p:cNvGrpSpPr/>
          <p:nvPr/>
        </p:nvGrpSpPr>
        <p:grpSpPr>
          <a:xfrm>
            <a:off x="-6908" y="3695423"/>
            <a:ext cx="11228851" cy="1014291"/>
            <a:chOff x="0" y="4082269"/>
            <a:chExt cx="11232316" cy="1014291"/>
          </a:xfrm>
        </p:grpSpPr>
        <p:sp>
          <p:nvSpPr>
            <p:cNvPr id="56" name="任意多边形 55"/>
            <p:cNvSpPr/>
            <p:nvPr/>
          </p:nvSpPr>
          <p:spPr>
            <a:xfrm>
              <a:off x="1904418" y="4088448"/>
              <a:ext cx="9327898" cy="1008112"/>
            </a:xfrm>
            <a:custGeom>
              <a:avLst/>
              <a:gdLst>
                <a:gd name="connsiteX0" fmla="*/ 0 w 9327898"/>
                <a:gd name="connsiteY0" fmla="*/ 0 h 1008112"/>
                <a:gd name="connsiteX1" fmla="*/ 8915278 w 9327898"/>
                <a:gd name="connsiteY1" fmla="*/ 0 h 1008112"/>
                <a:gd name="connsiteX2" fmla="*/ 9327898 w 9327898"/>
                <a:gd name="connsiteY2" fmla="*/ 504056 h 1008112"/>
                <a:gd name="connsiteX3" fmla="*/ 8915278 w 9327898"/>
                <a:gd name="connsiteY3" fmla="*/ 1008112 h 1008112"/>
                <a:gd name="connsiteX4" fmla="*/ 0 w 9327898"/>
                <a:gd name="connsiteY4" fmla="*/ 1008112 h 1008112"/>
                <a:gd name="connsiteX5" fmla="*/ 412620 w 9327898"/>
                <a:gd name="connsiteY5" fmla="*/ 504056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27898" h="1008112">
                  <a:moveTo>
                    <a:pt x="0" y="0"/>
                  </a:moveTo>
                  <a:lnTo>
                    <a:pt x="8915278" y="0"/>
                  </a:lnTo>
                  <a:lnTo>
                    <a:pt x="9327898" y="504056"/>
                  </a:lnTo>
                  <a:lnTo>
                    <a:pt x="8915278" y="1008112"/>
                  </a:lnTo>
                  <a:lnTo>
                    <a:pt x="0" y="1008112"/>
                  </a:lnTo>
                  <a:lnTo>
                    <a:pt x="412620" y="50405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accent3"/>
              </a:solidFill>
            </a:ln>
            <a:effectLst/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57" name="五边形 56"/>
            <p:cNvSpPr/>
            <p:nvPr/>
          </p:nvSpPr>
          <p:spPr>
            <a:xfrm>
              <a:off x="0" y="4082269"/>
              <a:ext cx="2207568" cy="1008112"/>
            </a:xfrm>
            <a:prstGeom prst="homePlate">
              <a:avLst>
                <a:gd name="adj" fmla="val 40930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prstClr val="white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58" name="椭圆 57"/>
            <p:cNvSpPr/>
            <p:nvPr/>
          </p:nvSpPr>
          <p:spPr>
            <a:xfrm>
              <a:off x="10153158" y="4225109"/>
              <a:ext cx="720080" cy="7200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prstClr val="white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59" name="文本框 136"/>
            <p:cNvSpPr txBox="1"/>
            <p:nvPr/>
          </p:nvSpPr>
          <p:spPr>
            <a:xfrm>
              <a:off x="10231711" y="4354316"/>
              <a:ext cx="5342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03</a:t>
              </a:r>
              <a:endParaRPr lang="zh-CN" altLang="en-US" sz="24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62" name="Freeform 28"/>
            <p:cNvSpPr>
              <a:spLocks noEditPoints="1"/>
            </p:cNvSpPr>
            <p:nvPr/>
          </p:nvSpPr>
          <p:spPr bwMode="auto">
            <a:xfrm>
              <a:off x="743785" y="4384016"/>
              <a:ext cx="393510" cy="472970"/>
            </a:xfrm>
            <a:custGeom>
              <a:avLst/>
              <a:gdLst>
                <a:gd name="T0" fmla="*/ 183 w 212"/>
                <a:gd name="T1" fmla="*/ 159 h 256"/>
                <a:gd name="T2" fmla="*/ 198 w 212"/>
                <a:gd name="T3" fmla="*/ 81 h 256"/>
                <a:gd name="T4" fmla="*/ 212 w 212"/>
                <a:gd name="T5" fmla="*/ 159 h 256"/>
                <a:gd name="T6" fmla="*/ 158 w 212"/>
                <a:gd name="T7" fmla="*/ 206 h 256"/>
                <a:gd name="T8" fmla="*/ 148 w 212"/>
                <a:gd name="T9" fmla="*/ 210 h 256"/>
                <a:gd name="T10" fmla="*/ 148 w 212"/>
                <a:gd name="T11" fmla="*/ 216 h 256"/>
                <a:gd name="T12" fmla="*/ 133 w 212"/>
                <a:gd name="T13" fmla="*/ 256 h 256"/>
                <a:gd name="T14" fmla="*/ 119 w 212"/>
                <a:gd name="T15" fmla="*/ 216 h 256"/>
                <a:gd name="T16" fmla="*/ 119 w 212"/>
                <a:gd name="T17" fmla="*/ 210 h 256"/>
                <a:gd name="T18" fmla="*/ 93 w 212"/>
                <a:gd name="T19" fmla="*/ 206 h 256"/>
                <a:gd name="T20" fmla="*/ 93 w 212"/>
                <a:gd name="T21" fmla="*/ 211 h 256"/>
                <a:gd name="T22" fmla="*/ 93 w 212"/>
                <a:gd name="T23" fmla="*/ 241 h 256"/>
                <a:gd name="T24" fmla="*/ 64 w 212"/>
                <a:gd name="T25" fmla="*/ 241 h 256"/>
                <a:gd name="T26" fmla="*/ 64 w 212"/>
                <a:gd name="T27" fmla="*/ 211 h 256"/>
                <a:gd name="T28" fmla="*/ 65 w 212"/>
                <a:gd name="T29" fmla="*/ 206 h 256"/>
                <a:gd name="T30" fmla="*/ 39 w 212"/>
                <a:gd name="T31" fmla="*/ 190 h 256"/>
                <a:gd name="T32" fmla="*/ 39 w 212"/>
                <a:gd name="T33" fmla="*/ 93 h 256"/>
                <a:gd name="T34" fmla="*/ 40 w 212"/>
                <a:gd name="T35" fmla="*/ 81 h 256"/>
                <a:gd name="T36" fmla="*/ 173 w 212"/>
                <a:gd name="T37" fmla="*/ 81 h 256"/>
                <a:gd name="T38" fmla="*/ 173 w 212"/>
                <a:gd name="T39" fmla="*/ 103 h 256"/>
                <a:gd name="T40" fmla="*/ 158 w 212"/>
                <a:gd name="T41" fmla="*/ 206 h 256"/>
                <a:gd name="T42" fmla="*/ 70 w 212"/>
                <a:gd name="T43" fmla="*/ 17 h 256"/>
                <a:gd name="T44" fmla="*/ 61 w 212"/>
                <a:gd name="T45" fmla="*/ 4 h 256"/>
                <a:gd name="T46" fmla="*/ 65 w 212"/>
                <a:gd name="T47" fmla="*/ 1 h 256"/>
                <a:gd name="T48" fmla="*/ 75 w 212"/>
                <a:gd name="T49" fmla="*/ 15 h 256"/>
                <a:gd name="T50" fmla="*/ 106 w 212"/>
                <a:gd name="T51" fmla="*/ 14 h 256"/>
                <a:gd name="T52" fmla="*/ 137 w 212"/>
                <a:gd name="T53" fmla="*/ 15 h 256"/>
                <a:gd name="T54" fmla="*/ 147 w 212"/>
                <a:gd name="T55" fmla="*/ 1 h 256"/>
                <a:gd name="T56" fmla="*/ 151 w 212"/>
                <a:gd name="T57" fmla="*/ 4 h 256"/>
                <a:gd name="T58" fmla="*/ 142 w 212"/>
                <a:gd name="T59" fmla="*/ 17 h 256"/>
                <a:gd name="T60" fmla="*/ 173 w 212"/>
                <a:gd name="T61" fmla="*/ 71 h 256"/>
                <a:gd name="T62" fmla="*/ 73 w 212"/>
                <a:gd name="T63" fmla="*/ 21 h 256"/>
                <a:gd name="T64" fmla="*/ 142 w 212"/>
                <a:gd name="T65" fmla="*/ 44 h 256"/>
                <a:gd name="T66" fmla="*/ 128 w 212"/>
                <a:gd name="T67" fmla="*/ 44 h 256"/>
                <a:gd name="T68" fmla="*/ 77 w 212"/>
                <a:gd name="T69" fmla="*/ 51 h 256"/>
                <a:gd name="T70" fmla="*/ 77 w 212"/>
                <a:gd name="T71" fmla="*/ 36 h 256"/>
                <a:gd name="T72" fmla="*/ 77 w 212"/>
                <a:gd name="T73" fmla="*/ 51 h 256"/>
                <a:gd name="T74" fmla="*/ 0 w 212"/>
                <a:gd name="T75" fmla="*/ 159 h 256"/>
                <a:gd name="T76" fmla="*/ 15 w 212"/>
                <a:gd name="T77" fmla="*/ 81 h 256"/>
                <a:gd name="T78" fmla="*/ 29 w 212"/>
                <a:gd name="T79" fmla="*/ 159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2" h="256">
                  <a:moveTo>
                    <a:pt x="198" y="174"/>
                  </a:moveTo>
                  <a:cubicBezTo>
                    <a:pt x="190" y="174"/>
                    <a:pt x="183" y="168"/>
                    <a:pt x="183" y="159"/>
                  </a:cubicBezTo>
                  <a:cubicBezTo>
                    <a:pt x="183" y="96"/>
                    <a:pt x="183" y="96"/>
                    <a:pt x="183" y="96"/>
                  </a:cubicBezTo>
                  <a:cubicBezTo>
                    <a:pt x="183" y="88"/>
                    <a:pt x="190" y="81"/>
                    <a:pt x="198" y="81"/>
                  </a:cubicBezTo>
                  <a:cubicBezTo>
                    <a:pt x="205" y="81"/>
                    <a:pt x="212" y="88"/>
                    <a:pt x="212" y="96"/>
                  </a:cubicBezTo>
                  <a:cubicBezTo>
                    <a:pt x="212" y="159"/>
                    <a:pt x="212" y="159"/>
                    <a:pt x="212" y="159"/>
                  </a:cubicBezTo>
                  <a:cubicBezTo>
                    <a:pt x="212" y="168"/>
                    <a:pt x="205" y="174"/>
                    <a:pt x="198" y="174"/>
                  </a:cubicBezTo>
                  <a:moveTo>
                    <a:pt x="158" y="206"/>
                  </a:moveTo>
                  <a:cubicBezTo>
                    <a:pt x="147" y="206"/>
                    <a:pt x="147" y="206"/>
                    <a:pt x="147" y="206"/>
                  </a:cubicBezTo>
                  <a:cubicBezTo>
                    <a:pt x="148" y="207"/>
                    <a:pt x="148" y="208"/>
                    <a:pt x="148" y="210"/>
                  </a:cubicBezTo>
                  <a:cubicBezTo>
                    <a:pt x="148" y="211"/>
                    <a:pt x="148" y="211"/>
                    <a:pt x="148" y="211"/>
                  </a:cubicBezTo>
                  <a:cubicBezTo>
                    <a:pt x="148" y="216"/>
                    <a:pt x="148" y="216"/>
                    <a:pt x="148" y="216"/>
                  </a:cubicBezTo>
                  <a:cubicBezTo>
                    <a:pt x="148" y="241"/>
                    <a:pt x="148" y="241"/>
                    <a:pt x="148" y="241"/>
                  </a:cubicBezTo>
                  <a:cubicBezTo>
                    <a:pt x="148" y="249"/>
                    <a:pt x="141" y="256"/>
                    <a:pt x="133" y="256"/>
                  </a:cubicBezTo>
                  <a:cubicBezTo>
                    <a:pt x="125" y="256"/>
                    <a:pt x="119" y="249"/>
                    <a:pt x="119" y="241"/>
                  </a:cubicBezTo>
                  <a:cubicBezTo>
                    <a:pt x="119" y="216"/>
                    <a:pt x="119" y="216"/>
                    <a:pt x="119" y="216"/>
                  </a:cubicBezTo>
                  <a:cubicBezTo>
                    <a:pt x="119" y="211"/>
                    <a:pt x="119" y="211"/>
                    <a:pt x="119" y="211"/>
                  </a:cubicBezTo>
                  <a:cubicBezTo>
                    <a:pt x="119" y="210"/>
                    <a:pt x="119" y="210"/>
                    <a:pt x="119" y="210"/>
                  </a:cubicBezTo>
                  <a:cubicBezTo>
                    <a:pt x="119" y="208"/>
                    <a:pt x="119" y="207"/>
                    <a:pt x="119" y="206"/>
                  </a:cubicBezTo>
                  <a:cubicBezTo>
                    <a:pt x="93" y="206"/>
                    <a:pt x="93" y="206"/>
                    <a:pt x="93" y="206"/>
                  </a:cubicBezTo>
                  <a:cubicBezTo>
                    <a:pt x="93" y="207"/>
                    <a:pt x="93" y="208"/>
                    <a:pt x="93" y="210"/>
                  </a:cubicBezTo>
                  <a:cubicBezTo>
                    <a:pt x="93" y="211"/>
                    <a:pt x="93" y="211"/>
                    <a:pt x="93" y="211"/>
                  </a:cubicBezTo>
                  <a:cubicBezTo>
                    <a:pt x="93" y="216"/>
                    <a:pt x="93" y="216"/>
                    <a:pt x="93" y="216"/>
                  </a:cubicBezTo>
                  <a:cubicBezTo>
                    <a:pt x="93" y="241"/>
                    <a:pt x="93" y="241"/>
                    <a:pt x="93" y="241"/>
                  </a:cubicBezTo>
                  <a:cubicBezTo>
                    <a:pt x="93" y="249"/>
                    <a:pt x="87" y="256"/>
                    <a:pt x="79" y="256"/>
                  </a:cubicBezTo>
                  <a:cubicBezTo>
                    <a:pt x="71" y="256"/>
                    <a:pt x="64" y="249"/>
                    <a:pt x="64" y="241"/>
                  </a:cubicBezTo>
                  <a:cubicBezTo>
                    <a:pt x="64" y="216"/>
                    <a:pt x="64" y="216"/>
                    <a:pt x="64" y="216"/>
                  </a:cubicBezTo>
                  <a:cubicBezTo>
                    <a:pt x="64" y="211"/>
                    <a:pt x="64" y="211"/>
                    <a:pt x="64" y="211"/>
                  </a:cubicBezTo>
                  <a:cubicBezTo>
                    <a:pt x="64" y="210"/>
                    <a:pt x="64" y="210"/>
                    <a:pt x="64" y="210"/>
                  </a:cubicBezTo>
                  <a:cubicBezTo>
                    <a:pt x="64" y="208"/>
                    <a:pt x="64" y="207"/>
                    <a:pt x="65" y="206"/>
                  </a:cubicBezTo>
                  <a:cubicBezTo>
                    <a:pt x="54" y="206"/>
                    <a:pt x="54" y="206"/>
                    <a:pt x="54" y="206"/>
                  </a:cubicBezTo>
                  <a:cubicBezTo>
                    <a:pt x="45" y="206"/>
                    <a:pt x="39" y="199"/>
                    <a:pt x="39" y="190"/>
                  </a:cubicBezTo>
                  <a:cubicBezTo>
                    <a:pt x="39" y="103"/>
                    <a:pt x="39" y="103"/>
                    <a:pt x="39" y="103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1"/>
                    <a:pt x="40" y="81"/>
                    <a:pt x="40" y="81"/>
                  </a:cubicBezTo>
                  <a:cubicBezTo>
                    <a:pt x="172" y="81"/>
                    <a:pt x="172" y="81"/>
                    <a:pt x="172" y="81"/>
                  </a:cubicBezTo>
                  <a:cubicBezTo>
                    <a:pt x="173" y="81"/>
                    <a:pt x="173" y="81"/>
                    <a:pt x="173" y="81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3" y="103"/>
                    <a:pt x="173" y="103"/>
                    <a:pt x="173" y="103"/>
                  </a:cubicBezTo>
                  <a:cubicBezTo>
                    <a:pt x="173" y="190"/>
                    <a:pt x="173" y="190"/>
                    <a:pt x="173" y="190"/>
                  </a:cubicBezTo>
                  <a:cubicBezTo>
                    <a:pt x="173" y="199"/>
                    <a:pt x="167" y="206"/>
                    <a:pt x="158" y="206"/>
                  </a:cubicBezTo>
                  <a:moveTo>
                    <a:pt x="73" y="21"/>
                  </a:moveTo>
                  <a:cubicBezTo>
                    <a:pt x="70" y="17"/>
                    <a:pt x="70" y="17"/>
                    <a:pt x="70" y="17"/>
                  </a:cubicBezTo>
                  <a:cubicBezTo>
                    <a:pt x="67" y="13"/>
                    <a:pt x="67" y="13"/>
                    <a:pt x="67" y="13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61" y="3"/>
                    <a:pt x="61" y="1"/>
                    <a:pt x="62" y="0"/>
                  </a:cubicBezTo>
                  <a:cubicBezTo>
                    <a:pt x="63" y="0"/>
                    <a:pt x="65" y="0"/>
                    <a:pt x="65" y="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7" y="19"/>
                    <a:pt x="77" y="19"/>
                    <a:pt x="77" y="19"/>
                  </a:cubicBezTo>
                  <a:cubicBezTo>
                    <a:pt x="86" y="16"/>
                    <a:pt x="96" y="14"/>
                    <a:pt x="106" y="14"/>
                  </a:cubicBezTo>
                  <a:cubicBezTo>
                    <a:pt x="116" y="14"/>
                    <a:pt x="126" y="16"/>
                    <a:pt x="135" y="19"/>
                  </a:cubicBezTo>
                  <a:cubicBezTo>
                    <a:pt x="137" y="15"/>
                    <a:pt x="137" y="15"/>
                    <a:pt x="137" y="15"/>
                  </a:cubicBezTo>
                  <a:cubicBezTo>
                    <a:pt x="140" y="11"/>
                    <a:pt x="140" y="11"/>
                    <a:pt x="140" y="11"/>
                  </a:cubicBezTo>
                  <a:cubicBezTo>
                    <a:pt x="147" y="1"/>
                    <a:pt x="147" y="1"/>
                    <a:pt x="147" y="1"/>
                  </a:cubicBezTo>
                  <a:cubicBezTo>
                    <a:pt x="147" y="0"/>
                    <a:pt x="149" y="0"/>
                    <a:pt x="150" y="0"/>
                  </a:cubicBezTo>
                  <a:cubicBezTo>
                    <a:pt x="151" y="1"/>
                    <a:pt x="151" y="3"/>
                    <a:pt x="151" y="4"/>
                  </a:cubicBezTo>
                  <a:cubicBezTo>
                    <a:pt x="145" y="13"/>
                    <a:pt x="145" y="13"/>
                    <a:pt x="145" y="13"/>
                  </a:cubicBezTo>
                  <a:cubicBezTo>
                    <a:pt x="142" y="17"/>
                    <a:pt x="142" y="17"/>
                    <a:pt x="142" y="17"/>
                  </a:cubicBezTo>
                  <a:cubicBezTo>
                    <a:pt x="139" y="21"/>
                    <a:pt x="139" y="21"/>
                    <a:pt x="139" y="21"/>
                  </a:cubicBezTo>
                  <a:cubicBezTo>
                    <a:pt x="160" y="31"/>
                    <a:pt x="173" y="50"/>
                    <a:pt x="173" y="71"/>
                  </a:cubicBezTo>
                  <a:cubicBezTo>
                    <a:pt x="39" y="71"/>
                    <a:pt x="39" y="71"/>
                    <a:pt x="39" y="71"/>
                  </a:cubicBezTo>
                  <a:cubicBezTo>
                    <a:pt x="39" y="50"/>
                    <a:pt x="52" y="31"/>
                    <a:pt x="73" y="21"/>
                  </a:cubicBezTo>
                  <a:moveTo>
                    <a:pt x="135" y="51"/>
                  </a:moveTo>
                  <a:cubicBezTo>
                    <a:pt x="139" y="51"/>
                    <a:pt x="142" y="48"/>
                    <a:pt x="142" y="44"/>
                  </a:cubicBezTo>
                  <a:cubicBezTo>
                    <a:pt x="142" y="40"/>
                    <a:pt x="139" y="36"/>
                    <a:pt x="135" y="36"/>
                  </a:cubicBezTo>
                  <a:cubicBezTo>
                    <a:pt x="131" y="36"/>
                    <a:pt x="128" y="40"/>
                    <a:pt x="128" y="44"/>
                  </a:cubicBezTo>
                  <a:cubicBezTo>
                    <a:pt x="128" y="48"/>
                    <a:pt x="131" y="51"/>
                    <a:pt x="135" y="51"/>
                  </a:cubicBezTo>
                  <a:moveTo>
                    <a:pt x="77" y="51"/>
                  </a:moveTo>
                  <a:cubicBezTo>
                    <a:pt x="81" y="51"/>
                    <a:pt x="84" y="48"/>
                    <a:pt x="84" y="44"/>
                  </a:cubicBezTo>
                  <a:cubicBezTo>
                    <a:pt x="84" y="40"/>
                    <a:pt x="81" y="36"/>
                    <a:pt x="77" y="36"/>
                  </a:cubicBezTo>
                  <a:cubicBezTo>
                    <a:pt x="73" y="36"/>
                    <a:pt x="70" y="40"/>
                    <a:pt x="70" y="44"/>
                  </a:cubicBezTo>
                  <a:cubicBezTo>
                    <a:pt x="70" y="48"/>
                    <a:pt x="73" y="51"/>
                    <a:pt x="77" y="51"/>
                  </a:cubicBezTo>
                  <a:moveTo>
                    <a:pt x="15" y="174"/>
                  </a:moveTo>
                  <a:cubicBezTo>
                    <a:pt x="7" y="174"/>
                    <a:pt x="0" y="168"/>
                    <a:pt x="0" y="15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88"/>
                    <a:pt x="7" y="81"/>
                    <a:pt x="15" y="81"/>
                  </a:cubicBezTo>
                  <a:cubicBezTo>
                    <a:pt x="22" y="81"/>
                    <a:pt x="29" y="88"/>
                    <a:pt x="29" y="96"/>
                  </a:cubicBezTo>
                  <a:cubicBezTo>
                    <a:pt x="29" y="159"/>
                    <a:pt x="29" y="159"/>
                    <a:pt x="29" y="159"/>
                  </a:cubicBezTo>
                  <a:cubicBezTo>
                    <a:pt x="29" y="168"/>
                    <a:pt x="22" y="174"/>
                    <a:pt x="15" y="1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/>
            <a:lstStyle/>
            <a:p>
              <a:endParaRPr lang="zh-CN" alt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5" name="组合 62"/>
          <p:cNvGrpSpPr/>
          <p:nvPr/>
        </p:nvGrpSpPr>
        <p:grpSpPr>
          <a:xfrm>
            <a:off x="993799" y="4862070"/>
            <a:ext cx="11205111" cy="1008111"/>
            <a:chOff x="983432" y="5248917"/>
            <a:chExt cx="11208568" cy="1008112"/>
          </a:xfrm>
        </p:grpSpPr>
        <p:sp>
          <p:nvSpPr>
            <p:cNvPr id="64" name="任意多边形 63"/>
            <p:cNvSpPr/>
            <p:nvPr/>
          </p:nvSpPr>
          <p:spPr>
            <a:xfrm flipH="1">
              <a:off x="983432" y="5248917"/>
              <a:ext cx="9327898" cy="1008112"/>
            </a:xfrm>
            <a:custGeom>
              <a:avLst/>
              <a:gdLst>
                <a:gd name="connsiteX0" fmla="*/ 0 w 9327898"/>
                <a:gd name="connsiteY0" fmla="*/ 0 h 1008112"/>
                <a:gd name="connsiteX1" fmla="*/ 8915278 w 9327898"/>
                <a:gd name="connsiteY1" fmla="*/ 0 h 1008112"/>
                <a:gd name="connsiteX2" fmla="*/ 9327898 w 9327898"/>
                <a:gd name="connsiteY2" fmla="*/ 504056 h 1008112"/>
                <a:gd name="connsiteX3" fmla="*/ 8915278 w 9327898"/>
                <a:gd name="connsiteY3" fmla="*/ 1008112 h 1008112"/>
                <a:gd name="connsiteX4" fmla="*/ 0 w 9327898"/>
                <a:gd name="connsiteY4" fmla="*/ 1008112 h 1008112"/>
                <a:gd name="connsiteX5" fmla="*/ 412620 w 9327898"/>
                <a:gd name="connsiteY5" fmla="*/ 504056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27898" h="1008112">
                  <a:moveTo>
                    <a:pt x="0" y="0"/>
                  </a:moveTo>
                  <a:lnTo>
                    <a:pt x="8915278" y="0"/>
                  </a:lnTo>
                  <a:lnTo>
                    <a:pt x="9327898" y="504056"/>
                  </a:lnTo>
                  <a:lnTo>
                    <a:pt x="8915278" y="1008112"/>
                  </a:lnTo>
                  <a:lnTo>
                    <a:pt x="0" y="1008112"/>
                  </a:lnTo>
                  <a:lnTo>
                    <a:pt x="412620" y="50405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accent4"/>
              </a:solidFill>
            </a:ln>
            <a:effectLst/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65" name="五边形 64"/>
            <p:cNvSpPr/>
            <p:nvPr/>
          </p:nvSpPr>
          <p:spPr>
            <a:xfrm flipH="1">
              <a:off x="9984432" y="5248917"/>
              <a:ext cx="2207568" cy="1008112"/>
            </a:xfrm>
            <a:prstGeom prst="homePlate">
              <a:avLst>
                <a:gd name="adj" fmla="val 4093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66" name="椭圆 65"/>
            <p:cNvSpPr/>
            <p:nvPr/>
          </p:nvSpPr>
          <p:spPr>
            <a:xfrm>
              <a:off x="1239932" y="5408769"/>
              <a:ext cx="720080" cy="72008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prstClr val="white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67" name="文本框 138"/>
            <p:cNvSpPr txBox="1"/>
            <p:nvPr/>
          </p:nvSpPr>
          <p:spPr>
            <a:xfrm>
              <a:off x="1318483" y="5537977"/>
              <a:ext cx="5342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04</a:t>
              </a:r>
              <a:endParaRPr lang="zh-CN" altLang="en-US" sz="24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70" name="Freeform 29"/>
            <p:cNvSpPr>
              <a:spLocks noEditPoints="1"/>
            </p:cNvSpPr>
            <p:nvPr/>
          </p:nvSpPr>
          <p:spPr bwMode="auto">
            <a:xfrm>
              <a:off x="11044130" y="5544316"/>
              <a:ext cx="472970" cy="476753"/>
            </a:xfrm>
            <a:custGeom>
              <a:avLst/>
              <a:gdLst>
                <a:gd name="T0" fmla="*/ 212 w 256"/>
                <a:gd name="T1" fmla="*/ 256 h 256"/>
                <a:gd name="T2" fmla="*/ 0 w 256"/>
                <a:gd name="T3" fmla="*/ 44 h 256"/>
                <a:gd name="T4" fmla="*/ 0 w 256"/>
                <a:gd name="T5" fmla="*/ 0 h 256"/>
                <a:gd name="T6" fmla="*/ 256 w 256"/>
                <a:gd name="T7" fmla="*/ 256 h 256"/>
                <a:gd name="T8" fmla="*/ 212 w 256"/>
                <a:gd name="T9" fmla="*/ 256 h 256"/>
                <a:gd name="T10" fmla="*/ 164 w 256"/>
                <a:gd name="T11" fmla="*/ 256 h 256"/>
                <a:gd name="T12" fmla="*/ 120 w 256"/>
                <a:gd name="T13" fmla="*/ 256 h 256"/>
                <a:gd name="T14" fmla="*/ 0 w 256"/>
                <a:gd name="T15" fmla="*/ 136 h 256"/>
                <a:gd name="T16" fmla="*/ 0 w 256"/>
                <a:gd name="T17" fmla="*/ 92 h 256"/>
                <a:gd name="T18" fmla="*/ 164 w 256"/>
                <a:gd name="T19" fmla="*/ 256 h 256"/>
                <a:gd name="T20" fmla="*/ 32 w 256"/>
                <a:gd name="T21" fmla="*/ 192 h 256"/>
                <a:gd name="T22" fmla="*/ 64 w 256"/>
                <a:gd name="T23" fmla="*/ 224 h 256"/>
                <a:gd name="T24" fmla="*/ 32 w 256"/>
                <a:gd name="T25" fmla="*/ 256 h 256"/>
                <a:gd name="T26" fmla="*/ 0 w 256"/>
                <a:gd name="T27" fmla="*/ 224 h 256"/>
                <a:gd name="T28" fmla="*/ 32 w 256"/>
                <a:gd name="T29" fmla="*/ 19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6" h="256">
                  <a:moveTo>
                    <a:pt x="212" y="256"/>
                  </a:moveTo>
                  <a:cubicBezTo>
                    <a:pt x="212" y="139"/>
                    <a:pt x="117" y="44"/>
                    <a:pt x="0" y="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1" y="0"/>
                    <a:pt x="256" y="115"/>
                    <a:pt x="256" y="256"/>
                  </a:cubicBezTo>
                  <a:lnTo>
                    <a:pt x="212" y="256"/>
                  </a:lnTo>
                  <a:close/>
                  <a:moveTo>
                    <a:pt x="164" y="256"/>
                  </a:moveTo>
                  <a:cubicBezTo>
                    <a:pt x="120" y="256"/>
                    <a:pt x="120" y="256"/>
                    <a:pt x="120" y="256"/>
                  </a:cubicBezTo>
                  <a:cubicBezTo>
                    <a:pt x="120" y="190"/>
                    <a:pt x="66" y="136"/>
                    <a:pt x="0" y="136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91" y="92"/>
                    <a:pt x="164" y="165"/>
                    <a:pt x="164" y="256"/>
                  </a:cubicBezTo>
                  <a:moveTo>
                    <a:pt x="32" y="192"/>
                  </a:moveTo>
                  <a:cubicBezTo>
                    <a:pt x="50" y="192"/>
                    <a:pt x="64" y="206"/>
                    <a:pt x="64" y="224"/>
                  </a:cubicBezTo>
                  <a:cubicBezTo>
                    <a:pt x="64" y="242"/>
                    <a:pt x="50" y="256"/>
                    <a:pt x="32" y="256"/>
                  </a:cubicBezTo>
                  <a:cubicBezTo>
                    <a:pt x="14" y="256"/>
                    <a:pt x="0" y="242"/>
                    <a:pt x="0" y="224"/>
                  </a:cubicBezTo>
                  <a:cubicBezTo>
                    <a:pt x="0" y="206"/>
                    <a:pt x="14" y="192"/>
                    <a:pt x="32" y="19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/>
            <a:lstStyle/>
            <a:p>
              <a:endParaRPr lang="zh-CN" alt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2496401" y="1375056"/>
            <a:ext cx="6304699" cy="876626"/>
            <a:chOff x="468937" y="2419540"/>
            <a:chExt cx="5124453" cy="876627"/>
          </a:xfrm>
        </p:grpSpPr>
        <p:sp>
          <p:nvSpPr>
            <p:cNvPr id="35" name="TextBox 18"/>
            <p:cNvSpPr txBox="1"/>
            <p:nvPr/>
          </p:nvSpPr>
          <p:spPr>
            <a:xfrm flipH="1">
              <a:off x="468937" y="2419540"/>
              <a:ext cx="15090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cs typeface="Roboto Black" charset="0"/>
                  <a:sym typeface="字魂36号-正文宋楷" panose="02000000000000000000" pitchFamily="2" charset="-122"/>
                </a:rPr>
                <a:t>Title Preset</a:t>
              </a:r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Roboto Black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470268" y="2823664"/>
              <a:ext cx="5123122" cy="4725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900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This is a placeholder. You can key in or paste your texts here. This is a placeholder. You can key in or paste your texts here. This is a placeholder. You can key in or paste your texts here. 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153501" y="2537105"/>
            <a:ext cx="6304699" cy="876625"/>
            <a:chOff x="468937" y="2419540"/>
            <a:chExt cx="5124453" cy="876626"/>
          </a:xfrm>
        </p:grpSpPr>
        <p:sp>
          <p:nvSpPr>
            <p:cNvPr id="38" name="TextBox 18"/>
            <p:cNvSpPr txBox="1"/>
            <p:nvPr/>
          </p:nvSpPr>
          <p:spPr>
            <a:xfrm flipH="1">
              <a:off x="468937" y="2419540"/>
              <a:ext cx="15090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cs typeface="Roboto Black" charset="0"/>
                  <a:sym typeface="字魂36号-正文宋楷" panose="02000000000000000000" pitchFamily="2" charset="-122"/>
                </a:rPr>
                <a:t>Title Preset</a:t>
              </a:r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Roboto Black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470268" y="2823664"/>
              <a:ext cx="5123122" cy="4725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900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This is a placeholder. You can key in or paste your texts here. This is a placeholder. You can key in or paste your texts here. This is a placeholder. You can key in or paste your texts here. 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2458301" y="3680105"/>
            <a:ext cx="6304699" cy="876625"/>
            <a:chOff x="468937" y="2419540"/>
            <a:chExt cx="5124453" cy="876626"/>
          </a:xfrm>
        </p:grpSpPr>
        <p:sp>
          <p:nvSpPr>
            <p:cNvPr id="55" name="TextBox 18"/>
            <p:cNvSpPr txBox="1"/>
            <p:nvPr/>
          </p:nvSpPr>
          <p:spPr>
            <a:xfrm flipH="1">
              <a:off x="468937" y="2419540"/>
              <a:ext cx="15090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cs typeface="Roboto Black" charset="0"/>
                  <a:sym typeface="字魂36号-正文宋楷" panose="02000000000000000000" pitchFamily="2" charset="-122"/>
                </a:rPr>
                <a:t>Title Preset</a:t>
              </a:r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Roboto Black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470268" y="2823664"/>
              <a:ext cx="5123122" cy="4725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900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This is a placeholder. You can key in or paste your texts here. This is a placeholder. You can key in or paste your texts here. This is a placeholder. You can key in or paste your texts here. 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2496401" y="4899305"/>
            <a:ext cx="6304699" cy="876625"/>
            <a:chOff x="468937" y="2419540"/>
            <a:chExt cx="5124453" cy="876626"/>
          </a:xfrm>
        </p:grpSpPr>
        <p:sp>
          <p:nvSpPr>
            <p:cNvPr id="72" name="TextBox 18"/>
            <p:cNvSpPr txBox="1"/>
            <p:nvPr/>
          </p:nvSpPr>
          <p:spPr>
            <a:xfrm flipH="1">
              <a:off x="468937" y="2419540"/>
              <a:ext cx="15090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cs typeface="Roboto Black" charset="0"/>
                  <a:sym typeface="字魂36号-正文宋楷" panose="02000000000000000000" pitchFamily="2" charset="-122"/>
                </a:rPr>
                <a:t>Title Preset</a:t>
              </a:r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Roboto Black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470268" y="2823664"/>
              <a:ext cx="5123122" cy="4725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900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This is a placeholder. You can key in or paste your texts here. This is a placeholder. You can key in or paste your texts here. This is a placeholder. You can key in or paste your texts here. </a:t>
              </a:r>
            </a:p>
          </p:txBody>
        </p:sp>
      </p:grp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5569D607-4403-4A9D-A73E-2D191E6018B4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A49CA07C-00CB-41CC-A3B1-EA75D4F24E8C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698C6248-A600-465F-99B5-EE9D2084319A}"/>
              </a:ext>
            </a:extLst>
          </p:cNvPr>
          <p:cNvSpPr txBox="1"/>
          <p:nvPr/>
        </p:nvSpPr>
        <p:spPr>
          <a:xfrm>
            <a:off x="4799613" y="105165"/>
            <a:ext cx="313401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5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Title Here</a:t>
            </a:r>
            <a:endParaRPr lang="zh-CN" altLang="en-US" sz="4500" dirty="0">
              <a:solidFill>
                <a:schemeClr val="accent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:wipe/>
      </p:transition>
    </mc:Choice>
    <mc:Fallback xmlns="">
      <p:transition spd="slow" advTm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Freeform 5"/>
          <p:cNvSpPr>
            <a:spLocks/>
          </p:cNvSpPr>
          <p:nvPr/>
        </p:nvSpPr>
        <p:spPr bwMode="auto">
          <a:xfrm>
            <a:off x="4061884" y="1913468"/>
            <a:ext cx="1864784" cy="3050117"/>
          </a:xfrm>
          <a:custGeom>
            <a:avLst/>
            <a:gdLst/>
            <a:ahLst/>
            <a:cxnLst>
              <a:cxn ang="0">
                <a:pos x="0" y="742"/>
              </a:cxn>
              <a:cxn ang="0">
                <a:pos x="1" y="725"/>
              </a:cxn>
              <a:cxn ang="0">
                <a:pos x="2" y="693"/>
              </a:cxn>
              <a:cxn ang="0">
                <a:pos x="221" y="218"/>
              </a:cxn>
              <a:cxn ang="0">
                <a:pos x="691" y="0"/>
              </a:cxn>
              <a:cxn ang="0">
                <a:pos x="472" y="111"/>
              </a:cxn>
              <a:cxn ang="0">
                <a:pos x="359" y="341"/>
              </a:cxn>
              <a:cxn ang="0">
                <a:pos x="357" y="367"/>
              </a:cxn>
              <a:cxn ang="0">
                <a:pos x="356" y="387"/>
              </a:cxn>
              <a:cxn ang="0">
                <a:pos x="356" y="392"/>
              </a:cxn>
              <a:cxn ang="0">
                <a:pos x="356" y="394"/>
              </a:cxn>
              <a:cxn ang="0">
                <a:pos x="356" y="414"/>
              </a:cxn>
              <a:cxn ang="0">
                <a:pos x="472" y="672"/>
              </a:cxn>
              <a:cxn ang="0">
                <a:pos x="581" y="751"/>
              </a:cxn>
              <a:cxn ang="0">
                <a:pos x="472" y="829"/>
              </a:cxn>
              <a:cxn ang="0">
                <a:pos x="357" y="1085"/>
              </a:cxn>
              <a:cxn ang="0">
                <a:pos x="356" y="1105"/>
              </a:cxn>
              <a:cxn ang="0">
                <a:pos x="356" y="1110"/>
              </a:cxn>
              <a:cxn ang="0">
                <a:pos x="356" y="1112"/>
              </a:cxn>
              <a:cxn ang="0">
                <a:pos x="356" y="1131"/>
              </a:cxn>
              <a:cxn ang="0">
                <a:pos x="116" y="1017"/>
              </a:cxn>
              <a:cxn ang="0">
                <a:pos x="1" y="758"/>
              </a:cxn>
              <a:cxn ang="0">
                <a:pos x="0" y="742"/>
              </a:cxn>
            </a:cxnLst>
            <a:rect l="0" t="0" r="r" b="b"/>
            <a:pathLst>
              <a:path w="691" h="1131">
                <a:moveTo>
                  <a:pt x="0" y="742"/>
                </a:moveTo>
                <a:cubicBezTo>
                  <a:pt x="1" y="725"/>
                  <a:pt x="1" y="725"/>
                  <a:pt x="1" y="725"/>
                </a:cubicBezTo>
                <a:cubicBezTo>
                  <a:pt x="1" y="714"/>
                  <a:pt x="2" y="703"/>
                  <a:pt x="2" y="693"/>
                </a:cubicBezTo>
                <a:cubicBezTo>
                  <a:pt x="15" y="510"/>
                  <a:pt x="88" y="351"/>
                  <a:pt x="221" y="218"/>
                </a:cubicBezTo>
                <a:cubicBezTo>
                  <a:pt x="353" y="86"/>
                  <a:pt x="510" y="13"/>
                  <a:pt x="691" y="0"/>
                </a:cubicBezTo>
                <a:cubicBezTo>
                  <a:pt x="608" y="12"/>
                  <a:pt x="535" y="49"/>
                  <a:pt x="472" y="111"/>
                </a:cubicBezTo>
                <a:cubicBezTo>
                  <a:pt x="407" y="177"/>
                  <a:pt x="369" y="253"/>
                  <a:pt x="359" y="341"/>
                </a:cubicBezTo>
                <a:cubicBezTo>
                  <a:pt x="358" y="350"/>
                  <a:pt x="357" y="358"/>
                  <a:pt x="357" y="367"/>
                </a:cubicBezTo>
                <a:cubicBezTo>
                  <a:pt x="356" y="387"/>
                  <a:pt x="356" y="387"/>
                  <a:pt x="356" y="387"/>
                </a:cubicBezTo>
                <a:cubicBezTo>
                  <a:pt x="356" y="389"/>
                  <a:pt x="356" y="390"/>
                  <a:pt x="356" y="392"/>
                </a:cubicBezTo>
                <a:cubicBezTo>
                  <a:pt x="356" y="392"/>
                  <a:pt x="356" y="393"/>
                  <a:pt x="356" y="394"/>
                </a:cubicBezTo>
                <a:cubicBezTo>
                  <a:pt x="356" y="414"/>
                  <a:pt x="356" y="414"/>
                  <a:pt x="356" y="414"/>
                </a:cubicBezTo>
                <a:cubicBezTo>
                  <a:pt x="361" y="514"/>
                  <a:pt x="400" y="600"/>
                  <a:pt x="472" y="672"/>
                </a:cubicBezTo>
                <a:cubicBezTo>
                  <a:pt x="506" y="706"/>
                  <a:pt x="542" y="732"/>
                  <a:pt x="581" y="751"/>
                </a:cubicBezTo>
                <a:cubicBezTo>
                  <a:pt x="542" y="770"/>
                  <a:pt x="506" y="796"/>
                  <a:pt x="472" y="829"/>
                </a:cubicBezTo>
                <a:cubicBezTo>
                  <a:pt x="401" y="901"/>
                  <a:pt x="362" y="986"/>
                  <a:pt x="357" y="1085"/>
                </a:cubicBezTo>
                <a:cubicBezTo>
                  <a:pt x="356" y="1105"/>
                  <a:pt x="356" y="1105"/>
                  <a:pt x="356" y="1105"/>
                </a:cubicBezTo>
                <a:cubicBezTo>
                  <a:pt x="356" y="1107"/>
                  <a:pt x="356" y="1108"/>
                  <a:pt x="356" y="1110"/>
                </a:cubicBezTo>
                <a:cubicBezTo>
                  <a:pt x="356" y="1110"/>
                  <a:pt x="356" y="1111"/>
                  <a:pt x="356" y="1112"/>
                </a:cubicBezTo>
                <a:cubicBezTo>
                  <a:pt x="356" y="1131"/>
                  <a:pt x="356" y="1131"/>
                  <a:pt x="356" y="1131"/>
                </a:cubicBezTo>
                <a:cubicBezTo>
                  <a:pt x="264" y="1122"/>
                  <a:pt x="184" y="1084"/>
                  <a:pt x="116" y="1017"/>
                </a:cubicBezTo>
                <a:cubicBezTo>
                  <a:pt x="44" y="944"/>
                  <a:pt x="6" y="858"/>
                  <a:pt x="1" y="758"/>
                </a:cubicBezTo>
                <a:lnTo>
                  <a:pt x="0" y="742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1030" name="Freeform 6"/>
          <p:cNvSpPr>
            <a:spLocks/>
          </p:cNvSpPr>
          <p:nvPr/>
        </p:nvSpPr>
        <p:spPr bwMode="auto">
          <a:xfrm>
            <a:off x="5031319" y="1905001"/>
            <a:ext cx="3094567" cy="1888067"/>
          </a:xfrm>
          <a:custGeom>
            <a:avLst/>
            <a:gdLst/>
            <a:ahLst/>
            <a:cxnLst>
              <a:cxn ang="0">
                <a:pos x="0" y="344"/>
              </a:cxn>
              <a:cxn ang="0">
                <a:pos x="113" y="114"/>
              </a:cxn>
              <a:cxn ang="0">
                <a:pos x="332" y="3"/>
              </a:cxn>
              <a:cxn ang="0">
                <a:pos x="395" y="0"/>
              </a:cxn>
              <a:cxn ang="0">
                <a:pos x="452" y="2"/>
              </a:cxn>
              <a:cxn ang="0">
                <a:pos x="928" y="221"/>
              </a:cxn>
              <a:cxn ang="0">
                <a:pos x="1147" y="700"/>
              </a:cxn>
              <a:cxn ang="0">
                <a:pos x="1109" y="563"/>
              </a:cxn>
              <a:cxn ang="0">
                <a:pos x="1107" y="559"/>
              </a:cxn>
              <a:cxn ang="0">
                <a:pos x="1104" y="553"/>
              </a:cxn>
              <a:cxn ang="0">
                <a:pos x="1033" y="459"/>
              </a:cxn>
              <a:cxn ang="0">
                <a:pos x="788" y="344"/>
              </a:cxn>
              <a:cxn ang="0">
                <a:pos x="752" y="342"/>
              </a:cxn>
              <a:cxn ang="0">
                <a:pos x="472" y="459"/>
              </a:cxn>
              <a:cxn ang="0">
                <a:pos x="395" y="563"/>
              </a:cxn>
              <a:cxn ang="0">
                <a:pos x="395" y="563"/>
              </a:cxn>
              <a:cxn ang="0">
                <a:pos x="393" y="559"/>
              </a:cxn>
              <a:cxn ang="0">
                <a:pos x="390" y="553"/>
              </a:cxn>
              <a:cxn ang="0">
                <a:pos x="319" y="459"/>
              </a:cxn>
              <a:cxn ang="0">
                <a:pos x="38" y="342"/>
              </a:cxn>
              <a:cxn ang="0">
                <a:pos x="0" y="344"/>
              </a:cxn>
            </a:cxnLst>
            <a:rect l="0" t="0" r="r" b="b"/>
            <a:pathLst>
              <a:path w="1147" h="700">
                <a:moveTo>
                  <a:pt x="0" y="344"/>
                </a:moveTo>
                <a:cubicBezTo>
                  <a:pt x="10" y="256"/>
                  <a:pt x="48" y="180"/>
                  <a:pt x="113" y="114"/>
                </a:cubicBezTo>
                <a:cubicBezTo>
                  <a:pt x="176" y="52"/>
                  <a:pt x="249" y="15"/>
                  <a:pt x="332" y="3"/>
                </a:cubicBezTo>
                <a:cubicBezTo>
                  <a:pt x="353" y="1"/>
                  <a:pt x="374" y="0"/>
                  <a:pt x="395" y="0"/>
                </a:cubicBezTo>
                <a:cubicBezTo>
                  <a:pt x="415" y="0"/>
                  <a:pt x="434" y="1"/>
                  <a:pt x="452" y="2"/>
                </a:cubicBezTo>
                <a:cubicBezTo>
                  <a:pt x="636" y="15"/>
                  <a:pt x="795" y="87"/>
                  <a:pt x="928" y="221"/>
                </a:cubicBezTo>
                <a:cubicBezTo>
                  <a:pt x="1062" y="355"/>
                  <a:pt x="1136" y="515"/>
                  <a:pt x="1147" y="700"/>
                </a:cubicBezTo>
                <a:cubicBezTo>
                  <a:pt x="1143" y="651"/>
                  <a:pt x="1130" y="605"/>
                  <a:pt x="1109" y="563"/>
                </a:cubicBezTo>
                <a:cubicBezTo>
                  <a:pt x="1109" y="562"/>
                  <a:pt x="1108" y="561"/>
                  <a:pt x="1107" y="559"/>
                </a:cubicBezTo>
                <a:cubicBezTo>
                  <a:pt x="1106" y="557"/>
                  <a:pt x="1105" y="555"/>
                  <a:pt x="1104" y="553"/>
                </a:cubicBezTo>
                <a:cubicBezTo>
                  <a:pt x="1086" y="520"/>
                  <a:pt x="1062" y="488"/>
                  <a:pt x="1033" y="459"/>
                </a:cubicBezTo>
                <a:cubicBezTo>
                  <a:pt x="964" y="390"/>
                  <a:pt x="882" y="351"/>
                  <a:pt x="788" y="344"/>
                </a:cubicBezTo>
                <a:cubicBezTo>
                  <a:pt x="776" y="343"/>
                  <a:pt x="764" y="342"/>
                  <a:pt x="752" y="342"/>
                </a:cubicBezTo>
                <a:cubicBezTo>
                  <a:pt x="643" y="342"/>
                  <a:pt x="549" y="381"/>
                  <a:pt x="472" y="459"/>
                </a:cubicBezTo>
                <a:cubicBezTo>
                  <a:pt x="439" y="491"/>
                  <a:pt x="414" y="526"/>
                  <a:pt x="395" y="563"/>
                </a:cubicBezTo>
                <a:cubicBezTo>
                  <a:pt x="395" y="563"/>
                  <a:pt x="395" y="563"/>
                  <a:pt x="395" y="563"/>
                </a:cubicBezTo>
                <a:cubicBezTo>
                  <a:pt x="394" y="562"/>
                  <a:pt x="394" y="561"/>
                  <a:pt x="393" y="559"/>
                </a:cubicBezTo>
                <a:cubicBezTo>
                  <a:pt x="392" y="557"/>
                  <a:pt x="391" y="555"/>
                  <a:pt x="390" y="553"/>
                </a:cubicBezTo>
                <a:cubicBezTo>
                  <a:pt x="372" y="520"/>
                  <a:pt x="348" y="488"/>
                  <a:pt x="319" y="459"/>
                </a:cubicBezTo>
                <a:cubicBezTo>
                  <a:pt x="241" y="381"/>
                  <a:pt x="147" y="342"/>
                  <a:pt x="38" y="342"/>
                </a:cubicBezTo>
                <a:cubicBezTo>
                  <a:pt x="25" y="342"/>
                  <a:pt x="12" y="343"/>
                  <a:pt x="0" y="34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accent2"/>
              </a:gs>
            </a:gsLst>
            <a:lin ang="0" scaled="0"/>
          </a:gra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1031" name="Freeform 7"/>
          <p:cNvSpPr>
            <a:spLocks/>
          </p:cNvSpPr>
          <p:nvPr/>
        </p:nvSpPr>
        <p:spPr bwMode="auto">
          <a:xfrm>
            <a:off x="6235700" y="2832102"/>
            <a:ext cx="1896533" cy="3139017"/>
          </a:xfrm>
          <a:custGeom>
            <a:avLst/>
            <a:gdLst/>
            <a:ahLst/>
            <a:cxnLst>
              <a:cxn ang="0">
                <a:pos x="701" y="356"/>
              </a:cxn>
              <a:cxn ang="0">
                <a:pos x="703" y="397"/>
              </a:cxn>
              <a:cxn ang="0">
                <a:pos x="703" y="406"/>
              </a:cxn>
              <a:cxn ang="0">
                <a:pos x="703" y="410"/>
              </a:cxn>
              <a:cxn ang="0">
                <a:pos x="482" y="943"/>
              </a:cxn>
              <a:cxn ang="0">
                <a:pos x="0" y="1163"/>
              </a:cxn>
              <a:cxn ang="0">
                <a:pos x="228" y="1049"/>
              </a:cxn>
              <a:cxn ang="0">
                <a:pos x="300" y="955"/>
              </a:cxn>
              <a:cxn ang="0">
                <a:pos x="303" y="949"/>
              </a:cxn>
              <a:cxn ang="0">
                <a:pos x="305" y="945"/>
              </a:cxn>
              <a:cxn ang="0">
                <a:pos x="344" y="790"/>
              </a:cxn>
              <a:cxn ang="0">
                <a:pos x="345" y="769"/>
              </a:cxn>
              <a:cxn ang="0">
                <a:pos x="305" y="593"/>
              </a:cxn>
              <a:cxn ang="0">
                <a:pos x="303" y="589"/>
              </a:cxn>
              <a:cxn ang="0">
                <a:pos x="300" y="583"/>
              </a:cxn>
              <a:cxn ang="0">
                <a:pos x="228" y="488"/>
              </a:cxn>
              <a:cxn ang="0">
                <a:pos x="119" y="410"/>
              </a:cxn>
              <a:cxn ang="0">
                <a:pos x="228" y="331"/>
              </a:cxn>
              <a:cxn ang="0">
                <a:pos x="300" y="237"/>
              </a:cxn>
              <a:cxn ang="0">
                <a:pos x="303" y="231"/>
              </a:cxn>
              <a:cxn ang="0">
                <a:pos x="305" y="227"/>
              </a:cxn>
              <a:cxn ang="0">
                <a:pos x="345" y="51"/>
              </a:cxn>
              <a:cxn ang="0">
                <a:pos x="342" y="0"/>
              </a:cxn>
              <a:cxn ang="0">
                <a:pos x="587" y="115"/>
              </a:cxn>
              <a:cxn ang="0">
                <a:pos x="658" y="209"/>
              </a:cxn>
              <a:cxn ang="0">
                <a:pos x="661" y="215"/>
              </a:cxn>
              <a:cxn ang="0">
                <a:pos x="663" y="219"/>
              </a:cxn>
              <a:cxn ang="0">
                <a:pos x="701" y="356"/>
              </a:cxn>
            </a:cxnLst>
            <a:rect l="0" t="0" r="r" b="b"/>
            <a:pathLst>
              <a:path w="703" h="1163">
                <a:moveTo>
                  <a:pt x="701" y="356"/>
                </a:moveTo>
                <a:cubicBezTo>
                  <a:pt x="702" y="369"/>
                  <a:pt x="703" y="383"/>
                  <a:pt x="703" y="397"/>
                </a:cubicBezTo>
                <a:cubicBezTo>
                  <a:pt x="703" y="406"/>
                  <a:pt x="703" y="406"/>
                  <a:pt x="703" y="406"/>
                </a:cubicBezTo>
                <a:cubicBezTo>
                  <a:pt x="703" y="407"/>
                  <a:pt x="703" y="409"/>
                  <a:pt x="703" y="410"/>
                </a:cubicBezTo>
                <a:cubicBezTo>
                  <a:pt x="703" y="618"/>
                  <a:pt x="629" y="796"/>
                  <a:pt x="482" y="943"/>
                </a:cubicBezTo>
                <a:cubicBezTo>
                  <a:pt x="347" y="1078"/>
                  <a:pt x="186" y="1151"/>
                  <a:pt x="0" y="1163"/>
                </a:cubicBezTo>
                <a:cubicBezTo>
                  <a:pt x="88" y="1152"/>
                  <a:pt x="164" y="1114"/>
                  <a:pt x="228" y="1049"/>
                </a:cubicBezTo>
                <a:cubicBezTo>
                  <a:pt x="258" y="1020"/>
                  <a:pt x="282" y="988"/>
                  <a:pt x="300" y="955"/>
                </a:cubicBezTo>
                <a:cubicBezTo>
                  <a:pt x="301" y="953"/>
                  <a:pt x="302" y="951"/>
                  <a:pt x="303" y="949"/>
                </a:cubicBezTo>
                <a:cubicBezTo>
                  <a:pt x="303" y="947"/>
                  <a:pt x="304" y="946"/>
                  <a:pt x="305" y="945"/>
                </a:cubicBezTo>
                <a:cubicBezTo>
                  <a:pt x="328" y="898"/>
                  <a:pt x="341" y="846"/>
                  <a:pt x="344" y="790"/>
                </a:cubicBezTo>
                <a:cubicBezTo>
                  <a:pt x="344" y="783"/>
                  <a:pt x="345" y="776"/>
                  <a:pt x="345" y="769"/>
                </a:cubicBezTo>
                <a:cubicBezTo>
                  <a:pt x="345" y="705"/>
                  <a:pt x="331" y="646"/>
                  <a:pt x="305" y="593"/>
                </a:cubicBezTo>
                <a:cubicBezTo>
                  <a:pt x="304" y="592"/>
                  <a:pt x="303" y="590"/>
                  <a:pt x="303" y="589"/>
                </a:cubicBezTo>
                <a:cubicBezTo>
                  <a:pt x="302" y="587"/>
                  <a:pt x="301" y="585"/>
                  <a:pt x="300" y="583"/>
                </a:cubicBezTo>
                <a:cubicBezTo>
                  <a:pt x="282" y="549"/>
                  <a:pt x="258" y="518"/>
                  <a:pt x="228" y="488"/>
                </a:cubicBezTo>
                <a:cubicBezTo>
                  <a:pt x="195" y="455"/>
                  <a:pt x="159" y="429"/>
                  <a:pt x="119" y="410"/>
                </a:cubicBezTo>
                <a:cubicBezTo>
                  <a:pt x="159" y="391"/>
                  <a:pt x="195" y="365"/>
                  <a:pt x="228" y="331"/>
                </a:cubicBezTo>
                <a:cubicBezTo>
                  <a:pt x="258" y="302"/>
                  <a:pt x="282" y="270"/>
                  <a:pt x="300" y="237"/>
                </a:cubicBezTo>
                <a:cubicBezTo>
                  <a:pt x="301" y="235"/>
                  <a:pt x="302" y="233"/>
                  <a:pt x="303" y="231"/>
                </a:cubicBezTo>
                <a:cubicBezTo>
                  <a:pt x="303" y="229"/>
                  <a:pt x="304" y="228"/>
                  <a:pt x="305" y="227"/>
                </a:cubicBezTo>
                <a:cubicBezTo>
                  <a:pt x="331" y="174"/>
                  <a:pt x="345" y="115"/>
                  <a:pt x="345" y="51"/>
                </a:cubicBezTo>
                <a:cubicBezTo>
                  <a:pt x="345" y="33"/>
                  <a:pt x="344" y="16"/>
                  <a:pt x="342" y="0"/>
                </a:cubicBezTo>
                <a:cubicBezTo>
                  <a:pt x="436" y="7"/>
                  <a:pt x="518" y="46"/>
                  <a:pt x="587" y="115"/>
                </a:cubicBezTo>
                <a:cubicBezTo>
                  <a:pt x="616" y="144"/>
                  <a:pt x="640" y="176"/>
                  <a:pt x="658" y="209"/>
                </a:cubicBezTo>
                <a:cubicBezTo>
                  <a:pt x="659" y="211"/>
                  <a:pt x="660" y="213"/>
                  <a:pt x="661" y="215"/>
                </a:cubicBezTo>
                <a:cubicBezTo>
                  <a:pt x="662" y="217"/>
                  <a:pt x="663" y="218"/>
                  <a:pt x="663" y="219"/>
                </a:cubicBezTo>
                <a:cubicBezTo>
                  <a:pt x="684" y="261"/>
                  <a:pt x="697" y="307"/>
                  <a:pt x="701" y="356"/>
                </a:cubicBezTo>
                <a:close/>
              </a:path>
            </a:pathLst>
          </a:cu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3"/>
              </a:gs>
            </a:gsLst>
            <a:lin ang="6000000" scaled="0"/>
          </a:gra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1032" name="Freeform 8"/>
          <p:cNvSpPr>
            <a:spLocks/>
          </p:cNvSpPr>
          <p:nvPr/>
        </p:nvSpPr>
        <p:spPr bwMode="auto">
          <a:xfrm>
            <a:off x="4061884" y="3915833"/>
            <a:ext cx="3100917" cy="2057400"/>
          </a:xfrm>
          <a:custGeom>
            <a:avLst/>
            <a:gdLst/>
            <a:ahLst/>
            <a:cxnLst>
              <a:cxn ang="0">
                <a:pos x="805" y="762"/>
              </a:cxn>
              <a:cxn ang="0">
                <a:pos x="754" y="763"/>
              </a:cxn>
              <a:cxn ang="0">
                <a:pos x="697" y="761"/>
              </a:cxn>
              <a:cxn ang="0">
                <a:pos x="221" y="542"/>
              </a:cxn>
              <a:cxn ang="0">
                <a:pos x="1" y="29"/>
              </a:cxn>
              <a:cxn ang="0">
                <a:pos x="0" y="9"/>
              </a:cxn>
              <a:cxn ang="0">
                <a:pos x="0" y="7"/>
              </a:cxn>
              <a:cxn ang="0">
                <a:pos x="0" y="3"/>
              </a:cxn>
              <a:cxn ang="0">
                <a:pos x="0" y="0"/>
              </a:cxn>
              <a:cxn ang="0">
                <a:pos x="1" y="16"/>
              </a:cxn>
              <a:cxn ang="0">
                <a:pos x="116" y="275"/>
              </a:cxn>
              <a:cxn ang="0">
                <a:pos x="356" y="389"/>
              </a:cxn>
              <a:cxn ang="0">
                <a:pos x="397" y="391"/>
              </a:cxn>
              <a:cxn ang="0">
                <a:pos x="678" y="275"/>
              </a:cxn>
              <a:cxn ang="0">
                <a:pos x="749" y="180"/>
              </a:cxn>
              <a:cxn ang="0">
                <a:pos x="752" y="174"/>
              </a:cxn>
              <a:cxn ang="0">
                <a:pos x="754" y="170"/>
              </a:cxn>
              <a:cxn ang="0">
                <a:pos x="754" y="170"/>
              </a:cxn>
              <a:cxn ang="0">
                <a:pos x="831" y="275"/>
              </a:cxn>
              <a:cxn ang="0">
                <a:pos x="1111" y="391"/>
              </a:cxn>
              <a:cxn ang="0">
                <a:pos x="1149" y="389"/>
              </a:cxn>
              <a:cxn ang="0">
                <a:pos x="1110" y="544"/>
              </a:cxn>
              <a:cxn ang="0">
                <a:pos x="1108" y="548"/>
              </a:cxn>
              <a:cxn ang="0">
                <a:pos x="1105" y="554"/>
              </a:cxn>
              <a:cxn ang="0">
                <a:pos x="1033" y="648"/>
              </a:cxn>
              <a:cxn ang="0">
                <a:pos x="805" y="762"/>
              </a:cxn>
            </a:cxnLst>
            <a:rect l="0" t="0" r="r" b="b"/>
            <a:pathLst>
              <a:path w="1149" h="763">
                <a:moveTo>
                  <a:pt x="805" y="762"/>
                </a:moveTo>
                <a:cubicBezTo>
                  <a:pt x="789" y="763"/>
                  <a:pt x="771" y="763"/>
                  <a:pt x="754" y="763"/>
                </a:cubicBezTo>
                <a:cubicBezTo>
                  <a:pt x="735" y="763"/>
                  <a:pt x="716" y="762"/>
                  <a:pt x="697" y="761"/>
                </a:cubicBezTo>
                <a:cubicBezTo>
                  <a:pt x="514" y="749"/>
                  <a:pt x="355" y="676"/>
                  <a:pt x="221" y="542"/>
                </a:cubicBezTo>
                <a:cubicBezTo>
                  <a:pt x="79" y="400"/>
                  <a:pt x="5" y="229"/>
                  <a:pt x="1" y="29"/>
                </a:cubicBezTo>
                <a:cubicBezTo>
                  <a:pt x="0" y="9"/>
                  <a:pt x="0" y="9"/>
                  <a:pt x="0" y="9"/>
                </a:cubicBezTo>
                <a:cubicBezTo>
                  <a:pt x="0" y="8"/>
                  <a:pt x="0" y="8"/>
                  <a:pt x="0" y="7"/>
                </a:cubicBezTo>
                <a:cubicBezTo>
                  <a:pt x="0" y="6"/>
                  <a:pt x="0" y="4"/>
                  <a:pt x="0" y="3"/>
                </a:cubicBezTo>
                <a:cubicBezTo>
                  <a:pt x="0" y="0"/>
                  <a:pt x="0" y="0"/>
                  <a:pt x="0" y="0"/>
                </a:cubicBezTo>
                <a:cubicBezTo>
                  <a:pt x="1" y="16"/>
                  <a:pt x="1" y="16"/>
                  <a:pt x="1" y="16"/>
                </a:cubicBezTo>
                <a:cubicBezTo>
                  <a:pt x="6" y="116"/>
                  <a:pt x="44" y="202"/>
                  <a:pt x="116" y="275"/>
                </a:cubicBezTo>
                <a:cubicBezTo>
                  <a:pt x="184" y="342"/>
                  <a:pt x="264" y="380"/>
                  <a:pt x="356" y="389"/>
                </a:cubicBezTo>
                <a:cubicBezTo>
                  <a:pt x="370" y="390"/>
                  <a:pt x="383" y="391"/>
                  <a:pt x="397" y="391"/>
                </a:cubicBezTo>
                <a:cubicBezTo>
                  <a:pt x="506" y="391"/>
                  <a:pt x="600" y="352"/>
                  <a:pt x="678" y="275"/>
                </a:cubicBezTo>
                <a:cubicBezTo>
                  <a:pt x="707" y="245"/>
                  <a:pt x="731" y="214"/>
                  <a:pt x="749" y="180"/>
                </a:cubicBezTo>
                <a:cubicBezTo>
                  <a:pt x="750" y="178"/>
                  <a:pt x="751" y="176"/>
                  <a:pt x="752" y="174"/>
                </a:cubicBezTo>
                <a:cubicBezTo>
                  <a:pt x="753" y="173"/>
                  <a:pt x="753" y="171"/>
                  <a:pt x="754" y="170"/>
                </a:cubicBezTo>
                <a:cubicBezTo>
                  <a:pt x="754" y="170"/>
                  <a:pt x="754" y="170"/>
                  <a:pt x="754" y="170"/>
                </a:cubicBezTo>
                <a:cubicBezTo>
                  <a:pt x="773" y="208"/>
                  <a:pt x="798" y="242"/>
                  <a:pt x="831" y="275"/>
                </a:cubicBezTo>
                <a:cubicBezTo>
                  <a:pt x="908" y="352"/>
                  <a:pt x="1002" y="391"/>
                  <a:pt x="1111" y="391"/>
                </a:cubicBezTo>
                <a:cubicBezTo>
                  <a:pt x="1124" y="391"/>
                  <a:pt x="1137" y="390"/>
                  <a:pt x="1149" y="389"/>
                </a:cubicBezTo>
                <a:cubicBezTo>
                  <a:pt x="1146" y="445"/>
                  <a:pt x="1133" y="497"/>
                  <a:pt x="1110" y="544"/>
                </a:cubicBezTo>
                <a:cubicBezTo>
                  <a:pt x="1109" y="545"/>
                  <a:pt x="1108" y="546"/>
                  <a:pt x="1108" y="548"/>
                </a:cubicBezTo>
                <a:cubicBezTo>
                  <a:pt x="1107" y="550"/>
                  <a:pt x="1106" y="552"/>
                  <a:pt x="1105" y="554"/>
                </a:cubicBezTo>
                <a:cubicBezTo>
                  <a:pt x="1087" y="587"/>
                  <a:pt x="1063" y="619"/>
                  <a:pt x="1033" y="648"/>
                </a:cubicBezTo>
                <a:cubicBezTo>
                  <a:pt x="969" y="713"/>
                  <a:pt x="893" y="751"/>
                  <a:pt x="805" y="762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0" scaled="0"/>
          </a:gra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grpSp>
        <p:nvGrpSpPr>
          <p:cNvPr id="62" name="Group 25"/>
          <p:cNvGrpSpPr/>
          <p:nvPr/>
        </p:nvGrpSpPr>
        <p:grpSpPr>
          <a:xfrm>
            <a:off x="912947" y="5031656"/>
            <a:ext cx="3049455" cy="645238"/>
            <a:chOff x="844734" y="1923739"/>
            <a:chExt cx="2287091" cy="483927"/>
          </a:xfrm>
        </p:grpSpPr>
        <p:sp>
          <p:nvSpPr>
            <p:cNvPr id="65" name="Footer Text"/>
            <p:cNvSpPr txBox="1"/>
            <p:nvPr/>
          </p:nvSpPr>
          <p:spPr>
            <a:xfrm>
              <a:off x="844734" y="2099986"/>
              <a:ext cx="2287091" cy="3076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zh-CN" sz="1333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This is a placeholder. You can key in or paste your texts here. </a:t>
              </a:r>
              <a:endParaRPr lang="en-US" sz="1333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295058" y="1923739"/>
              <a:ext cx="836767" cy="1846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/>
              <a:r>
                <a:rPr lang="en-US" altLang="zh-CN" sz="1600" dirty="0">
                  <a:solidFill>
                    <a:schemeClr val="accent4"/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Title Preset</a:t>
              </a:r>
              <a:endParaRPr lang="en-US" sz="1600" dirty="0">
                <a:solidFill>
                  <a:schemeClr val="accent4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68" name="Group 32"/>
          <p:cNvGrpSpPr/>
          <p:nvPr/>
        </p:nvGrpSpPr>
        <p:grpSpPr>
          <a:xfrm>
            <a:off x="8128002" y="2024445"/>
            <a:ext cx="3049455" cy="645238"/>
            <a:chOff x="844734" y="1923739"/>
            <a:chExt cx="2287091" cy="483927"/>
          </a:xfrm>
        </p:grpSpPr>
        <p:sp>
          <p:nvSpPr>
            <p:cNvPr id="69" name="Footer Text"/>
            <p:cNvSpPr txBox="1"/>
            <p:nvPr/>
          </p:nvSpPr>
          <p:spPr>
            <a:xfrm>
              <a:off x="844734" y="2099986"/>
              <a:ext cx="2287091" cy="3076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33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This is a placeholder. You can key in or paste your texts here. </a:t>
              </a:r>
              <a:endParaRPr lang="en-US" sz="1333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844734" y="1923739"/>
              <a:ext cx="836767" cy="1846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zh-CN" sz="1600" dirty="0">
                  <a:solidFill>
                    <a:schemeClr val="accent2"/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Title Preset</a:t>
              </a:r>
              <a:endParaRPr lang="en-US" sz="1600" dirty="0">
                <a:solidFill>
                  <a:schemeClr val="accent2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74" name="Group 22"/>
          <p:cNvGrpSpPr/>
          <p:nvPr/>
        </p:nvGrpSpPr>
        <p:grpSpPr>
          <a:xfrm>
            <a:off x="912947" y="2024445"/>
            <a:ext cx="3049455" cy="645238"/>
            <a:chOff x="844734" y="1923739"/>
            <a:chExt cx="2287091" cy="483927"/>
          </a:xfrm>
        </p:grpSpPr>
        <p:sp>
          <p:nvSpPr>
            <p:cNvPr id="76" name="Footer Text"/>
            <p:cNvSpPr txBox="1"/>
            <p:nvPr/>
          </p:nvSpPr>
          <p:spPr>
            <a:xfrm>
              <a:off x="844734" y="2099986"/>
              <a:ext cx="2287091" cy="3076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zh-CN" sz="1333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This is a placeholder. You can key in or paste your texts here. </a:t>
              </a:r>
              <a:endParaRPr lang="en-US" sz="1333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2295058" y="1923739"/>
              <a:ext cx="836767" cy="1846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/>
              <a:r>
                <a:rPr lang="en-US" altLang="zh-CN" sz="1600" dirty="0">
                  <a:solidFill>
                    <a:schemeClr val="accent1"/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Title Preset</a:t>
              </a:r>
              <a:endParaRPr lang="en-US" sz="16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8128002" y="5031656"/>
            <a:ext cx="3049455" cy="645238"/>
            <a:chOff x="844734" y="1923739"/>
            <a:chExt cx="2287091" cy="483927"/>
          </a:xfrm>
        </p:grpSpPr>
        <p:sp>
          <p:nvSpPr>
            <p:cNvPr id="79" name="Footer Text"/>
            <p:cNvSpPr txBox="1"/>
            <p:nvPr/>
          </p:nvSpPr>
          <p:spPr>
            <a:xfrm>
              <a:off x="844734" y="2099986"/>
              <a:ext cx="2287091" cy="3076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33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This is a placeholder. You can key in or paste your texts here. </a:t>
              </a:r>
              <a:endParaRPr lang="en-US" sz="1333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844734" y="1923739"/>
              <a:ext cx="836767" cy="1846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zh-CN" sz="1600" dirty="0">
                  <a:solidFill>
                    <a:schemeClr val="accent3"/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Title Preset</a:t>
              </a:r>
              <a:endParaRPr lang="en-US" sz="1600" dirty="0">
                <a:solidFill>
                  <a:schemeClr val="accent3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5849280" y="2224620"/>
            <a:ext cx="473968" cy="632883"/>
            <a:chOff x="754063" y="1211263"/>
            <a:chExt cx="269875" cy="360363"/>
          </a:xfrm>
          <a:solidFill>
            <a:schemeClr val="bg1"/>
          </a:solidFill>
        </p:grpSpPr>
        <p:sp>
          <p:nvSpPr>
            <p:cNvPr id="82" name="Freeform 9"/>
            <p:cNvSpPr>
              <a:spLocks noEditPoints="1"/>
            </p:cNvSpPr>
            <p:nvPr/>
          </p:nvSpPr>
          <p:spPr bwMode="auto">
            <a:xfrm>
              <a:off x="754063" y="1211263"/>
              <a:ext cx="269875" cy="360363"/>
            </a:xfrm>
            <a:custGeom>
              <a:avLst/>
              <a:gdLst/>
              <a:ahLst/>
              <a:cxnLst>
                <a:cxn ang="0">
                  <a:pos x="80" y="50"/>
                </a:cxn>
                <a:cxn ang="0">
                  <a:pos x="80" y="35"/>
                </a:cxn>
                <a:cxn ang="0">
                  <a:pos x="46" y="0"/>
                </a:cxn>
                <a:cxn ang="0">
                  <a:pos x="11" y="35"/>
                </a:cxn>
                <a:cxn ang="0">
                  <a:pos x="11" y="50"/>
                </a:cxn>
                <a:cxn ang="0">
                  <a:pos x="0" y="61"/>
                </a:cxn>
                <a:cxn ang="0">
                  <a:pos x="0" y="88"/>
                </a:cxn>
                <a:cxn ang="0">
                  <a:pos x="34" y="123"/>
                </a:cxn>
                <a:cxn ang="0">
                  <a:pos x="57" y="123"/>
                </a:cxn>
                <a:cxn ang="0">
                  <a:pos x="92" y="88"/>
                </a:cxn>
                <a:cxn ang="0">
                  <a:pos x="92" y="61"/>
                </a:cxn>
                <a:cxn ang="0">
                  <a:pos x="80" y="50"/>
                </a:cxn>
                <a:cxn ang="0">
                  <a:pos x="19" y="35"/>
                </a:cxn>
                <a:cxn ang="0">
                  <a:pos x="46" y="8"/>
                </a:cxn>
                <a:cxn ang="0">
                  <a:pos x="73" y="35"/>
                </a:cxn>
                <a:cxn ang="0">
                  <a:pos x="73" y="50"/>
                </a:cxn>
                <a:cxn ang="0">
                  <a:pos x="65" y="50"/>
                </a:cxn>
                <a:cxn ang="0">
                  <a:pos x="65" y="35"/>
                </a:cxn>
                <a:cxn ang="0">
                  <a:pos x="46" y="15"/>
                </a:cxn>
                <a:cxn ang="0">
                  <a:pos x="27" y="35"/>
                </a:cxn>
                <a:cxn ang="0">
                  <a:pos x="27" y="50"/>
                </a:cxn>
                <a:cxn ang="0">
                  <a:pos x="19" y="50"/>
                </a:cxn>
                <a:cxn ang="0">
                  <a:pos x="19" y="35"/>
                </a:cxn>
                <a:cxn ang="0">
                  <a:pos x="61" y="35"/>
                </a:cxn>
                <a:cxn ang="0">
                  <a:pos x="61" y="50"/>
                </a:cxn>
                <a:cxn ang="0">
                  <a:pos x="31" y="50"/>
                </a:cxn>
                <a:cxn ang="0">
                  <a:pos x="31" y="35"/>
                </a:cxn>
                <a:cxn ang="0">
                  <a:pos x="46" y="19"/>
                </a:cxn>
                <a:cxn ang="0">
                  <a:pos x="61" y="35"/>
                </a:cxn>
                <a:cxn ang="0">
                  <a:pos x="84" y="73"/>
                </a:cxn>
                <a:cxn ang="0">
                  <a:pos x="84" y="88"/>
                </a:cxn>
                <a:cxn ang="0">
                  <a:pos x="57" y="115"/>
                </a:cxn>
                <a:cxn ang="0">
                  <a:pos x="34" y="115"/>
                </a:cxn>
                <a:cxn ang="0">
                  <a:pos x="8" y="88"/>
                </a:cxn>
                <a:cxn ang="0">
                  <a:pos x="8" y="61"/>
                </a:cxn>
                <a:cxn ang="0">
                  <a:pos x="11" y="58"/>
                </a:cxn>
                <a:cxn ang="0">
                  <a:pos x="80" y="58"/>
                </a:cxn>
                <a:cxn ang="0">
                  <a:pos x="84" y="61"/>
                </a:cxn>
                <a:cxn ang="0">
                  <a:pos x="84" y="73"/>
                </a:cxn>
                <a:cxn ang="0">
                  <a:pos x="84" y="73"/>
                </a:cxn>
                <a:cxn ang="0">
                  <a:pos x="84" y="73"/>
                </a:cxn>
              </a:cxnLst>
              <a:rect l="0" t="0" r="r" b="b"/>
              <a:pathLst>
                <a:path w="92" h="123">
                  <a:moveTo>
                    <a:pt x="80" y="50"/>
                  </a:moveTo>
                  <a:cubicBezTo>
                    <a:pt x="80" y="35"/>
                    <a:pt x="80" y="35"/>
                    <a:pt x="80" y="35"/>
                  </a:cubicBezTo>
                  <a:cubicBezTo>
                    <a:pt x="80" y="16"/>
                    <a:pt x="65" y="0"/>
                    <a:pt x="46" y="0"/>
                  </a:cubicBezTo>
                  <a:cubicBezTo>
                    <a:pt x="27" y="0"/>
                    <a:pt x="11" y="16"/>
                    <a:pt x="11" y="35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5" y="50"/>
                    <a:pt x="0" y="55"/>
                    <a:pt x="0" y="61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107"/>
                    <a:pt x="15" y="123"/>
                    <a:pt x="34" y="123"/>
                  </a:cubicBezTo>
                  <a:cubicBezTo>
                    <a:pt x="57" y="123"/>
                    <a:pt x="57" y="123"/>
                    <a:pt x="57" y="123"/>
                  </a:cubicBezTo>
                  <a:cubicBezTo>
                    <a:pt x="76" y="123"/>
                    <a:pt x="92" y="107"/>
                    <a:pt x="92" y="88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2" y="55"/>
                    <a:pt x="87" y="50"/>
                    <a:pt x="80" y="50"/>
                  </a:cubicBezTo>
                  <a:close/>
                  <a:moveTo>
                    <a:pt x="19" y="35"/>
                  </a:moveTo>
                  <a:cubicBezTo>
                    <a:pt x="19" y="20"/>
                    <a:pt x="31" y="8"/>
                    <a:pt x="46" y="8"/>
                  </a:cubicBezTo>
                  <a:cubicBezTo>
                    <a:pt x="61" y="8"/>
                    <a:pt x="73" y="20"/>
                    <a:pt x="73" y="35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65" y="50"/>
                    <a:pt x="65" y="50"/>
                    <a:pt x="65" y="50"/>
                  </a:cubicBezTo>
                  <a:cubicBezTo>
                    <a:pt x="65" y="35"/>
                    <a:pt x="65" y="35"/>
                    <a:pt x="65" y="35"/>
                  </a:cubicBezTo>
                  <a:cubicBezTo>
                    <a:pt x="65" y="24"/>
                    <a:pt x="56" y="15"/>
                    <a:pt x="46" y="15"/>
                  </a:cubicBezTo>
                  <a:cubicBezTo>
                    <a:pt x="35" y="15"/>
                    <a:pt x="27" y="24"/>
                    <a:pt x="27" y="35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19" y="50"/>
                    <a:pt x="19" y="50"/>
                    <a:pt x="19" y="50"/>
                  </a:cubicBezTo>
                  <a:lnTo>
                    <a:pt x="19" y="35"/>
                  </a:lnTo>
                  <a:close/>
                  <a:moveTo>
                    <a:pt x="61" y="35"/>
                  </a:moveTo>
                  <a:cubicBezTo>
                    <a:pt x="61" y="50"/>
                    <a:pt x="61" y="50"/>
                    <a:pt x="61" y="50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26"/>
                    <a:pt x="37" y="19"/>
                    <a:pt x="46" y="19"/>
                  </a:cubicBezTo>
                  <a:cubicBezTo>
                    <a:pt x="54" y="19"/>
                    <a:pt x="61" y="26"/>
                    <a:pt x="61" y="35"/>
                  </a:cubicBezTo>
                  <a:close/>
                  <a:moveTo>
                    <a:pt x="84" y="73"/>
                  </a:moveTo>
                  <a:cubicBezTo>
                    <a:pt x="84" y="88"/>
                    <a:pt x="84" y="88"/>
                    <a:pt x="84" y="88"/>
                  </a:cubicBezTo>
                  <a:cubicBezTo>
                    <a:pt x="84" y="103"/>
                    <a:pt x="72" y="115"/>
                    <a:pt x="57" y="115"/>
                  </a:cubicBezTo>
                  <a:cubicBezTo>
                    <a:pt x="34" y="115"/>
                    <a:pt x="34" y="115"/>
                    <a:pt x="34" y="115"/>
                  </a:cubicBezTo>
                  <a:cubicBezTo>
                    <a:pt x="20" y="115"/>
                    <a:pt x="8" y="103"/>
                    <a:pt x="8" y="88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8" y="59"/>
                    <a:pt x="9" y="58"/>
                    <a:pt x="11" y="58"/>
                  </a:cubicBezTo>
                  <a:cubicBezTo>
                    <a:pt x="80" y="58"/>
                    <a:pt x="80" y="58"/>
                    <a:pt x="80" y="58"/>
                  </a:cubicBezTo>
                  <a:cubicBezTo>
                    <a:pt x="83" y="58"/>
                    <a:pt x="84" y="59"/>
                    <a:pt x="84" y="61"/>
                  </a:cubicBezTo>
                  <a:lnTo>
                    <a:pt x="84" y="73"/>
                  </a:lnTo>
                  <a:close/>
                  <a:moveTo>
                    <a:pt x="84" y="73"/>
                  </a:moveTo>
                  <a:cubicBezTo>
                    <a:pt x="84" y="73"/>
                    <a:pt x="84" y="73"/>
                    <a:pt x="84" y="7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83" name="Freeform 10"/>
            <p:cNvSpPr>
              <a:spLocks noEditPoints="1"/>
            </p:cNvSpPr>
            <p:nvPr/>
          </p:nvSpPr>
          <p:spPr bwMode="auto">
            <a:xfrm>
              <a:off x="865188" y="1425576"/>
              <a:ext cx="47625" cy="66675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8"/>
                </a:cxn>
                <a:cxn ang="0">
                  <a:pos x="3" y="18"/>
                </a:cxn>
                <a:cxn ang="0">
                  <a:pos x="8" y="23"/>
                </a:cxn>
                <a:cxn ang="0">
                  <a:pos x="13" y="18"/>
                </a:cxn>
                <a:cxn ang="0">
                  <a:pos x="16" y="8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6" h="23">
                  <a:moveTo>
                    <a:pt x="8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10"/>
                    <a:pt x="1" y="14"/>
                    <a:pt x="3" y="18"/>
                  </a:cubicBezTo>
                  <a:cubicBezTo>
                    <a:pt x="4" y="21"/>
                    <a:pt x="5" y="23"/>
                    <a:pt x="8" y="23"/>
                  </a:cubicBezTo>
                  <a:cubicBezTo>
                    <a:pt x="11" y="23"/>
                    <a:pt x="12" y="21"/>
                    <a:pt x="13" y="18"/>
                  </a:cubicBezTo>
                  <a:cubicBezTo>
                    <a:pt x="14" y="14"/>
                    <a:pt x="16" y="10"/>
                    <a:pt x="16" y="8"/>
                  </a:cubicBezTo>
                  <a:cubicBezTo>
                    <a:pt x="16" y="3"/>
                    <a:pt x="12" y="0"/>
                    <a:pt x="8" y="0"/>
                  </a:cubicBez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88" name="Freeform 72"/>
          <p:cNvSpPr>
            <a:spLocks noEditPoints="1"/>
          </p:cNvSpPr>
          <p:nvPr/>
        </p:nvSpPr>
        <p:spPr bwMode="auto">
          <a:xfrm>
            <a:off x="7086600" y="3601085"/>
            <a:ext cx="632888" cy="632883"/>
          </a:xfrm>
          <a:custGeom>
            <a:avLst/>
            <a:gdLst/>
            <a:ahLst/>
            <a:cxnLst>
              <a:cxn ang="0">
                <a:pos x="121" y="1"/>
              </a:cxn>
              <a:cxn ang="0">
                <a:pos x="119" y="0"/>
              </a:cxn>
              <a:cxn ang="0">
                <a:pos x="117" y="1"/>
              </a:cxn>
              <a:cxn ang="0">
                <a:pos x="2" y="77"/>
              </a:cxn>
              <a:cxn ang="0">
                <a:pos x="0" y="81"/>
              </a:cxn>
              <a:cxn ang="0">
                <a:pos x="2" y="84"/>
              </a:cxn>
              <a:cxn ang="0">
                <a:pos x="32" y="96"/>
              </a:cxn>
              <a:cxn ang="0">
                <a:pos x="46" y="121"/>
              </a:cxn>
              <a:cxn ang="0">
                <a:pos x="50" y="123"/>
              </a:cxn>
              <a:cxn ang="0">
                <a:pos x="50" y="123"/>
              </a:cxn>
              <a:cxn ang="0">
                <a:pos x="53" y="121"/>
              </a:cxn>
              <a:cxn ang="0">
                <a:pos x="61" y="107"/>
              </a:cxn>
              <a:cxn ang="0">
                <a:pos x="98" y="122"/>
              </a:cxn>
              <a:cxn ang="0">
                <a:pos x="100" y="123"/>
              </a:cxn>
              <a:cxn ang="0">
                <a:pos x="101" y="122"/>
              </a:cxn>
              <a:cxn ang="0">
                <a:pos x="103" y="119"/>
              </a:cxn>
              <a:cxn ang="0">
                <a:pos x="123" y="4"/>
              </a:cxn>
              <a:cxn ang="0">
                <a:pos x="121" y="1"/>
              </a:cxn>
              <a:cxn ang="0">
                <a:pos x="12" y="80"/>
              </a:cxn>
              <a:cxn ang="0">
                <a:pos x="101" y="20"/>
              </a:cxn>
              <a:cxn ang="0">
                <a:pos x="36" y="89"/>
              </a:cxn>
              <a:cxn ang="0">
                <a:pos x="35" y="89"/>
              </a:cxn>
              <a:cxn ang="0">
                <a:pos x="12" y="80"/>
              </a:cxn>
              <a:cxn ang="0">
                <a:pos x="39" y="92"/>
              </a:cxn>
              <a:cxn ang="0">
                <a:pos x="39" y="92"/>
              </a:cxn>
              <a:cxn ang="0">
                <a:pos x="112" y="14"/>
              </a:cxn>
              <a:cxn ang="0">
                <a:pos x="50" y="111"/>
              </a:cxn>
              <a:cxn ang="0">
                <a:pos x="39" y="92"/>
              </a:cxn>
              <a:cxn ang="0">
                <a:pos x="97" y="113"/>
              </a:cxn>
              <a:cxn ang="0">
                <a:pos x="64" y="100"/>
              </a:cxn>
              <a:cxn ang="0">
                <a:pos x="61" y="100"/>
              </a:cxn>
              <a:cxn ang="0">
                <a:pos x="112" y="22"/>
              </a:cxn>
              <a:cxn ang="0">
                <a:pos x="97" y="113"/>
              </a:cxn>
              <a:cxn ang="0">
                <a:pos x="97" y="113"/>
              </a:cxn>
              <a:cxn ang="0">
                <a:pos x="97" y="113"/>
              </a:cxn>
            </a:cxnLst>
            <a:rect l="0" t="0" r="r" b="b"/>
            <a:pathLst>
              <a:path w="123" h="123">
                <a:moveTo>
                  <a:pt x="121" y="1"/>
                </a:moveTo>
                <a:cubicBezTo>
                  <a:pt x="120" y="0"/>
                  <a:pt x="119" y="0"/>
                  <a:pt x="119" y="0"/>
                </a:cubicBezTo>
                <a:cubicBezTo>
                  <a:pt x="118" y="0"/>
                  <a:pt x="117" y="0"/>
                  <a:pt x="117" y="1"/>
                </a:cubicBezTo>
                <a:cubicBezTo>
                  <a:pt x="2" y="77"/>
                  <a:pt x="2" y="77"/>
                  <a:pt x="2" y="77"/>
                </a:cubicBezTo>
                <a:cubicBezTo>
                  <a:pt x="0" y="78"/>
                  <a:pt x="0" y="79"/>
                  <a:pt x="0" y="81"/>
                </a:cubicBezTo>
                <a:cubicBezTo>
                  <a:pt x="0" y="82"/>
                  <a:pt x="1" y="83"/>
                  <a:pt x="2" y="84"/>
                </a:cubicBezTo>
                <a:cubicBezTo>
                  <a:pt x="32" y="96"/>
                  <a:pt x="32" y="96"/>
                  <a:pt x="32" y="96"/>
                </a:cubicBezTo>
                <a:cubicBezTo>
                  <a:pt x="46" y="121"/>
                  <a:pt x="46" y="121"/>
                  <a:pt x="46" y="121"/>
                </a:cubicBezTo>
                <a:cubicBezTo>
                  <a:pt x="47" y="122"/>
                  <a:pt x="48" y="123"/>
                  <a:pt x="50" y="123"/>
                </a:cubicBezTo>
                <a:cubicBezTo>
                  <a:pt x="50" y="123"/>
                  <a:pt x="50" y="123"/>
                  <a:pt x="50" y="123"/>
                </a:cubicBezTo>
                <a:cubicBezTo>
                  <a:pt x="51" y="123"/>
                  <a:pt x="52" y="122"/>
                  <a:pt x="53" y="121"/>
                </a:cubicBezTo>
                <a:cubicBezTo>
                  <a:pt x="61" y="107"/>
                  <a:pt x="61" y="107"/>
                  <a:pt x="61" y="107"/>
                </a:cubicBezTo>
                <a:cubicBezTo>
                  <a:pt x="98" y="122"/>
                  <a:pt x="98" y="122"/>
                  <a:pt x="98" y="122"/>
                </a:cubicBezTo>
                <a:cubicBezTo>
                  <a:pt x="99" y="123"/>
                  <a:pt x="99" y="123"/>
                  <a:pt x="100" y="123"/>
                </a:cubicBezTo>
                <a:cubicBezTo>
                  <a:pt x="100" y="123"/>
                  <a:pt x="101" y="122"/>
                  <a:pt x="101" y="122"/>
                </a:cubicBezTo>
                <a:cubicBezTo>
                  <a:pt x="102" y="122"/>
                  <a:pt x="103" y="121"/>
                  <a:pt x="103" y="119"/>
                </a:cubicBezTo>
                <a:cubicBezTo>
                  <a:pt x="123" y="4"/>
                  <a:pt x="123" y="4"/>
                  <a:pt x="123" y="4"/>
                </a:cubicBezTo>
                <a:cubicBezTo>
                  <a:pt x="123" y="3"/>
                  <a:pt x="122" y="1"/>
                  <a:pt x="121" y="1"/>
                </a:cubicBezTo>
                <a:close/>
                <a:moveTo>
                  <a:pt x="12" y="80"/>
                </a:moveTo>
                <a:cubicBezTo>
                  <a:pt x="101" y="20"/>
                  <a:pt x="101" y="20"/>
                  <a:pt x="101" y="20"/>
                </a:cubicBezTo>
                <a:cubicBezTo>
                  <a:pt x="36" y="89"/>
                  <a:pt x="36" y="89"/>
                  <a:pt x="36" y="89"/>
                </a:cubicBezTo>
                <a:cubicBezTo>
                  <a:pt x="36" y="89"/>
                  <a:pt x="35" y="89"/>
                  <a:pt x="35" y="89"/>
                </a:cubicBezTo>
                <a:lnTo>
                  <a:pt x="12" y="80"/>
                </a:lnTo>
                <a:close/>
                <a:moveTo>
                  <a:pt x="39" y="92"/>
                </a:moveTo>
                <a:cubicBezTo>
                  <a:pt x="39" y="92"/>
                  <a:pt x="39" y="92"/>
                  <a:pt x="39" y="92"/>
                </a:cubicBezTo>
                <a:cubicBezTo>
                  <a:pt x="112" y="14"/>
                  <a:pt x="112" y="14"/>
                  <a:pt x="112" y="14"/>
                </a:cubicBezTo>
                <a:cubicBezTo>
                  <a:pt x="50" y="111"/>
                  <a:pt x="50" y="111"/>
                  <a:pt x="50" y="111"/>
                </a:cubicBezTo>
                <a:lnTo>
                  <a:pt x="39" y="92"/>
                </a:lnTo>
                <a:close/>
                <a:moveTo>
                  <a:pt x="97" y="113"/>
                </a:moveTo>
                <a:cubicBezTo>
                  <a:pt x="64" y="100"/>
                  <a:pt x="64" y="100"/>
                  <a:pt x="64" y="100"/>
                </a:cubicBezTo>
                <a:cubicBezTo>
                  <a:pt x="63" y="100"/>
                  <a:pt x="62" y="100"/>
                  <a:pt x="61" y="100"/>
                </a:cubicBezTo>
                <a:cubicBezTo>
                  <a:pt x="112" y="22"/>
                  <a:pt x="112" y="22"/>
                  <a:pt x="112" y="22"/>
                </a:cubicBezTo>
                <a:lnTo>
                  <a:pt x="97" y="113"/>
                </a:lnTo>
                <a:close/>
                <a:moveTo>
                  <a:pt x="97" y="113"/>
                </a:moveTo>
                <a:cubicBezTo>
                  <a:pt x="97" y="113"/>
                  <a:pt x="97" y="113"/>
                  <a:pt x="97" y="113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grpSp>
        <p:nvGrpSpPr>
          <p:cNvPr id="93" name="Group 92"/>
          <p:cNvGrpSpPr/>
          <p:nvPr/>
        </p:nvGrpSpPr>
        <p:grpSpPr>
          <a:xfrm>
            <a:off x="4374552" y="3558116"/>
            <a:ext cx="627309" cy="632885"/>
            <a:chOff x="0" y="2706688"/>
            <a:chExt cx="357188" cy="360363"/>
          </a:xfrm>
          <a:solidFill>
            <a:schemeClr val="bg1"/>
          </a:solidFill>
        </p:grpSpPr>
        <p:sp>
          <p:nvSpPr>
            <p:cNvPr id="98" name="Freeform 107"/>
            <p:cNvSpPr>
              <a:spLocks noEditPoints="1"/>
            </p:cNvSpPr>
            <p:nvPr/>
          </p:nvSpPr>
          <p:spPr bwMode="auto">
            <a:xfrm>
              <a:off x="0" y="2706688"/>
              <a:ext cx="357188" cy="360363"/>
            </a:xfrm>
            <a:custGeom>
              <a:avLst/>
              <a:gdLst/>
              <a:ahLst/>
              <a:cxnLst>
                <a:cxn ang="0">
                  <a:pos x="112" y="12"/>
                </a:cxn>
                <a:cxn ang="0">
                  <a:pos x="96" y="12"/>
                </a:cxn>
                <a:cxn ang="0">
                  <a:pos x="96" y="4"/>
                </a:cxn>
                <a:cxn ang="0">
                  <a:pos x="92" y="0"/>
                </a:cxn>
                <a:cxn ang="0">
                  <a:pos x="88" y="4"/>
                </a:cxn>
                <a:cxn ang="0">
                  <a:pos x="88" y="12"/>
                </a:cxn>
                <a:cxn ang="0">
                  <a:pos x="65" y="12"/>
                </a:cxn>
                <a:cxn ang="0">
                  <a:pos x="65" y="4"/>
                </a:cxn>
                <a:cxn ang="0">
                  <a:pos x="61" y="0"/>
                </a:cxn>
                <a:cxn ang="0">
                  <a:pos x="57" y="4"/>
                </a:cxn>
                <a:cxn ang="0">
                  <a:pos x="57" y="12"/>
                </a:cxn>
                <a:cxn ang="0">
                  <a:pos x="34" y="12"/>
                </a:cxn>
                <a:cxn ang="0">
                  <a:pos x="34" y="4"/>
                </a:cxn>
                <a:cxn ang="0">
                  <a:pos x="30" y="0"/>
                </a:cxn>
                <a:cxn ang="0">
                  <a:pos x="27" y="4"/>
                </a:cxn>
                <a:cxn ang="0">
                  <a:pos x="27" y="12"/>
                </a:cxn>
                <a:cxn ang="0">
                  <a:pos x="10" y="12"/>
                </a:cxn>
                <a:cxn ang="0">
                  <a:pos x="0" y="22"/>
                </a:cxn>
                <a:cxn ang="0">
                  <a:pos x="0" y="113"/>
                </a:cxn>
                <a:cxn ang="0">
                  <a:pos x="10" y="123"/>
                </a:cxn>
                <a:cxn ang="0">
                  <a:pos x="112" y="123"/>
                </a:cxn>
                <a:cxn ang="0">
                  <a:pos x="122" y="113"/>
                </a:cxn>
                <a:cxn ang="0">
                  <a:pos x="122" y="22"/>
                </a:cxn>
                <a:cxn ang="0">
                  <a:pos x="112" y="12"/>
                </a:cxn>
                <a:cxn ang="0">
                  <a:pos x="115" y="113"/>
                </a:cxn>
                <a:cxn ang="0">
                  <a:pos x="112" y="115"/>
                </a:cxn>
                <a:cxn ang="0">
                  <a:pos x="10" y="115"/>
                </a:cxn>
                <a:cxn ang="0">
                  <a:pos x="7" y="113"/>
                </a:cxn>
                <a:cxn ang="0">
                  <a:pos x="7" y="22"/>
                </a:cxn>
                <a:cxn ang="0">
                  <a:pos x="10" y="19"/>
                </a:cxn>
                <a:cxn ang="0">
                  <a:pos x="27" y="19"/>
                </a:cxn>
                <a:cxn ang="0">
                  <a:pos x="27" y="27"/>
                </a:cxn>
                <a:cxn ang="0">
                  <a:pos x="30" y="31"/>
                </a:cxn>
                <a:cxn ang="0">
                  <a:pos x="34" y="27"/>
                </a:cxn>
                <a:cxn ang="0">
                  <a:pos x="34" y="19"/>
                </a:cxn>
                <a:cxn ang="0">
                  <a:pos x="57" y="19"/>
                </a:cxn>
                <a:cxn ang="0">
                  <a:pos x="57" y="27"/>
                </a:cxn>
                <a:cxn ang="0">
                  <a:pos x="61" y="31"/>
                </a:cxn>
                <a:cxn ang="0">
                  <a:pos x="65" y="27"/>
                </a:cxn>
                <a:cxn ang="0">
                  <a:pos x="65" y="19"/>
                </a:cxn>
                <a:cxn ang="0">
                  <a:pos x="88" y="19"/>
                </a:cxn>
                <a:cxn ang="0">
                  <a:pos x="88" y="27"/>
                </a:cxn>
                <a:cxn ang="0">
                  <a:pos x="92" y="31"/>
                </a:cxn>
                <a:cxn ang="0">
                  <a:pos x="96" y="27"/>
                </a:cxn>
                <a:cxn ang="0">
                  <a:pos x="96" y="19"/>
                </a:cxn>
                <a:cxn ang="0">
                  <a:pos x="112" y="19"/>
                </a:cxn>
                <a:cxn ang="0">
                  <a:pos x="115" y="22"/>
                </a:cxn>
                <a:cxn ang="0">
                  <a:pos x="115" y="113"/>
                </a:cxn>
                <a:cxn ang="0">
                  <a:pos x="115" y="113"/>
                </a:cxn>
                <a:cxn ang="0">
                  <a:pos x="115" y="113"/>
                </a:cxn>
              </a:cxnLst>
              <a:rect l="0" t="0" r="r" b="b"/>
              <a:pathLst>
                <a:path w="122" h="123">
                  <a:moveTo>
                    <a:pt x="112" y="12"/>
                  </a:moveTo>
                  <a:cubicBezTo>
                    <a:pt x="96" y="12"/>
                    <a:pt x="96" y="12"/>
                    <a:pt x="96" y="12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4" y="0"/>
                    <a:pt x="92" y="0"/>
                  </a:cubicBezTo>
                  <a:cubicBezTo>
                    <a:pt x="90" y="0"/>
                    <a:pt x="88" y="2"/>
                    <a:pt x="88" y="4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5" y="2"/>
                    <a:pt x="63" y="0"/>
                    <a:pt x="61" y="0"/>
                  </a:cubicBezTo>
                  <a:cubicBezTo>
                    <a:pt x="59" y="0"/>
                    <a:pt x="57" y="2"/>
                    <a:pt x="57" y="4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34" y="12"/>
                    <a:pt x="34" y="12"/>
                    <a:pt x="34" y="12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4" y="2"/>
                    <a:pt x="32" y="0"/>
                    <a:pt x="30" y="0"/>
                  </a:cubicBezTo>
                  <a:cubicBezTo>
                    <a:pt x="28" y="0"/>
                    <a:pt x="27" y="2"/>
                    <a:pt x="27" y="4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4" y="12"/>
                    <a:pt x="0" y="16"/>
                    <a:pt x="0" y="22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118"/>
                    <a:pt x="4" y="123"/>
                    <a:pt x="10" y="123"/>
                  </a:cubicBezTo>
                  <a:cubicBezTo>
                    <a:pt x="112" y="123"/>
                    <a:pt x="112" y="123"/>
                    <a:pt x="112" y="123"/>
                  </a:cubicBezTo>
                  <a:cubicBezTo>
                    <a:pt x="118" y="123"/>
                    <a:pt x="122" y="118"/>
                    <a:pt x="122" y="113"/>
                  </a:cubicBezTo>
                  <a:cubicBezTo>
                    <a:pt x="122" y="22"/>
                    <a:pt x="122" y="22"/>
                    <a:pt x="122" y="22"/>
                  </a:cubicBezTo>
                  <a:cubicBezTo>
                    <a:pt x="122" y="16"/>
                    <a:pt x="118" y="12"/>
                    <a:pt x="112" y="12"/>
                  </a:cubicBezTo>
                  <a:close/>
                  <a:moveTo>
                    <a:pt x="115" y="113"/>
                  </a:moveTo>
                  <a:cubicBezTo>
                    <a:pt x="115" y="114"/>
                    <a:pt x="114" y="115"/>
                    <a:pt x="112" y="115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9" y="115"/>
                    <a:pt x="7" y="114"/>
                    <a:pt x="7" y="11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0"/>
                    <a:pt x="9" y="19"/>
                    <a:pt x="10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7" y="29"/>
                    <a:pt x="28" y="31"/>
                    <a:pt x="30" y="31"/>
                  </a:cubicBezTo>
                  <a:cubicBezTo>
                    <a:pt x="32" y="31"/>
                    <a:pt x="34" y="29"/>
                    <a:pt x="34" y="27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7" y="29"/>
                    <a:pt x="59" y="31"/>
                    <a:pt x="61" y="31"/>
                  </a:cubicBezTo>
                  <a:cubicBezTo>
                    <a:pt x="63" y="31"/>
                    <a:pt x="65" y="29"/>
                    <a:pt x="65" y="27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7"/>
                    <a:pt x="88" y="27"/>
                    <a:pt x="88" y="27"/>
                  </a:cubicBezTo>
                  <a:cubicBezTo>
                    <a:pt x="88" y="29"/>
                    <a:pt x="90" y="31"/>
                    <a:pt x="92" y="31"/>
                  </a:cubicBezTo>
                  <a:cubicBezTo>
                    <a:pt x="94" y="31"/>
                    <a:pt x="96" y="29"/>
                    <a:pt x="96" y="27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112" y="19"/>
                    <a:pt x="112" y="19"/>
                    <a:pt x="112" y="19"/>
                  </a:cubicBezTo>
                  <a:cubicBezTo>
                    <a:pt x="114" y="19"/>
                    <a:pt x="115" y="20"/>
                    <a:pt x="115" y="22"/>
                  </a:cubicBezTo>
                  <a:lnTo>
                    <a:pt x="115" y="113"/>
                  </a:lnTo>
                  <a:close/>
                  <a:moveTo>
                    <a:pt x="115" y="113"/>
                  </a:moveTo>
                  <a:cubicBezTo>
                    <a:pt x="115" y="113"/>
                    <a:pt x="115" y="113"/>
                    <a:pt x="115" y="11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4" name="Rectangle 108"/>
            <p:cNvSpPr>
              <a:spLocks noChangeArrowheads="1"/>
            </p:cNvSpPr>
            <p:nvPr/>
          </p:nvSpPr>
          <p:spPr bwMode="auto">
            <a:xfrm>
              <a:off x="79375" y="2841626"/>
              <a:ext cx="42863" cy="3492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7" name="Rectangle 109"/>
            <p:cNvSpPr>
              <a:spLocks noChangeArrowheads="1"/>
            </p:cNvSpPr>
            <p:nvPr/>
          </p:nvSpPr>
          <p:spPr bwMode="auto">
            <a:xfrm>
              <a:off x="79375" y="2897188"/>
              <a:ext cx="42863" cy="3492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8" name="Rectangle 110"/>
            <p:cNvSpPr>
              <a:spLocks noChangeArrowheads="1"/>
            </p:cNvSpPr>
            <p:nvPr/>
          </p:nvSpPr>
          <p:spPr bwMode="auto">
            <a:xfrm>
              <a:off x="79375" y="2955926"/>
              <a:ext cx="42863" cy="3175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9" name="Rectangle 111"/>
            <p:cNvSpPr>
              <a:spLocks noChangeArrowheads="1"/>
            </p:cNvSpPr>
            <p:nvPr/>
          </p:nvSpPr>
          <p:spPr bwMode="auto">
            <a:xfrm>
              <a:off x="155575" y="2955926"/>
              <a:ext cx="46038" cy="3175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10" name="Rectangle 112"/>
            <p:cNvSpPr>
              <a:spLocks noChangeArrowheads="1"/>
            </p:cNvSpPr>
            <p:nvPr/>
          </p:nvSpPr>
          <p:spPr bwMode="auto">
            <a:xfrm>
              <a:off x="155575" y="2897188"/>
              <a:ext cx="46038" cy="3492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11" name="Rectangle 113"/>
            <p:cNvSpPr>
              <a:spLocks noChangeArrowheads="1"/>
            </p:cNvSpPr>
            <p:nvPr/>
          </p:nvSpPr>
          <p:spPr bwMode="auto">
            <a:xfrm>
              <a:off x="155575" y="2841626"/>
              <a:ext cx="46038" cy="3492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12" name="Rectangle 114"/>
            <p:cNvSpPr>
              <a:spLocks noChangeArrowheads="1"/>
            </p:cNvSpPr>
            <p:nvPr/>
          </p:nvSpPr>
          <p:spPr bwMode="auto">
            <a:xfrm>
              <a:off x="233363" y="2955926"/>
              <a:ext cx="47625" cy="3175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13" name="Rectangle 115"/>
            <p:cNvSpPr>
              <a:spLocks noChangeArrowheads="1"/>
            </p:cNvSpPr>
            <p:nvPr/>
          </p:nvSpPr>
          <p:spPr bwMode="auto">
            <a:xfrm>
              <a:off x="233363" y="2897188"/>
              <a:ext cx="47625" cy="3492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14" name="Rectangle 116"/>
            <p:cNvSpPr>
              <a:spLocks noChangeArrowheads="1"/>
            </p:cNvSpPr>
            <p:nvPr/>
          </p:nvSpPr>
          <p:spPr bwMode="auto">
            <a:xfrm>
              <a:off x="233363" y="2841626"/>
              <a:ext cx="47625" cy="3492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115" name="Freeform 153"/>
          <p:cNvSpPr>
            <a:spLocks noEditPoints="1"/>
          </p:cNvSpPr>
          <p:nvPr/>
        </p:nvSpPr>
        <p:spPr bwMode="auto">
          <a:xfrm>
            <a:off x="5756036" y="5071829"/>
            <a:ext cx="605008" cy="613371"/>
          </a:xfrm>
          <a:custGeom>
            <a:avLst/>
            <a:gdLst/>
            <a:ahLst/>
            <a:cxnLst>
              <a:cxn ang="0">
                <a:pos x="0" y="59"/>
              </a:cxn>
              <a:cxn ang="0">
                <a:pos x="118" y="59"/>
              </a:cxn>
              <a:cxn ang="0">
                <a:pos x="111" y="57"/>
              </a:cxn>
              <a:cxn ang="0">
                <a:pos x="83" y="33"/>
              </a:cxn>
              <a:cxn ang="0">
                <a:pos x="111" y="57"/>
              </a:cxn>
              <a:cxn ang="0">
                <a:pos x="41" y="91"/>
              </a:cxn>
              <a:cxn ang="0">
                <a:pos x="57" y="111"/>
              </a:cxn>
              <a:cxn ang="0">
                <a:pos x="61" y="8"/>
              </a:cxn>
              <a:cxn ang="0">
                <a:pos x="61" y="34"/>
              </a:cxn>
              <a:cxn ang="0">
                <a:pos x="61" y="8"/>
              </a:cxn>
              <a:cxn ang="0">
                <a:pos x="95" y="22"/>
              </a:cxn>
              <a:cxn ang="0">
                <a:pos x="67" y="8"/>
              </a:cxn>
              <a:cxn ang="0">
                <a:pos x="57" y="34"/>
              </a:cxn>
              <a:cxn ang="0">
                <a:pos x="57" y="8"/>
              </a:cxn>
              <a:cxn ang="0">
                <a:pos x="36" y="30"/>
              </a:cxn>
              <a:cxn ang="0">
                <a:pos x="50" y="8"/>
              </a:cxn>
              <a:cxn ang="0">
                <a:pos x="38" y="35"/>
              </a:cxn>
              <a:cxn ang="0">
                <a:pos x="57" y="57"/>
              </a:cxn>
              <a:cxn ang="0">
                <a:pos x="38" y="35"/>
              </a:cxn>
              <a:cxn ang="0">
                <a:pos x="57" y="84"/>
              </a:cxn>
              <a:cxn ang="0">
                <a:pos x="34" y="61"/>
              </a:cxn>
              <a:cxn ang="0">
                <a:pos x="50" y="110"/>
              </a:cxn>
              <a:cxn ang="0">
                <a:pos x="38" y="92"/>
              </a:cxn>
              <a:cxn ang="0">
                <a:pos x="61" y="111"/>
              </a:cxn>
              <a:cxn ang="0">
                <a:pos x="77" y="91"/>
              </a:cxn>
              <a:cxn ang="0">
                <a:pos x="61" y="111"/>
              </a:cxn>
              <a:cxn ang="0">
                <a:pos x="93" y="99"/>
              </a:cxn>
              <a:cxn ang="0">
                <a:pos x="80" y="92"/>
              </a:cxn>
              <a:cxn ang="0">
                <a:pos x="61" y="84"/>
              </a:cxn>
              <a:cxn ang="0">
                <a:pos x="84" y="61"/>
              </a:cxn>
              <a:cxn ang="0">
                <a:pos x="61" y="57"/>
              </a:cxn>
              <a:cxn ang="0">
                <a:pos x="80" y="35"/>
              </a:cxn>
              <a:cxn ang="0">
                <a:pos x="61" y="57"/>
              </a:cxn>
              <a:cxn ang="0">
                <a:pos x="35" y="33"/>
              </a:cxn>
              <a:cxn ang="0">
                <a:pos x="7" y="57"/>
              </a:cxn>
              <a:cxn ang="0">
                <a:pos x="7" y="61"/>
              </a:cxn>
              <a:cxn ang="0">
                <a:pos x="36" y="89"/>
              </a:cxn>
              <a:cxn ang="0">
                <a:pos x="7" y="61"/>
              </a:cxn>
              <a:cxn ang="0">
                <a:pos x="82" y="89"/>
              </a:cxn>
              <a:cxn ang="0">
                <a:pos x="111" y="61"/>
              </a:cxn>
              <a:cxn ang="0">
                <a:pos x="95" y="96"/>
              </a:cxn>
            </a:cxnLst>
            <a:rect l="0" t="0" r="r" b="b"/>
            <a:pathLst>
              <a:path w="118" h="119">
                <a:moveTo>
                  <a:pt x="59" y="0"/>
                </a:moveTo>
                <a:cubicBezTo>
                  <a:pt x="26" y="0"/>
                  <a:pt x="0" y="27"/>
                  <a:pt x="0" y="59"/>
                </a:cubicBezTo>
                <a:cubicBezTo>
                  <a:pt x="0" y="92"/>
                  <a:pt x="26" y="119"/>
                  <a:pt x="59" y="119"/>
                </a:cubicBezTo>
                <a:cubicBezTo>
                  <a:pt x="92" y="119"/>
                  <a:pt x="118" y="92"/>
                  <a:pt x="118" y="59"/>
                </a:cubicBezTo>
                <a:cubicBezTo>
                  <a:pt x="118" y="27"/>
                  <a:pt x="92" y="0"/>
                  <a:pt x="59" y="0"/>
                </a:cubicBezTo>
                <a:close/>
                <a:moveTo>
                  <a:pt x="111" y="57"/>
                </a:moveTo>
                <a:cubicBezTo>
                  <a:pt x="88" y="57"/>
                  <a:pt x="88" y="57"/>
                  <a:pt x="88" y="57"/>
                </a:cubicBezTo>
                <a:cubicBezTo>
                  <a:pt x="87" y="49"/>
                  <a:pt x="86" y="41"/>
                  <a:pt x="83" y="33"/>
                </a:cubicBezTo>
                <a:cubicBezTo>
                  <a:pt x="88" y="31"/>
                  <a:pt x="93" y="28"/>
                  <a:pt x="98" y="25"/>
                </a:cubicBezTo>
                <a:cubicBezTo>
                  <a:pt x="105" y="34"/>
                  <a:pt x="110" y="45"/>
                  <a:pt x="111" y="57"/>
                </a:cubicBezTo>
                <a:close/>
                <a:moveTo>
                  <a:pt x="57" y="111"/>
                </a:moveTo>
                <a:cubicBezTo>
                  <a:pt x="50" y="106"/>
                  <a:pt x="45" y="99"/>
                  <a:pt x="41" y="91"/>
                </a:cubicBezTo>
                <a:cubicBezTo>
                  <a:pt x="46" y="89"/>
                  <a:pt x="52" y="88"/>
                  <a:pt x="57" y="88"/>
                </a:cubicBezTo>
                <a:cubicBezTo>
                  <a:pt x="57" y="111"/>
                  <a:pt x="57" y="111"/>
                  <a:pt x="57" y="111"/>
                </a:cubicBezTo>
                <a:cubicBezTo>
                  <a:pt x="57" y="111"/>
                  <a:pt x="57" y="111"/>
                  <a:pt x="57" y="111"/>
                </a:cubicBezTo>
                <a:close/>
                <a:moveTo>
                  <a:pt x="61" y="8"/>
                </a:moveTo>
                <a:cubicBezTo>
                  <a:pt x="68" y="14"/>
                  <a:pt x="74" y="22"/>
                  <a:pt x="78" y="31"/>
                </a:cubicBezTo>
                <a:cubicBezTo>
                  <a:pt x="73" y="33"/>
                  <a:pt x="67" y="34"/>
                  <a:pt x="61" y="34"/>
                </a:cubicBezTo>
                <a:cubicBezTo>
                  <a:pt x="61" y="8"/>
                  <a:pt x="61" y="8"/>
                  <a:pt x="61" y="8"/>
                </a:cubicBezTo>
                <a:cubicBezTo>
                  <a:pt x="61" y="8"/>
                  <a:pt x="61" y="8"/>
                  <a:pt x="61" y="8"/>
                </a:cubicBezTo>
                <a:close/>
                <a:moveTo>
                  <a:pt x="67" y="8"/>
                </a:moveTo>
                <a:cubicBezTo>
                  <a:pt x="78" y="10"/>
                  <a:pt x="88" y="15"/>
                  <a:pt x="95" y="22"/>
                </a:cubicBezTo>
                <a:cubicBezTo>
                  <a:pt x="91" y="25"/>
                  <a:pt x="87" y="28"/>
                  <a:pt x="82" y="30"/>
                </a:cubicBezTo>
                <a:cubicBezTo>
                  <a:pt x="78" y="22"/>
                  <a:pt x="73" y="14"/>
                  <a:pt x="67" y="8"/>
                </a:cubicBezTo>
                <a:close/>
                <a:moveTo>
                  <a:pt x="57" y="8"/>
                </a:moveTo>
                <a:cubicBezTo>
                  <a:pt x="57" y="34"/>
                  <a:pt x="57" y="34"/>
                  <a:pt x="57" y="34"/>
                </a:cubicBezTo>
                <a:cubicBezTo>
                  <a:pt x="51" y="34"/>
                  <a:pt x="45" y="33"/>
                  <a:pt x="40" y="31"/>
                </a:cubicBezTo>
                <a:cubicBezTo>
                  <a:pt x="44" y="22"/>
                  <a:pt x="50" y="14"/>
                  <a:pt x="57" y="8"/>
                </a:cubicBezTo>
                <a:cubicBezTo>
                  <a:pt x="57" y="8"/>
                  <a:pt x="57" y="8"/>
                  <a:pt x="57" y="8"/>
                </a:cubicBezTo>
                <a:close/>
                <a:moveTo>
                  <a:pt x="36" y="30"/>
                </a:moveTo>
                <a:cubicBezTo>
                  <a:pt x="31" y="28"/>
                  <a:pt x="27" y="25"/>
                  <a:pt x="23" y="22"/>
                </a:cubicBezTo>
                <a:cubicBezTo>
                  <a:pt x="30" y="15"/>
                  <a:pt x="40" y="10"/>
                  <a:pt x="50" y="8"/>
                </a:cubicBezTo>
                <a:cubicBezTo>
                  <a:pt x="45" y="14"/>
                  <a:pt x="40" y="22"/>
                  <a:pt x="36" y="30"/>
                </a:cubicBezTo>
                <a:close/>
                <a:moveTo>
                  <a:pt x="38" y="35"/>
                </a:moveTo>
                <a:cubicBezTo>
                  <a:pt x="44" y="37"/>
                  <a:pt x="50" y="38"/>
                  <a:pt x="57" y="38"/>
                </a:cubicBezTo>
                <a:cubicBezTo>
                  <a:pt x="57" y="57"/>
                  <a:pt x="57" y="57"/>
                  <a:pt x="57" y="57"/>
                </a:cubicBezTo>
                <a:cubicBezTo>
                  <a:pt x="34" y="57"/>
                  <a:pt x="34" y="57"/>
                  <a:pt x="34" y="57"/>
                </a:cubicBezTo>
                <a:cubicBezTo>
                  <a:pt x="34" y="49"/>
                  <a:pt x="36" y="42"/>
                  <a:pt x="38" y="35"/>
                </a:cubicBezTo>
                <a:close/>
                <a:moveTo>
                  <a:pt x="57" y="61"/>
                </a:moveTo>
                <a:cubicBezTo>
                  <a:pt x="57" y="84"/>
                  <a:pt x="57" y="84"/>
                  <a:pt x="57" y="84"/>
                </a:cubicBezTo>
                <a:cubicBezTo>
                  <a:pt x="51" y="85"/>
                  <a:pt x="45" y="86"/>
                  <a:pt x="40" y="87"/>
                </a:cubicBezTo>
                <a:cubicBezTo>
                  <a:pt x="36" y="79"/>
                  <a:pt x="34" y="71"/>
                  <a:pt x="34" y="61"/>
                </a:cubicBezTo>
                <a:lnTo>
                  <a:pt x="57" y="61"/>
                </a:lnTo>
                <a:close/>
                <a:moveTo>
                  <a:pt x="50" y="110"/>
                </a:moveTo>
                <a:cubicBezTo>
                  <a:pt x="41" y="109"/>
                  <a:pt x="32" y="105"/>
                  <a:pt x="25" y="99"/>
                </a:cubicBezTo>
                <a:cubicBezTo>
                  <a:pt x="29" y="96"/>
                  <a:pt x="33" y="94"/>
                  <a:pt x="38" y="92"/>
                </a:cubicBezTo>
                <a:cubicBezTo>
                  <a:pt x="41" y="99"/>
                  <a:pt x="45" y="105"/>
                  <a:pt x="50" y="110"/>
                </a:cubicBezTo>
                <a:close/>
                <a:moveTo>
                  <a:pt x="61" y="111"/>
                </a:moveTo>
                <a:cubicBezTo>
                  <a:pt x="61" y="88"/>
                  <a:pt x="61" y="88"/>
                  <a:pt x="61" y="88"/>
                </a:cubicBezTo>
                <a:cubicBezTo>
                  <a:pt x="66" y="88"/>
                  <a:pt x="72" y="89"/>
                  <a:pt x="77" y="91"/>
                </a:cubicBezTo>
                <a:cubicBezTo>
                  <a:pt x="73" y="99"/>
                  <a:pt x="67" y="106"/>
                  <a:pt x="61" y="111"/>
                </a:cubicBezTo>
                <a:cubicBezTo>
                  <a:pt x="61" y="111"/>
                  <a:pt x="61" y="111"/>
                  <a:pt x="61" y="111"/>
                </a:cubicBezTo>
                <a:close/>
                <a:moveTo>
                  <a:pt x="80" y="92"/>
                </a:moveTo>
                <a:cubicBezTo>
                  <a:pt x="85" y="94"/>
                  <a:pt x="89" y="96"/>
                  <a:pt x="93" y="99"/>
                </a:cubicBezTo>
                <a:cubicBezTo>
                  <a:pt x="86" y="105"/>
                  <a:pt x="77" y="109"/>
                  <a:pt x="67" y="110"/>
                </a:cubicBezTo>
                <a:cubicBezTo>
                  <a:pt x="73" y="105"/>
                  <a:pt x="77" y="99"/>
                  <a:pt x="80" y="92"/>
                </a:cubicBezTo>
                <a:close/>
                <a:moveTo>
                  <a:pt x="78" y="87"/>
                </a:moveTo>
                <a:cubicBezTo>
                  <a:pt x="73" y="86"/>
                  <a:pt x="67" y="85"/>
                  <a:pt x="61" y="84"/>
                </a:cubicBezTo>
                <a:cubicBezTo>
                  <a:pt x="61" y="61"/>
                  <a:pt x="61" y="61"/>
                  <a:pt x="61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71"/>
                  <a:pt x="82" y="79"/>
                  <a:pt x="78" y="87"/>
                </a:cubicBezTo>
                <a:close/>
                <a:moveTo>
                  <a:pt x="61" y="57"/>
                </a:moveTo>
                <a:cubicBezTo>
                  <a:pt x="61" y="38"/>
                  <a:pt x="61" y="38"/>
                  <a:pt x="61" y="38"/>
                </a:cubicBezTo>
                <a:cubicBezTo>
                  <a:pt x="67" y="38"/>
                  <a:pt x="74" y="37"/>
                  <a:pt x="80" y="35"/>
                </a:cubicBezTo>
                <a:cubicBezTo>
                  <a:pt x="82" y="42"/>
                  <a:pt x="84" y="49"/>
                  <a:pt x="84" y="57"/>
                </a:cubicBezTo>
                <a:lnTo>
                  <a:pt x="61" y="57"/>
                </a:lnTo>
                <a:close/>
                <a:moveTo>
                  <a:pt x="20" y="25"/>
                </a:moveTo>
                <a:cubicBezTo>
                  <a:pt x="25" y="28"/>
                  <a:pt x="30" y="31"/>
                  <a:pt x="35" y="33"/>
                </a:cubicBezTo>
                <a:cubicBezTo>
                  <a:pt x="32" y="41"/>
                  <a:pt x="30" y="49"/>
                  <a:pt x="30" y="57"/>
                </a:cubicBezTo>
                <a:cubicBezTo>
                  <a:pt x="7" y="57"/>
                  <a:pt x="7" y="57"/>
                  <a:pt x="7" y="57"/>
                </a:cubicBezTo>
                <a:cubicBezTo>
                  <a:pt x="8" y="45"/>
                  <a:pt x="13" y="34"/>
                  <a:pt x="20" y="25"/>
                </a:cubicBezTo>
                <a:close/>
                <a:moveTo>
                  <a:pt x="7" y="61"/>
                </a:moveTo>
                <a:cubicBezTo>
                  <a:pt x="30" y="61"/>
                  <a:pt x="30" y="61"/>
                  <a:pt x="30" y="61"/>
                </a:cubicBezTo>
                <a:cubicBezTo>
                  <a:pt x="31" y="71"/>
                  <a:pt x="33" y="80"/>
                  <a:pt x="36" y="89"/>
                </a:cubicBezTo>
                <a:cubicBezTo>
                  <a:pt x="31" y="91"/>
                  <a:pt x="27" y="93"/>
                  <a:pt x="22" y="96"/>
                </a:cubicBezTo>
                <a:cubicBezTo>
                  <a:pt x="13" y="87"/>
                  <a:pt x="8" y="75"/>
                  <a:pt x="7" y="61"/>
                </a:cubicBezTo>
                <a:close/>
                <a:moveTo>
                  <a:pt x="95" y="96"/>
                </a:moveTo>
                <a:cubicBezTo>
                  <a:pt x="91" y="93"/>
                  <a:pt x="87" y="91"/>
                  <a:pt x="82" y="89"/>
                </a:cubicBezTo>
                <a:cubicBezTo>
                  <a:pt x="85" y="80"/>
                  <a:pt x="87" y="71"/>
                  <a:pt x="88" y="61"/>
                </a:cubicBezTo>
                <a:cubicBezTo>
                  <a:pt x="111" y="61"/>
                  <a:pt x="111" y="61"/>
                  <a:pt x="111" y="61"/>
                </a:cubicBezTo>
                <a:cubicBezTo>
                  <a:pt x="110" y="75"/>
                  <a:pt x="104" y="87"/>
                  <a:pt x="95" y="96"/>
                </a:cubicBezTo>
                <a:close/>
                <a:moveTo>
                  <a:pt x="95" y="96"/>
                </a:moveTo>
                <a:cubicBezTo>
                  <a:pt x="95" y="96"/>
                  <a:pt x="95" y="96"/>
                  <a:pt x="95" y="96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5F434F2-E81A-41AE-B381-60A1D74DF687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8CDDB71-98C7-481C-9303-B9010427AA26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2DCD2950-0E51-42C6-A7D8-E46AC41B2E9E}"/>
              </a:ext>
            </a:extLst>
          </p:cNvPr>
          <p:cNvSpPr txBox="1"/>
          <p:nvPr/>
        </p:nvSpPr>
        <p:spPr>
          <a:xfrm>
            <a:off x="4799613" y="105165"/>
            <a:ext cx="313401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5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Title Here</a:t>
            </a:r>
            <a:endParaRPr lang="zh-CN" altLang="en-US" sz="4500" dirty="0">
              <a:solidFill>
                <a:schemeClr val="accent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7006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:wipe/>
      </p:transition>
    </mc:Choice>
    <mc:Fallback xmlns="">
      <p:transition spd="slow" advTm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0"/>
                            </p:stCondLst>
                            <p:childTnLst>
                              <p:par>
                                <p:cTn id="6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" grpId="0" animBg="1"/>
      <p:bldP spid="1030" grpId="0" animBg="1"/>
      <p:bldP spid="1031" grpId="0" animBg="1"/>
      <p:bldP spid="1032" grpId="0" animBg="1"/>
      <p:bldP spid="88" grpId="0" animBg="1"/>
      <p:bldP spid="115" grpId="0" animBg="1"/>
      <p:bldP spid="3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83104303-C280-4D63-9C5D-D5257F724B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1" t="23240" r="1616" b="34980"/>
          <a:stretch>
            <a:fillRect/>
          </a:stretch>
        </p:blipFill>
        <p:spPr>
          <a:xfrm>
            <a:off x="2673439" y="1488653"/>
            <a:ext cx="8482957" cy="2865229"/>
          </a:xfrm>
          <a:custGeom>
            <a:avLst/>
            <a:gdLst>
              <a:gd name="connsiteX0" fmla="*/ 0 w 8482957"/>
              <a:gd name="connsiteY0" fmla="*/ 0 h 2865229"/>
              <a:gd name="connsiteX1" fmla="*/ 8482957 w 8482957"/>
              <a:gd name="connsiteY1" fmla="*/ 0 h 2865229"/>
              <a:gd name="connsiteX2" fmla="*/ 8482957 w 8482957"/>
              <a:gd name="connsiteY2" fmla="*/ 2865229 h 2865229"/>
              <a:gd name="connsiteX3" fmla="*/ 0 w 8482957"/>
              <a:gd name="connsiteY3" fmla="*/ 2865229 h 2865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2957" h="2865229">
                <a:moveTo>
                  <a:pt x="0" y="0"/>
                </a:moveTo>
                <a:lnTo>
                  <a:pt x="8482957" y="0"/>
                </a:lnTo>
                <a:lnTo>
                  <a:pt x="8482957" y="2865229"/>
                </a:lnTo>
                <a:lnTo>
                  <a:pt x="0" y="2865229"/>
                </a:lnTo>
                <a:close/>
              </a:path>
            </a:pathLst>
          </a:custGeom>
        </p:spPr>
      </p:pic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-9913" y="1511511"/>
            <a:ext cx="2910096" cy="2842374"/>
            <a:chOff x="-7985" y="901147"/>
            <a:chExt cx="2182716" cy="2131459"/>
          </a:xfrm>
        </p:grpSpPr>
        <p:grpSp>
          <p:nvGrpSpPr>
            <p:cNvPr id="3" name="Group 41"/>
            <p:cNvGrpSpPr/>
            <p:nvPr/>
          </p:nvGrpSpPr>
          <p:grpSpPr>
            <a:xfrm>
              <a:off x="-7985" y="901147"/>
              <a:ext cx="2012646" cy="2131459"/>
              <a:chOff x="3189432" y="1419609"/>
              <a:chExt cx="2765136" cy="2131459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13" name="Rectangle 12"/>
              <p:cNvSpPr/>
              <p:nvPr/>
            </p:nvSpPr>
            <p:spPr>
              <a:xfrm>
                <a:off x="3189432" y="1419609"/>
                <a:ext cx="2765136" cy="213145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317500" sx="1000" sy="1000" rotWithShape="0">
                  <a:prstClr val="black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1375198">
                  <a:lnSpc>
                    <a:spcPct val="150000"/>
                  </a:lnSpc>
                  <a:defRPr/>
                </a:pPr>
                <a:endParaRPr lang="en-US" sz="1707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3477469" y="2308212"/>
                <a:ext cx="2189068" cy="1027386"/>
              </a:xfrm>
              <a:prstGeom prst="rect">
                <a:avLst/>
              </a:prstGeom>
              <a:noFill/>
            </p:spPr>
            <p:txBody>
              <a:bodyPr lIns="0" tIns="0" rIns="0" bIns="0">
                <a:spAutoFit/>
              </a:bodyPr>
              <a:lstStyle/>
              <a:p>
                <a:pPr algn="just" defTabSz="1375198">
                  <a:lnSpc>
                    <a:spcPct val="150000"/>
                  </a:lnSpc>
                  <a:defRPr/>
                </a:pPr>
                <a:r>
                  <a:rPr lang="en-US" altLang="zh-CN" sz="758" dirty="0">
                    <a:solidFill>
                      <a:schemeClr val="bg1"/>
                    </a:solidFill>
                    <a:latin typeface="Source Han Sans CN Medium" panose="020B0500000000000000" pitchFamily="34" charset="-128"/>
                    <a:ea typeface="Source Han Sans CN Medium" panose="020B0500000000000000" pitchFamily="34" charset="-128"/>
                    <a:sym typeface="字魂36号-正文宋楷" panose="02000000000000000000" pitchFamily="2" charset="-122"/>
                  </a:rPr>
                  <a:t>This is a placeholder. You can key in or paste your texts here. This is a placeholder. You can key in or paste your texts here. This is a placeholder. You can key in or paste your texts here. This is a placeholder. You can key in or paste your texts here. This is a placeholder. You can key in or paste your texts here. 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3476627" y="1772992"/>
                <a:ext cx="2190747" cy="48145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zh-CN" sz="4172" dirty="0">
                    <a:solidFill>
                      <a:schemeClr val="bg1"/>
                    </a:solidFill>
                    <a:latin typeface="Source Han Sans CN Medium" panose="020B0500000000000000" pitchFamily="34" charset="-128"/>
                    <a:ea typeface="Source Han Sans CN Medium" panose="020B0500000000000000" pitchFamily="34" charset="-128"/>
                    <a:sym typeface="字魂36号-正文宋楷" panose="02000000000000000000" pitchFamily="2" charset="-122"/>
                  </a:rPr>
                  <a:t>TEXT</a:t>
                </a:r>
              </a:p>
            </p:txBody>
          </p:sp>
        </p:grpSp>
        <p:sp>
          <p:nvSpPr>
            <p:cNvPr id="12" name="Isosceles Triangle 11"/>
            <p:cNvSpPr/>
            <p:nvPr/>
          </p:nvSpPr>
          <p:spPr>
            <a:xfrm rot="5400000">
              <a:off x="1846183" y="1869250"/>
              <a:ext cx="461843" cy="19525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375198">
                <a:lnSpc>
                  <a:spcPct val="150000"/>
                </a:lnSpc>
                <a:defRPr/>
              </a:pPr>
              <a:endParaRPr lang="en-US" sz="1707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035606" y="5295695"/>
            <a:ext cx="10120789" cy="845103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algn="just" defTabSz="1375198">
              <a:lnSpc>
                <a:spcPct val="150000"/>
              </a:lnSpc>
              <a:defRPr/>
            </a:pPr>
            <a:r>
              <a:rPr lang="en-US" altLang="zh-CN" sz="758" dirty="0">
                <a:solidFill>
                  <a:schemeClr val="bg1">
                    <a:lumMod val="6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You can key in or paste your texts here. This is a placeholder. You can key in or paste your texts here. This is a placeholder. You can key in or paste your texts here. This is a placeholder. You can key in or paste your texts here. This is a placeholder. You can key in or paste your texts here. This is a placeholder. You can key in or paste your texts here. This is a placeholder. You can key in or paste your texts here. This is a placeholder. You can key in or paste your texts here. This is a placeholder. You can key in or paste your texts here. This is a placeholder. You can key in or paste your texts here. This is a placeholder. You can key in or paste your texts here. This is a placeholder. You can key in or paste your texts here. This is a placeholder. You can key in or paste your texts here. This is a placeholder. You can key in or paste your texts here. This is a placeholder. You can key in or paste your texts here. This is a placeholder. You can key in or paste your texts here. This is a placeholder. You can key in or paste your texts here. 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1044073" y="5117914"/>
            <a:ext cx="10103857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004963" y="3896733"/>
            <a:ext cx="914300" cy="914300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5198">
              <a:lnSpc>
                <a:spcPct val="150000"/>
              </a:lnSpc>
              <a:defRPr/>
            </a:pPr>
            <a:r>
              <a:rPr lang="en-US" altLang="zh-CN" sz="1896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TEXT</a:t>
            </a:r>
            <a:endParaRPr lang="en-US" sz="1896" dirty="0">
              <a:solidFill>
                <a:schemeClr val="bg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113975" y="3896733"/>
            <a:ext cx="914300" cy="914300"/>
          </a:xfrm>
          <a:prstGeom prst="roundRect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21906" anchor="ctr"/>
          <a:lstStyle/>
          <a:p>
            <a:pPr algn="ctr" defTabSz="1375198">
              <a:lnSpc>
                <a:spcPct val="150000"/>
              </a:lnSpc>
              <a:defRPr/>
            </a:pPr>
            <a:r>
              <a:rPr lang="en-US" altLang="zh-CN" sz="1896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TEXT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2986" y="3896733"/>
            <a:ext cx="914300" cy="914300"/>
          </a:xfrm>
          <a:prstGeom prst="roundRect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5198">
              <a:lnSpc>
                <a:spcPct val="150000"/>
              </a:lnSpc>
              <a:defRPr/>
            </a:pPr>
            <a:r>
              <a:rPr lang="en-US" altLang="zh-CN" sz="1896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29883" y="3896733"/>
            <a:ext cx="916416" cy="914300"/>
          </a:xfrm>
          <a:prstGeom prst="roundRect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53" tIns="0" rIns="0" anchor="ctr"/>
          <a:lstStyle/>
          <a:p>
            <a:pPr algn="ctr" defTabSz="1375198">
              <a:lnSpc>
                <a:spcPct val="150000"/>
              </a:lnSpc>
              <a:defRPr/>
            </a:pPr>
            <a:r>
              <a:rPr lang="en-US" altLang="zh-CN" sz="1896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TEXT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0404607-EAFD-4BD7-8F5B-2D23CAC09CDB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F8F7C3F-64E2-468E-BB65-3164D3D6D673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8289D522-174B-437E-9BAE-86815B6B1D52}"/>
              </a:ext>
            </a:extLst>
          </p:cNvPr>
          <p:cNvSpPr txBox="1"/>
          <p:nvPr/>
        </p:nvSpPr>
        <p:spPr>
          <a:xfrm>
            <a:off x="4799613" y="105165"/>
            <a:ext cx="313401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5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Title Here</a:t>
            </a:r>
            <a:endParaRPr lang="zh-CN" altLang="en-US" sz="4500" dirty="0">
              <a:solidFill>
                <a:schemeClr val="accent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699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:wipe/>
      </p:transition>
    </mc:Choice>
    <mc:Fallback xmlns="">
      <p:transition spd="slow" advTm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2" grpId="0" animBg="1"/>
      <p:bldP spid="33" grpId="0" animBg="1"/>
      <p:bldP spid="34" grpId="0" animBg="1"/>
      <p:bldP spid="35" grpId="0" animBg="1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0"/>
          <p:cNvGrpSpPr/>
          <p:nvPr/>
        </p:nvGrpSpPr>
        <p:grpSpPr>
          <a:xfrm rot="16200000">
            <a:off x="5872661" y="-207779"/>
            <a:ext cx="446675" cy="3860800"/>
            <a:chOff x="1447799" y="1047750"/>
            <a:chExt cx="609602" cy="3352800"/>
          </a:xfrm>
        </p:grpSpPr>
        <p:sp>
          <p:nvSpPr>
            <p:cNvPr id="48" name="Flowchart: Manual Input 47"/>
            <p:cNvSpPr/>
            <p:nvPr/>
          </p:nvSpPr>
          <p:spPr bwMode="auto">
            <a:xfrm>
              <a:off x="1447799" y="1047750"/>
              <a:ext cx="609602" cy="2514600"/>
            </a:xfrm>
            <a:prstGeom prst="flowChartManualInput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49" name="Flowchart: Manual Input 48"/>
            <p:cNvSpPr/>
            <p:nvPr/>
          </p:nvSpPr>
          <p:spPr bwMode="auto">
            <a:xfrm rot="10800000">
              <a:off x="1447799" y="1885950"/>
              <a:ext cx="609602" cy="2514600"/>
            </a:xfrm>
            <a:prstGeom prst="flowChartManualInput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57" name="Rectangle 56"/>
          <p:cNvSpPr/>
          <p:nvPr/>
        </p:nvSpPr>
        <p:spPr bwMode="auto">
          <a:xfrm rot="10800000" flipH="1" flipV="1">
            <a:off x="7315201" y="1945959"/>
            <a:ext cx="711200" cy="44667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grpSp>
        <p:nvGrpSpPr>
          <p:cNvPr id="3" name="Group 57"/>
          <p:cNvGrpSpPr/>
          <p:nvPr/>
        </p:nvGrpSpPr>
        <p:grpSpPr>
          <a:xfrm rot="16200000" flipH="1">
            <a:off x="5872661" y="685568"/>
            <a:ext cx="446675" cy="3860800"/>
            <a:chOff x="1447799" y="1047750"/>
            <a:chExt cx="609602" cy="3352800"/>
          </a:xfrm>
        </p:grpSpPr>
        <p:sp>
          <p:nvSpPr>
            <p:cNvPr id="59" name="Flowchart: Manual Input 58"/>
            <p:cNvSpPr/>
            <p:nvPr/>
          </p:nvSpPr>
          <p:spPr bwMode="auto">
            <a:xfrm>
              <a:off x="1447799" y="1047750"/>
              <a:ext cx="609602" cy="2514600"/>
            </a:xfrm>
            <a:prstGeom prst="flowChartManualInput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60" name="Flowchart: Manual Input 59"/>
            <p:cNvSpPr/>
            <p:nvPr/>
          </p:nvSpPr>
          <p:spPr bwMode="auto">
            <a:xfrm rot="10800000">
              <a:off x="1447799" y="1885950"/>
              <a:ext cx="609602" cy="2514600"/>
            </a:xfrm>
            <a:prstGeom prst="flowChartManualInput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62" name="Rectangle 61"/>
          <p:cNvSpPr/>
          <p:nvPr/>
        </p:nvSpPr>
        <p:spPr bwMode="auto">
          <a:xfrm rot="10800000" flipH="1" flipV="1">
            <a:off x="4165600" y="2839305"/>
            <a:ext cx="711200" cy="44667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grpSp>
        <p:nvGrpSpPr>
          <p:cNvPr id="4" name="Group 63"/>
          <p:cNvGrpSpPr/>
          <p:nvPr/>
        </p:nvGrpSpPr>
        <p:grpSpPr>
          <a:xfrm rot="16200000">
            <a:off x="5872661" y="1578916"/>
            <a:ext cx="446675" cy="3860800"/>
            <a:chOff x="1447799" y="1047750"/>
            <a:chExt cx="609602" cy="3352800"/>
          </a:xfrm>
          <a:solidFill>
            <a:schemeClr val="accent2"/>
          </a:solidFill>
        </p:grpSpPr>
        <p:sp>
          <p:nvSpPr>
            <p:cNvPr id="65" name="Flowchart: Manual Input 64"/>
            <p:cNvSpPr/>
            <p:nvPr/>
          </p:nvSpPr>
          <p:spPr bwMode="auto">
            <a:xfrm>
              <a:off x="1447799" y="1047750"/>
              <a:ext cx="609602" cy="2514600"/>
            </a:xfrm>
            <a:prstGeom prst="flowChartManualInpu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68" name="Flowchart: Manual Input 67"/>
            <p:cNvSpPr/>
            <p:nvPr/>
          </p:nvSpPr>
          <p:spPr bwMode="auto">
            <a:xfrm rot="10800000">
              <a:off x="1447799" y="1885950"/>
              <a:ext cx="609602" cy="2514600"/>
            </a:xfrm>
            <a:prstGeom prst="flowChartManualInpu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69" name="Rectangle 68"/>
          <p:cNvSpPr/>
          <p:nvPr/>
        </p:nvSpPr>
        <p:spPr bwMode="auto">
          <a:xfrm rot="10800000" flipH="1" flipV="1">
            <a:off x="7315201" y="3731288"/>
            <a:ext cx="711200" cy="44667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grpSp>
        <p:nvGrpSpPr>
          <p:cNvPr id="5" name="Group 70"/>
          <p:cNvGrpSpPr/>
          <p:nvPr/>
        </p:nvGrpSpPr>
        <p:grpSpPr>
          <a:xfrm rot="16200000" flipH="1">
            <a:off x="5872661" y="2470897"/>
            <a:ext cx="446675" cy="3860800"/>
            <a:chOff x="1447799" y="1047750"/>
            <a:chExt cx="609602" cy="3352800"/>
          </a:xfrm>
          <a:solidFill>
            <a:schemeClr val="accent2"/>
          </a:solidFill>
        </p:grpSpPr>
        <p:sp>
          <p:nvSpPr>
            <p:cNvPr id="73" name="Flowchart: Manual Input 72"/>
            <p:cNvSpPr/>
            <p:nvPr/>
          </p:nvSpPr>
          <p:spPr bwMode="auto">
            <a:xfrm>
              <a:off x="1447799" y="1047750"/>
              <a:ext cx="609602" cy="2514600"/>
            </a:xfrm>
            <a:prstGeom prst="flowChartManualInpu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74" name="Flowchart: Manual Input 73"/>
            <p:cNvSpPr/>
            <p:nvPr/>
          </p:nvSpPr>
          <p:spPr bwMode="auto">
            <a:xfrm rot="10800000">
              <a:off x="1447799" y="1885950"/>
              <a:ext cx="609602" cy="2514600"/>
            </a:xfrm>
            <a:prstGeom prst="flowChartManualInpu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77" name="Rectangle 76"/>
          <p:cNvSpPr/>
          <p:nvPr/>
        </p:nvSpPr>
        <p:spPr bwMode="auto">
          <a:xfrm rot="10800000" flipH="1" flipV="1">
            <a:off x="4165600" y="4624635"/>
            <a:ext cx="711200" cy="44667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grpSp>
        <p:nvGrpSpPr>
          <p:cNvPr id="6" name="Group 77"/>
          <p:cNvGrpSpPr/>
          <p:nvPr/>
        </p:nvGrpSpPr>
        <p:grpSpPr>
          <a:xfrm rot="16200000">
            <a:off x="5872661" y="3364245"/>
            <a:ext cx="446675" cy="3860800"/>
            <a:chOff x="1447799" y="1047750"/>
            <a:chExt cx="609602" cy="3352800"/>
          </a:xfrm>
          <a:solidFill>
            <a:schemeClr val="accent3"/>
          </a:solidFill>
        </p:grpSpPr>
        <p:sp>
          <p:nvSpPr>
            <p:cNvPr id="79" name="Flowchart: Manual Input 78"/>
            <p:cNvSpPr/>
            <p:nvPr/>
          </p:nvSpPr>
          <p:spPr bwMode="auto">
            <a:xfrm>
              <a:off x="1447799" y="1047750"/>
              <a:ext cx="609602" cy="2514600"/>
            </a:xfrm>
            <a:prstGeom prst="flowChartManualInpu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80" name="Flowchart: Manual Input 79"/>
            <p:cNvSpPr/>
            <p:nvPr/>
          </p:nvSpPr>
          <p:spPr bwMode="auto">
            <a:xfrm rot="10800000">
              <a:off x="1447799" y="1885950"/>
              <a:ext cx="609602" cy="2514600"/>
            </a:xfrm>
            <a:prstGeom prst="flowChartManualInpu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81" name="Rectangle 80"/>
          <p:cNvSpPr/>
          <p:nvPr/>
        </p:nvSpPr>
        <p:spPr bwMode="auto">
          <a:xfrm rot="10800000" flipH="1" flipV="1">
            <a:off x="7315201" y="5517983"/>
            <a:ext cx="711200" cy="44667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grpSp>
        <p:nvGrpSpPr>
          <p:cNvPr id="9" name="Group 82"/>
          <p:cNvGrpSpPr/>
          <p:nvPr/>
        </p:nvGrpSpPr>
        <p:grpSpPr>
          <a:xfrm rot="16200000" flipH="1">
            <a:off x="5872661" y="4257593"/>
            <a:ext cx="446675" cy="3860800"/>
            <a:chOff x="1447799" y="1047750"/>
            <a:chExt cx="609602" cy="3352800"/>
          </a:xfrm>
          <a:solidFill>
            <a:schemeClr val="accent3"/>
          </a:solidFill>
        </p:grpSpPr>
        <p:sp>
          <p:nvSpPr>
            <p:cNvPr id="84" name="Flowchart: Manual Input 83"/>
            <p:cNvSpPr/>
            <p:nvPr/>
          </p:nvSpPr>
          <p:spPr bwMode="auto">
            <a:xfrm>
              <a:off x="1447799" y="1047750"/>
              <a:ext cx="609602" cy="2514600"/>
            </a:xfrm>
            <a:prstGeom prst="flowChartManualInpu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85" name="Flowchart: Manual Input 84"/>
            <p:cNvSpPr/>
            <p:nvPr/>
          </p:nvSpPr>
          <p:spPr bwMode="auto">
            <a:xfrm rot="10800000">
              <a:off x="1447799" y="1885950"/>
              <a:ext cx="609602" cy="2514600"/>
            </a:xfrm>
            <a:prstGeom prst="flowChartManualInpu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sp>
        <p:nvSpPr>
          <p:cNvPr id="86" name="Rectangle 85"/>
          <p:cNvSpPr/>
          <p:nvPr/>
        </p:nvSpPr>
        <p:spPr bwMode="auto">
          <a:xfrm rot="10800000" flipH="1" flipV="1">
            <a:off x="4165600" y="6411329"/>
            <a:ext cx="711200" cy="44667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945511" y="1595894"/>
            <a:ext cx="1115690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zh-CN" sz="16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Title Preset</a:t>
            </a:r>
            <a:endParaRPr lang="en-US" sz="1600" dirty="0">
              <a:solidFill>
                <a:schemeClr val="bg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56" name="Text Placeholder 3"/>
          <p:cNvSpPr txBox="1">
            <a:spLocks/>
          </p:cNvSpPr>
          <p:nvPr/>
        </p:nvSpPr>
        <p:spPr>
          <a:xfrm>
            <a:off x="4736244" y="1525790"/>
            <a:ext cx="577081" cy="369332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40">
              <a:spcBef>
                <a:spcPct val="2000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5511" y="2485396"/>
            <a:ext cx="1115690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zh-CN" sz="16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Title Preset</a:t>
            </a:r>
            <a:endParaRPr lang="en-US" sz="1600" dirty="0">
              <a:solidFill>
                <a:schemeClr val="bg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61" name="Text Placeholder 3"/>
          <p:cNvSpPr txBox="1">
            <a:spLocks/>
          </p:cNvSpPr>
          <p:nvPr/>
        </p:nvSpPr>
        <p:spPr>
          <a:xfrm>
            <a:off x="4736244" y="2415291"/>
            <a:ext cx="577081" cy="369332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40">
              <a:spcBef>
                <a:spcPct val="2000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02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945511" y="3407727"/>
            <a:ext cx="1115690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zh-CN" sz="16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Title Preset</a:t>
            </a:r>
            <a:endParaRPr lang="en-US" sz="1600" dirty="0">
              <a:solidFill>
                <a:schemeClr val="bg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126" name="Text Placeholder 3"/>
          <p:cNvSpPr txBox="1">
            <a:spLocks/>
          </p:cNvSpPr>
          <p:nvPr/>
        </p:nvSpPr>
        <p:spPr>
          <a:xfrm>
            <a:off x="4736244" y="3337623"/>
            <a:ext cx="577081" cy="369332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40">
              <a:spcBef>
                <a:spcPct val="2000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03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945511" y="4297230"/>
            <a:ext cx="1115690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zh-CN" sz="16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Title Preset</a:t>
            </a:r>
            <a:endParaRPr lang="en-US" sz="1600" dirty="0">
              <a:solidFill>
                <a:schemeClr val="bg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128" name="Text Placeholder 3"/>
          <p:cNvSpPr txBox="1">
            <a:spLocks/>
          </p:cNvSpPr>
          <p:nvPr/>
        </p:nvSpPr>
        <p:spPr>
          <a:xfrm>
            <a:off x="4736244" y="4227126"/>
            <a:ext cx="577081" cy="369332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40">
              <a:spcBef>
                <a:spcPct val="2000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04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945511" y="5166979"/>
            <a:ext cx="1115690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zh-CN" sz="16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Title Preset</a:t>
            </a:r>
            <a:endParaRPr lang="en-US" sz="1600" dirty="0">
              <a:solidFill>
                <a:schemeClr val="bg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130" name="Text Placeholder 3"/>
          <p:cNvSpPr txBox="1">
            <a:spLocks/>
          </p:cNvSpPr>
          <p:nvPr/>
        </p:nvSpPr>
        <p:spPr>
          <a:xfrm>
            <a:off x="4736244" y="5096875"/>
            <a:ext cx="577081" cy="369332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40">
              <a:spcBef>
                <a:spcPct val="2000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05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945511" y="6056482"/>
            <a:ext cx="1115690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zh-CN" sz="16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Title Preset</a:t>
            </a:r>
            <a:endParaRPr lang="en-US" sz="1600" dirty="0">
              <a:solidFill>
                <a:schemeClr val="bg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132" name="Text Placeholder 3"/>
          <p:cNvSpPr txBox="1">
            <a:spLocks/>
          </p:cNvSpPr>
          <p:nvPr/>
        </p:nvSpPr>
        <p:spPr>
          <a:xfrm>
            <a:off x="4736244" y="5986378"/>
            <a:ext cx="577081" cy="369332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19140">
              <a:spcBef>
                <a:spcPct val="2000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06</a:t>
            </a:r>
          </a:p>
        </p:txBody>
      </p:sp>
      <p:grpSp>
        <p:nvGrpSpPr>
          <p:cNvPr id="133" name="Group 22"/>
          <p:cNvGrpSpPr/>
          <p:nvPr/>
        </p:nvGrpSpPr>
        <p:grpSpPr>
          <a:xfrm>
            <a:off x="957122" y="2558548"/>
            <a:ext cx="3049455" cy="645238"/>
            <a:chOff x="844734" y="1923739"/>
            <a:chExt cx="2287091" cy="483927"/>
          </a:xfrm>
        </p:grpSpPr>
        <p:sp>
          <p:nvSpPr>
            <p:cNvPr id="134" name="Footer Text"/>
            <p:cNvSpPr txBox="1"/>
            <p:nvPr/>
          </p:nvSpPr>
          <p:spPr>
            <a:xfrm>
              <a:off x="844734" y="2099986"/>
              <a:ext cx="2287091" cy="3076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zh-CN" sz="1333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This is a placeholder. You can key in or paste your texts here. </a:t>
              </a:r>
              <a:endParaRPr lang="en-US" sz="1333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2295058" y="1923739"/>
              <a:ext cx="836767" cy="1846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/>
              <a:r>
                <a:rPr lang="en-US" altLang="zh-CN" sz="1600" dirty="0">
                  <a:solidFill>
                    <a:schemeClr val="accent1"/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Title Preset</a:t>
              </a:r>
              <a:endParaRPr lang="en-US" sz="16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136" name="Group 25"/>
          <p:cNvGrpSpPr/>
          <p:nvPr/>
        </p:nvGrpSpPr>
        <p:grpSpPr>
          <a:xfrm>
            <a:off x="983626" y="4418356"/>
            <a:ext cx="3049455" cy="645238"/>
            <a:chOff x="844734" y="1923739"/>
            <a:chExt cx="2287091" cy="483927"/>
          </a:xfrm>
        </p:grpSpPr>
        <p:sp>
          <p:nvSpPr>
            <p:cNvPr id="137" name="Footer Text"/>
            <p:cNvSpPr txBox="1"/>
            <p:nvPr/>
          </p:nvSpPr>
          <p:spPr>
            <a:xfrm>
              <a:off x="844734" y="2099986"/>
              <a:ext cx="2287091" cy="3076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zh-CN" sz="1333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This is a placeholder. You can key in or paste your texts here. </a:t>
              </a:r>
              <a:endParaRPr lang="en-US" sz="1333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295058" y="1923739"/>
              <a:ext cx="836767" cy="1846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/>
              <a:r>
                <a:rPr lang="en-US" altLang="zh-CN" sz="1600" dirty="0">
                  <a:solidFill>
                    <a:schemeClr val="accent2"/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Title Preset</a:t>
              </a:r>
              <a:endParaRPr lang="en-US" sz="1600" dirty="0">
                <a:solidFill>
                  <a:schemeClr val="accent2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139" name="Group 32"/>
          <p:cNvGrpSpPr/>
          <p:nvPr/>
        </p:nvGrpSpPr>
        <p:grpSpPr>
          <a:xfrm>
            <a:off x="8185427" y="1662160"/>
            <a:ext cx="3049455" cy="645238"/>
            <a:chOff x="844734" y="1923739"/>
            <a:chExt cx="2287091" cy="483927"/>
          </a:xfrm>
        </p:grpSpPr>
        <p:sp>
          <p:nvSpPr>
            <p:cNvPr id="140" name="Footer Text"/>
            <p:cNvSpPr txBox="1"/>
            <p:nvPr/>
          </p:nvSpPr>
          <p:spPr>
            <a:xfrm>
              <a:off x="844734" y="2099986"/>
              <a:ext cx="2287091" cy="3076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33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This is a placeholder. You can key in or paste your texts here. </a:t>
              </a:r>
              <a:endParaRPr lang="en-US" sz="1333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844734" y="1923739"/>
              <a:ext cx="836767" cy="1846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zh-CN" sz="1600" dirty="0">
                  <a:solidFill>
                    <a:schemeClr val="accent1"/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Title Preset</a:t>
              </a:r>
              <a:endParaRPr lang="en-US" sz="16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142" name="Group 35"/>
          <p:cNvGrpSpPr/>
          <p:nvPr/>
        </p:nvGrpSpPr>
        <p:grpSpPr>
          <a:xfrm>
            <a:off x="8172175" y="3486440"/>
            <a:ext cx="3049455" cy="645238"/>
            <a:chOff x="844734" y="1923739"/>
            <a:chExt cx="2287091" cy="483927"/>
          </a:xfrm>
        </p:grpSpPr>
        <p:sp>
          <p:nvSpPr>
            <p:cNvPr id="143" name="Footer Text"/>
            <p:cNvSpPr txBox="1"/>
            <p:nvPr/>
          </p:nvSpPr>
          <p:spPr>
            <a:xfrm>
              <a:off x="844734" y="2099986"/>
              <a:ext cx="2287091" cy="3076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33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This is a placeholder. You can key in or paste your texts here. </a:t>
              </a:r>
              <a:endParaRPr lang="en-US" sz="1333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844734" y="1923739"/>
              <a:ext cx="836767" cy="1846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zh-CN" sz="1600" dirty="0">
                  <a:solidFill>
                    <a:schemeClr val="accent2"/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Title Preset</a:t>
              </a:r>
              <a:endParaRPr lang="en-US" sz="1600" dirty="0">
                <a:solidFill>
                  <a:schemeClr val="accent2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145" name="Group 35"/>
          <p:cNvGrpSpPr/>
          <p:nvPr/>
        </p:nvGrpSpPr>
        <p:grpSpPr>
          <a:xfrm>
            <a:off x="8172175" y="5268905"/>
            <a:ext cx="3049455" cy="645238"/>
            <a:chOff x="844734" y="1923739"/>
            <a:chExt cx="2287091" cy="483927"/>
          </a:xfrm>
        </p:grpSpPr>
        <p:sp>
          <p:nvSpPr>
            <p:cNvPr id="146" name="Footer Text"/>
            <p:cNvSpPr txBox="1"/>
            <p:nvPr/>
          </p:nvSpPr>
          <p:spPr>
            <a:xfrm>
              <a:off x="844734" y="2099986"/>
              <a:ext cx="2287091" cy="3076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33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This is a placeholder. You can key in or paste your texts here. </a:t>
              </a:r>
              <a:endParaRPr lang="en-US" sz="1333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844734" y="1923739"/>
              <a:ext cx="836767" cy="1846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zh-CN" sz="1600" dirty="0">
                  <a:solidFill>
                    <a:schemeClr val="accent3"/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Title Preset</a:t>
              </a:r>
              <a:endParaRPr lang="en-US" sz="1600" dirty="0">
                <a:solidFill>
                  <a:schemeClr val="accent3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9D1B1A41-C4B2-4DAF-9937-92832062E1D0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79AA3507-2AE3-4EF7-A05B-158707441631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9DE4CB28-F455-4445-AEDE-BE95613AC758}"/>
              </a:ext>
            </a:extLst>
          </p:cNvPr>
          <p:cNvSpPr txBox="1"/>
          <p:nvPr/>
        </p:nvSpPr>
        <p:spPr>
          <a:xfrm>
            <a:off x="4799613" y="105165"/>
            <a:ext cx="313401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5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Title Here</a:t>
            </a:r>
            <a:endParaRPr lang="zh-CN" altLang="en-US" sz="4500" dirty="0">
              <a:solidFill>
                <a:schemeClr val="accent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1888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:wipe/>
      </p:transition>
    </mc:Choice>
    <mc:Fallback xmlns="">
      <p:transition spd="slow" advTm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0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500"/>
                            </p:stCondLst>
                            <p:childTnLst>
                              <p:par>
                                <p:cTn id="8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500"/>
                            </p:stCondLst>
                            <p:childTnLst>
                              <p:par>
                                <p:cTn id="9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10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2500"/>
                            </p:stCondLst>
                            <p:childTnLst>
                              <p:par>
                                <p:cTn id="1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35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4000"/>
                            </p:stCondLst>
                            <p:childTnLst>
                              <p:par>
                                <p:cTn id="1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62" grpId="0" animBg="1"/>
      <p:bldP spid="69" grpId="0" animBg="1"/>
      <p:bldP spid="77" grpId="0" animBg="1"/>
      <p:bldP spid="81" grpId="0" animBg="1"/>
      <p:bldP spid="86" grpId="0" animBg="1"/>
      <p:bldP spid="55" grpId="0"/>
      <p:bldP spid="56" grpId="0"/>
      <p:bldP spid="58" grpId="0"/>
      <p:bldP spid="61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6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86" name="组合 10685"/>
          <p:cNvGrpSpPr/>
          <p:nvPr/>
        </p:nvGrpSpPr>
        <p:grpSpPr>
          <a:xfrm>
            <a:off x="548456" y="1643065"/>
            <a:ext cx="5664200" cy="4343401"/>
            <a:chOff x="548456" y="1643063"/>
            <a:chExt cx="5664200" cy="4343401"/>
          </a:xfrm>
        </p:grpSpPr>
        <p:sp>
          <p:nvSpPr>
            <p:cNvPr id="10486" name="Freeform 764"/>
            <p:cNvSpPr>
              <a:spLocks/>
            </p:cNvSpPr>
            <p:nvPr/>
          </p:nvSpPr>
          <p:spPr bwMode="auto">
            <a:xfrm>
              <a:off x="4731519" y="2593976"/>
              <a:ext cx="760413" cy="1579563"/>
            </a:xfrm>
            <a:custGeom>
              <a:avLst/>
              <a:gdLst>
                <a:gd name="T0" fmla="*/ 133 w 173"/>
                <a:gd name="T1" fmla="*/ 0 h 359"/>
                <a:gd name="T2" fmla="*/ 40 w 173"/>
                <a:gd name="T3" fmla="*/ 0 h 359"/>
                <a:gd name="T4" fmla="*/ 0 w 173"/>
                <a:gd name="T5" fmla="*/ 40 h 359"/>
                <a:gd name="T6" fmla="*/ 0 w 173"/>
                <a:gd name="T7" fmla="*/ 160 h 359"/>
                <a:gd name="T8" fmla="*/ 14 w 173"/>
                <a:gd name="T9" fmla="*/ 173 h 359"/>
                <a:gd name="T10" fmla="*/ 27 w 173"/>
                <a:gd name="T11" fmla="*/ 160 h 359"/>
                <a:gd name="T12" fmla="*/ 27 w 173"/>
                <a:gd name="T13" fmla="*/ 67 h 359"/>
                <a:gd name="T14" fmla="*/ 40 w 173"/>
                <a:gd name="T15" fmla="*/ 67 h 359"/>
                <a:gd name="T16" fmla="*/ 40 w 173"/>
                <a:gd name="T17" fmla="*/ 179 h 359"/>
                <a:gd name="T18" fmla="*/ 40 w 173"/>
                <a:gd name="T19" fmla="*/ 199 h 359"/>
                <a:gd name="T20" fmla="*/ 40 w 173"/>
                <a:gd name="T21" fmla="*/ 339 h 359"/>
                <a:gd name="T22" fmla="*/ 59 w 173"/>
                <a:gd name="T23" fmla="*/ 359 h 359"/>
                <a:gd name="T24" fmla="*/ 61 w 173"/>
                <a:gd name="T25" fmla="*/ 359 h 359"/>
                <a:gd name="T26" fmla="*/ 80 w 173"/>
                <a:gd name="T27" fmla="*/ 339 h 359"/>
                <a:gd name="T28" fmla="*/ 80 w 173"/>
                <a:gd name="T29" fmla="*/ 199 h 359"/>
                <a:gd name="T30" fmla="*/ 93 w 173"/>
                <a:gd name="T31" fmla="*/ 199 h 359"/>
                <a:gd name="T32" fmla="*/ 93 w 173"/>
                <a:gd name="T33" fmla="*/ 339 h 359"/>
                <a:gd name="T34" fmla="*/ 112 w 173"/>
                <a:gd name="T35" fmla="*/ 359 h 359"/>
                <a:gd name="T36" fmla="*/ 114 w 173"/>
                <a:gd name="T37" fmla="*/ 359 h 359"/>
                <a:gd name="T38" fmla="*/ 133 w 173"/>
                <a:gd name="T39" fmla="*/ 339 h 359"/>
                <a:gd name="T40" fmla="*/ 133 w 173"/>
                <a:gd name="T41" fmla="*/ 199 h 359"/>
                <a:gd name="T42" fmla="*/ 133 w 173"/>
                <a:gd name="T43" fmla="*/ 179 h 359"/>
                <a:gd name="T44" fmla="*/ 133 w 173"/>
                <a:gd name="T45" fmla="*/ 67 h 359"/>
                <a:gd name="T46" fmla="*/ 146 w 173"/>
                <a:gd name="T47" fmla="*/ 67 h 359"/>
                <a:gd name="T48" fmla="*/ 146 w 173"/>
                <a:gd name="T49" fmla="*/ 160 h 359"/>
                <a:gd name="T50" fmla="*/ 160 w 173"/>
                <a:gd name="T51" fmla="*/ 173 h 359"/>
                <a:gd name="T52" fmla="*/ 173 w 173"/>
                <a:gd name="T53" fmla="*/ 160 h 359"/>
                <a:gd name="T54" fmla="*/ 173 w 173"/>
                <a:gd name="T55" fmla="*/ 40 h 359"/>
                <a:gd name="T56" fmla="*/ 133 w 173"/>
                <a:gd name="T57" fmla="*/ 0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3" h="359">
                  <a:moveTo>
                    <a:pt x="133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4" y="0"/>
                    <a:pt x="0" y="14"/>
                    <a:pt x="0" y="4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67"/>
                    <a:pt x="6" y="173"/>
                    <a:pt x="14" y="173"/>
                  </a:cubicBezTo>
                  <a:cubicBezTo>
                    <a:pt x="21" y="173"/>
                    <a:pt x="27" y="167"/>
                    <a:pt x="27" y="160"/>
                  </a:cubicBezTo>
                  <a:cubicBezTo>
                    <a:pt x="27" y="160"/>
                    <a:pt x="27" y="80"/>
                    <a:pt x="27" y="67"/>
                  </a:cubicBezTo>
                  <a:cubicBezTo>
                    <a:pt x="27" y="53"/>
                    <a:pt x="40" y="53"/>
                    <a:pt x="40" y="67"/>
                  </a:cubicBezTo>
                  <a:cubicBezTo>
                    <a:pt x="40" y="76"/>
                    <a:pt x="40" y="144"/>
                    <a:pt x="40" y="179"/>
                  </a:cubicBezTo>
                  <a:cubicBezTo>
                    <a:pt x="40" y="199"/>
                    <a:pt x="40" y="199"/>
                    <a:pt x="40" y="199"/>
                  </a:cubicBezTo>
                  <a:cubicBezTo>
                    <a:pt x="40" y="339"/>
                    <a:pt x="40" y="339"/>
                    <a:pt x="40" y="339"/>
                  </a:cubicBezTo>
                  <a:cubicBezTo>
                    <a:pt x="40" y="350"/>
                    <a:pt x="49" y="359"/>
                    <a:pt x="59" y="359"/>
                  </a:cubicBezTo>
                  <a:cubicBezTo>
                    <a:pt x="61" y="359"/>
                    <a:pt x="61" y="359"/>
                    <a:pt x="61" y="359"/>
                  </a:cubicBezTo>
                  <a:cubicBezTo>
                    <a:pt x="71" y="359"/>
                    <a:pt x="80" y="350"/>
                    <a:pt x="80" y="339"/>
                  </a:cubicBezTo>
                  <a:cubicBezTo>
                    <a:pt x="80" y="339"/>
                    <a:pt x="80" y="213"/>
                    <a:pt x="80" y="199"/>
                  </a:cubicBezTo>
                  <a:cubicBezTo>
                    <a:pt x="80" y="186"/>
                    <a:pt x="93" y="186"/>
                    <a:pt x="93" y="199"/>
                  </a:cubicBezTo>
                  <a:cubicBezTo>
                    <a:pt x="93" y="213"/>
                    <a:pt x="93" y="339"/>
                    <a:pt x="93" y="339"/>
                  </a:cubicBezTo>
                  <a:cubicBezTo>
                    <a:pt x="93" y="350"/>
                    <a:pt x="102" y="359"/>
                    <a:pt x="112" y="359"/>
                  </a:cubicBezTo>
                  <a:cubicBezTo>
                    <a:pt x="114" y="359"/>
                    <a:pt x="114" y="359"/>
                    <a:pt x="114" y="359"/>
                  </a:cubicBezTo>
                  <a:cubicBezTo>
                    <a:pt x="124" y="359"/>
                    <a:pt x="133" y="350"/>
                    <a:pt x="133" y="339"/>
                  </a:cubicBezTo>
                  <a:cubicBezTo>
                    <a:pt x="133" y="199"/>
                    <a:pt x="133" y="199"/>
                    <a:pt x="133" y="199"/>
                  </a:cubicBezTo>
                  <a:cubicBezTo>
                    <a:pt x="133" y="179"/>
                    <a:pt x="133" y="179"/>
                    <a:pt x="133" y="179"/>
                  </a:cubicBezTo>
                  <a:cubicBezTo>
                    <a:pt x="133" y="144"/>
                    <a:pt x="133" y="76"/>
                    <a:pt x="133" y="67"/>
                  </a:cubicBezTo>
                  <a:cubicBezTo>
                    <a:pt x="133" y="53"/>
                    <a:pt x="146" y="53"/>
                    <a:pt x="146" y="67"/>
                  </a:cubicBezTo>
                  <a:cubicBezTo>
                    <a:pt x="146" y="80"/>
                    <a:pt x="146" y="160"/>
                    <a:pt x="146" y="160"/>
                  </a:cubicBezTo>
                  <a:cubicBezTo>
                    <a:pt x="146" y="167"/>
                    <a:pt x="152" y="173"/>
                    <a:pt x="160" y="173"/>
                  </a:cubicBezTo>
                  <a:cubicBezTo>
                    <a:pt x="167" y="173"/>
                    <a:pt x="173" y="167"/>
                    <a:pt x="173" y="160"/>
                  </a:cubicBezTo>
                  <a:cubicBezTo>
                    <a:pt x="173" y="40"/>
                    <a:pt x="173" y="40"/>
                    <a:pt x="173" y="40"/>
                  </a:cubicBezTo>
                  <a:cubicBezTo>
                    <a:pt x="173" y="14"/>
                    <a:pt x="160" y="0"/>
                    <a:pt x="1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487" name="Oval 765"/>
            <p:cNvSpPr>
              <a:spLocks noChangeArrowheads="1"/>
            </p:cNvSpPr>
            <p:nvPr/>
          </p:nvSpPr>
          <p:spPr bwMode="auto">
            <a:xfrm>
              <a:off x="4964881" y="2184401"/>
              <a:ext cx="293688" cy="29368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488" name="Freeform 766"/>
            <p:cNvSpPr>
              <a:spLocks/>
            </p:cNvSpPr>
            <p:nvPr/>
          </p:nvSpPr>
          <p:spPr bwMode="auto">
            <a:xfrm>
              <a:off x="605606" y="2589213"/>
              <a:ext cx="1225550" cy="1579563"/>
            </a:xfrm>
            <a:custGeom>
              <a:avLst/>
              <a:gdLst>
                <a:gd name="T0" fmla="*/ 133 w 279"/>
                <a:gd name="T1" fmla="*/ 0 h 359"/>
                <a:gd name="T2" fmla="*/ 40 w 279"/>
                <a:gd name="T3" fmla="*/ 0 h 359"/>
                <a:gd name="T4" fmla="*/ 0 w 279"/>
                <a:gd name="T5" fmla="*/ 40 h 359"/>
                <a:gd name="T6" fmla="*/ 0 w 279"/>
                <a:gd name="T7" fmla="*/ 159 h 359"/>
                <a:gd name="T8" fmla="*/ 13 w 279"/>
                <a:gd name="T9" fmla="*/ 173 h 359"/>
                <a:gd name="T10" fmla="*/ 27 w 279"/>
                <a:gd name="T11" fmla="*/ 159 h 359"/>
                <a:gd name="T12" fmla="*/ 27 w 279"/>
                <a:gd name="T13" fmla="*/ 53 h 359"/>
                <a:gd name="T14" fmla="*/ 40 w 279"/>
                <a:gd name="T15" fmla="*/ 53 h 359"/>
                <a:gd name="T16" fmla="*/ 40 w 279"/>
                <a:gd name="T17" fmla="*/ 179 h 359"/>
                <a:gd name="T18" fmla="*/ 40 w 279"/>
                <a:gd name="T19" fmla="*/ 199 h 359"/>
                <a:gd name="T20" fmla="*/ 40 w 279"/>
                <a:gd name="T21" fmla="*/ 339 h 359"/>
                <a:gd name="T22" fmla="*/ 59 w 279"/>
                <a:gd name="T23" fmla="*/ 359 h 359"/>
                <a:gd name="T24" fmla="*/ 61 w 279"/>
                <a:gd name="T25" fmla="*/ 359 h 359"/>
                <a:gd name="T26" fmla="*/ 80 w 279"/>
                <a:gd name="T27" fmla="*/ 339 h 359"/>
                <a:gd name="T28" fmla="*/ 80 w 279"/>
                <a:gd name="T29" fmla="*/ 199 h 359"/>
                <a:gd name="T30" fmla="*/ 93 w 279"/>
                <a:gd name="T31" fmla="*/ 199 h 359"/>
                <a:gd name="T32" fmla="*/ 93 w 279"/>
                <a:gd name="T33" fmla="*/ 339 h 359"/>
                <a:gd name="T34" fmla="*/ 112 w 279"/>
                <a:gd name="T35" fmla="*/ 359 h 359"/>
                <a:gd name="T36" fmla="*/ 114 w 279"/>
                <a:gd name="T37" fmla="*/ 359 h 359"/>
                <a:gd name="T38" fmla="*/ 133 w 279"/>
                <a:gd name="T39" fmla="*/ 339 h 359"/>
                <a:gd name="T40" fmla="*/ 133 w 279"/>
                <a:gd name="T41" fmla="*/ 199 h 359"/>
                <a:gd name="T42" fmla="*/ 133 w 279"/>
                <a:gd name="T43" fmla="*/ 179 h 359"/>
                <a:gd name="T44" fmla="*/ 133 w 279"/>
                <a:gd name="T45" fmla="*/ 40 h 359"/>
                <a:gd name="T46" fmla="*/ 266 w 279"/>
                <a:gd name="T47" fmla="*/ 27 h 359"/>
                <a:gd name="T48" fmla="*/ 279 w 279"/>
                <a:gd name="T49" fmla="*/ 13 h 359"/>
                <a:gd name="T50" fmla="*/ 266 w 279"/>
                <a:gd name="T51" fmla="*/ 0 h 359"/>
                <a:gd name="T52" fmla="*/ 133 w 279"/>
                <a:gd name="T53" fmla="*/ 0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79" h="359">
                  <a:moveTo>
                    <a:pt x="133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3" y="0"/>
                    <a:pt x="0" y="13"/>
                    <a:pt x="0" y="40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67"/>
                    <a:pt x="6" y="173"/>
                    <a:pt x="13" y="173"/>
                  </a:cubicBezTo>
                  <a:cubicBezTo>
                    <a:pt x="21" y="173"/>
                    <a:pt x="27" y="167"/>
                    <a:pt x="27" y="159"/>
                  </a:cubicBezTo>
                  <a:cubicBezTo>
                    <a:pt x="27" y="159"/>
                    <a:pt x="27" y="66"/>
                    <a:pt x="27" y="53"/>
                  </a:cubicBezTo>
                  <a:cubicBezTo>
                    <a:pt x="27" y="40"/>
                    <a:pt x="40" y="40"/>
                    <a:pt x="40" y="53"/>
                  </a:cubicBezTo>
                  <a:cubicBezTo>
                    <a:pt x="40" y="63"/>
                    <a:pt x="40" y="144"/>
                    <a:pt x="40" y="179"/>
                  </a:cubicBezTo>
                  <a:cubicBezTo>
                    <a:pt x="40" y="199"/>
                    <a:pt x="40" y="199"/>
                    <a:pt x="40" y="199"/>
                  </a:cubicBezTo>
                  <a:cubicBezTo>
                    <a:pt x="40" y="339"/>
                    <a:pt x="40" y="339"/>
                    <a:pt x="40" y="339"/>
                  </a:cubicBezTo>
                  <a:cubicBezTo>
                    <a:pt x="40" y="350"/>
                    <a:pt x="49" y="359"/>
                    <a:pt x="59" y="359"/>
                  </a:cubicBezTo>
                  <a:cubicBezTo>
                    <a:pt x="61" y="359"/>
                    <a:pt x="61" y="359"/>
                    <a:pt x="61" y="359"/>
                  </a:cubicBezTo>
                  <a:cubicBezTo>
                    <a:pt x="71" y="359"/>
                    <a:pt x="80" y="350"/>
                    <a:pt x="80" y="339"/>
                  </a:cubicBezTo>
                  <a:cubicBezTo>
                    <a:pt x="80" y="339"/>
                    <a:pt x="80" y="212"/>
                    <a:pt x="80" y="199"/>
                  </a:cubicBezTo>
                  <a:cubicBezTo>
                    <a:pt x="80" y="186"/>
                    <a:pt x="93" y="186"/>
                    <a:pt x="93" y="199"/>
                  </a:cubicBezTo>
                  <a:cubicBezTo>
                    <a:pt x="93" y="212"/>
                    <a:pt x="93" y="339"/>
                    <a:pt x="93" y="339"/>
                  </a:cubicBezTo>
                  <a:cubicBezTo>
                    <a:pt x="93" y="350"/>
                    <a:pt x="102" y="359"/>
                    <a:pt x="112" y="359"/>
                  </a:cubicBezTo>
                  <a:cubicBezTo>
                    <a:pt x="114" y="359"/>
                    <a:pt x="114" y="359"/>
                    <a:pt x="114" y="359"/>
                  </a:cubicBezTo>
                  <a:cubicBezTo>
                    <a:pt x="124" y="359"/>
                    <a:pt x="133" y="350"/>
                    <a:pt x="133" y="339"/>
                  </a:cubicBezTo>
                  <a:cubicBezTo>
                    <a:pt x="133" y="199"/>
                    <a:pt x="133" y="199"/>
                    <a:pt x="133" y="199"/>
                  </a:cubicBezTo>
                  <a:cubicBezTo>
                    <a:pt x="133" y="179"/>
                    <a:pt x="133" y="179"/>
                    <a:pt x="133" y="179"/>
                  </a:cubicBezTo>
                  <a:cubicBezTo>
                    <a:pt x="133" y="144"/>
                    <a:pt x="133" y="50"/>
                    <a:pt x="133" y="40"/>
                  </a:cubicBezTo>
                  <a:cubicBezTo>
                    <a:pt x="133" y="27"/>
                    <a:pt x="252" y="27"/>
                    <a:pt x="266" y="27"/>
                  </a:cubicBezTo>
                  <a:cubicBezTo>
                    <a:pt x="279" y="27"/>
                    <a:pt x="279" y="13"/>
                    <a:pt x="279" y="13"/>
                  </a:cubicBezTo>
                  <a:cubicBezTo>
                    <a:pt x="279" y="13"/>
                    <a:pt x="279" y="0"/>
                    <a:pt x="266" y="0"/>
                  </a:cubicBezTo>
                  <a:cubicBezTo>
                    <a:pt x="252" y="0"/>
                    <a:pt x="159" y="0"/>
                    <a:pt x="1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489" name="Oval 767"/>
            <p:cNvSpPr>
              <a:spLocks noChangeArrowheads="1"/>
            </p:cNvSpPr>
            <p:nvPr/>
          </p:nvSpPr>
          <p:spPr bwMode="auto">
            <a:xfrm>
              <a:off x="838969" y="2179638"/>
              <a:ext cx="293688" cy="29051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597" name="Freeform 875"/>
            <p:cNvSpPr>
              <a:spLocks/>
            </p:cNvSpPr>
            <p:nvPr/>
          </p:nvSpPr>
          <p:spPr bwMode="auto">
            <a:xfrm>
              <a:off x="1242194" y="2303463"/>
              <a:ext cx="123825" cy="246063"/>
            </a:xfrm>
            <a:custGeom>
              <a:avLst/>
              <a:gdLst>
                <a:gd name="T0" fmla="*/ 21 w 28"/>
                <a:gd name="T1" fmla="*/ 0 h 56"/>
                <a:gd name="T2" fmla="*/ 6 w 28"/>
                <a:gd name="T3" fmla="*/ 0 h 56"/>
                <a:gd name="T4" fmla="*/ 0 w 28"/>
                <a:gd name="T5" fmla="*/ 6 h 56"/>
                <a:gd name="T6" fmla="*/ 0 w 28"/>
                <a:gd name="T7" fmla="*/ 25 h 56"/>
                <a:gd name="T8" fmla="*/ 2 w 28"/>
                <a:gd name="T9" fmla="*/ 27 h 56"/>
                <a:gd name="T10" fmla="*/ 4 w 28"/>
                <a:gd name="T11" fmla="*/ 25 h 56"/>
                <a:gd name="T12" fmla="*/ 4 w 28"/>
                <a:gd name="T13" fmla="*/ 10 h 56"/>
                <a:gd name="T14" fmla="*/ 7 w 28"/>
                <a:gd name="T15" fmla="*/ 10 h 56"/>
                <a:gd name="T16" fmla="*/ 7 w 28"/>
                <a:gd name="T17" fmla="*/ 28 h 56"/>
                <a:gd name="T18" fmla="*/ 7 w 28"/>
                <a:gd name="T19" fmla="*/ 31 h 56"/>
                <a:gd name="T20" fmla="*/ 7 w 28"/>
                <a:gd name="T21" fmla="*/ 53 h 56"/>
                <a:gd name="T22" fmla="*/ 9 w 28"/>
                <a:gd name="T23" fmla="*/ 56 h 56"/>
                <a:gd name="T24" fmla="*/ 10 w 28"/>
                <a:gd name="T25" fmla="*/ 56 h 56"/>
                <a:gd name="T26" fmla="*/ 13 w 28"/>
                <a:gd name="T27" fmla="*/ 53 h 56"/>
                <a:gd name="T28" fmla="*/ 13 w 28"/>
                <a:gd name="T29" fmla="*/ 31 h 56"/>
                <a:gd name="T30" fmla="*/ 14 w 28"/>
                <a:gd name="T31" fmla="*/ 31 h 56"/>
                <a:gd name="T32" fmla="*/ 14 w 28"/>
                <a:gd name="T33" fmla="*/ 53 h 56"/>
                <a:gd name="T34" fmla="*/ 18 w 28"/>
                <a:gd name="T35" fmla="*/ 56 h 56"/>
                <a:gd name="T36" fmla="*/ 18 w 28"/>
                <a:gd name="T37" fmla="*/ 56 h 56"/>
                <a:gd name="T38" fmla="*/ 20 w 28"/>
                <a:gd name="T39" fmla="*/ 53 h 56"/>
                <a:gd name="T40" fmla="*/ 20 w 28"/>
                <a:gd name="T41" fmla="*/ 31 h 56"/>
                <a:gd name="T42" fmla="*/ 20 w 28"/>
                <a:gd name="T43" fmla="*/ 28 h 56"/>
                <a:gd name="T44" fmla="*/ 20 w 28"/>
                <a:gd name="T45" fmla="*/ 10 h 56"/>
                <a:gd name="T46" fmla="*/ 23 w 28"/>
                <a:gd name="T47" fmla="*/ 10 h 56"/>
                <a:gd name="T48" fmla="*/ 23 w 28"/>
                <a:gd name="T49" fmla="*/ 25 h 56"/>
                <a:gd name="T50" fmla="*/ 26 w 28"/>
                <a:gd name="T51" fmla="*/ 27 h 56"/>
                <a:gd name="T52" fmla="*/ 28 w 28"/>
                <a:gd name="T53" fmla="*/ 25 h 56"/>
                <a:gd name="T54" fmla="*/ 28 w 28"/>
                <a:gd name="T55" fmla="*/ 6 h 56"/>
                <a:gd name="T56" fmla="*/ 21 w 28"/>
                <a:gd name="T5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" h="56">
                  <a:moveTo>
                    <a:pt x="21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1" y="27"/>
                    <a:pt x="2" y="27"/>
                  </a:cubicBezTo>
                  <a:cubicBezTo>
                    <a:pt x="3" y="27"/>
                    <a:pt x="4" y="26"/>
                    <a:pt x="4" y="25"/>
                  </a:cubicBezTo>
                  <a:cubicBezTo>
                    <a:pt x="4" y="25"/>
                    <a:pt x="4" y="12"/>
                    <a:pt x="4" y="10"/>
                  </a:cubicBezTo>
                  <a:cubicBezTo>
                    <a:pt x="4" y="9"/>
                    <a:pt x="7" y="9"/>
                    <a:pt x="7" y="10"/>
                  </a:cubicBezTo>
                  <a:cubicBezTo>
                    <a:pt x="7" y="12"/>
                    <a:pt x="7" y="22"/>
                    <a:pt x="7" y="28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5"/>
                    <a:pt x="8" y="56"/>
                    <a:pt x="9" y="56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11" y="56"/>
                    <a:pt x="13" y="55"/>
                    <a:pt x="13" y="53"/>
                  </a:cubicBezTo>
                  <a:cubicBezTo>
                    <a:pt x="13" y="53"/>
                    <a:pt x="13" y="33"/>
                    <a:pt x="13" y="31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3"/>
                    <a:pt x="14" y="53"/>
                    <a:pt x="14" y="53"/>
                  </a:cubicBezTo>
                  <a:cubicBezTo>
                    <a:pt x="14" y="55"/>
                    <a:pt x="16" y="56"/>
                    <a:pt x="18" y="56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20" y="56"/>
                    <a:pt x="20" y="55"/>
                    <a:pt x="20" y="53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2"/>
                    <a:pt x="20" y="12"/>
                    <a:pt x="20" y="10"/>
                  </a:cubicBezTo>
                  <a:cubicBezTo>
                    <a:pt x="20" y="9"/>
                    <a:pt x="23" y="9"/>
                    <a:pt x="23" y="10"/>
                  </a:cubicBezTo>
                  <a:cubicBezTo>
                    <a:pt x="23" y="12"/>
                    <a:pt x="23" y="25"/>
                    <a:pt x="23" y="25"/>
                  </a:cubicBezTo>
                  <a:cubicBezTo>
                    <a:pt x="23" y="26"/>
                    <a:pt x="24" y="27"/>
                    <a:pt x="26" y="27"/>
                  </a:cubicBezTo>
                  <a:cubicBezTo>
                    <a:pt x="27" y="27"/>
                    <a:pt x="28" y="26"/>
                    <a:pt x="28" y="25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2"/>
                    <a:pt x="25" y="0"/>
                    <a:pt x="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598" name="Oval 876"/>
            <p:cNvSpPr>
              <a:spLocks noChangeArrowheads="1"/>
            </p:cNvSpPr>
            <p:nvPr/>
          </p:nvSpPr>
          <p:spPr bwMode="auto">
            <a:xfrm>
              <a:off x="1277119" y="2236788"/>
              <a:ext cx="49213" cy="444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599" name="Freeform 877"/>
            <p:cNvSpPr>
              <a:spLocks/>
            </p:cNvSpPr>
            <p:nvPr/>
          </p:nvSpPr>
          <p:spPr bwMode="auto">
            <a:xfrm>
              <a:off x="1378719" y="2303463"/>
              <a:ext cx="123825" cy="246063"/>
            </a:xfrm>
            <a:custGeom>
              <a:avLst/>
              <a:gdLst>
                <a:gd name="T0" fmla="*/ 21 w 28"/>
                <a:gd name="T1" fmla="*/ 0 h 56"/>
                <a:gd name="T2" fmla="*/ 6 w 28"/>
                <a:gd name="T3" fmla="*/ 0 h 56"/>
                <a:gd name="T4" fmla="*/ 0 w 28"/>
                <a:gd name="T5" fmla="*/ 6 h 56"/>
                <a:gd name="T6" fmla="*/ 0 w 28"/>
                <a:gd name="T7" fmla="*/ 25 h 56"/>
                <a:gd name="T8" fmla="*/ 2 w 28"/>
                <a:gd name="T9" fmla="*/ 27 h 56"/>
                <a:gd name="T10" fmla="*/ 4 w 28"/>
                <a:gd name="T11" fmla="*/ 25 h 56"/>
                <a:gd name="T12" fmla="*/ 4 w 28"/>
                <a:gd name="T13" fmla="*/ 10 h 56"/>
                <a:gd name="T14" fmla="*/ 7 w 28"/>
                <a:gd name="T15" fmla="*/ 10 h 56"/>
                <a:gd name="T16" fmla="*/ 7 w 28"/>
                <a:gd name="T17" fmla="*/ 28 h 56"/>
                <a:gd name="T18" fmla="*/ 7 w 28"/>
                <a:gd name="T19" fmla="*/ 31 h 56"/>
                <a:gd name="T20" fmla="*/ 7 w 28"/>
                <a:gd name="T21" fmla="*/ 53 h 56"/>
                <a:gd name="T22" fmla="*/ 9 w 28"/>
                <a:gd name="T23" fmla="*/ 56 h 56"/>
                <a:gd name="T24" fmla="*/ 10 w 28"/>
                <a:gd name="T25" fmla="*/ 56 h 56"/>
                <a:gd name="T26" fmla="*/ 13 w 28"/>
                <a:gd name="T27" fmla="*/ 53 h 56"/>
                <a:gd name="T28" fmla="*/ 13 w 28"/>
                <a:gd name="T29" fmla="*/ 31 h 56"/>
                <a:gd name="T30" fmla="*/ 14 w 28"/>
                <a:gd name="T31" fmla="*/ 31 h 56"/>
                <a:gd name="T32" fmla="*/ 14 w 28"/>
                <a:gd name="T33" fmla="*/ 53 h 56"/>
                <a:gd name="T34" fmla="*/ 18 w 28"/>
                <a:gd name="T35" fmla="*/ 56 h 56"/>
                <a:gd name="T36" fmla="*/ 18 w 28"/>
                <a:gd name="T37" fmla="*/ 56 h 56"/>
                <a:gd name="T38" fmla="*/ 20 w 28"/>
                <a:gd name="T39" fmla="*/ 53 h 56"/>
                <a:gd name="T40" fmla="*/ 20 w 28"/>
                <a:gd name="T41" fmla="*/ 31 h 56"/>
                <a:gd name="T42" fmla="*/ 20 w 28"/>
                <a:gd name="T43" fmla="*/ 28 h 56"/>
                <a:gd name="T44" fmla="*/ 20 w 28"/>
                <a:gd name="T45" fmla="*/ 10 h 56"/>
                <a:gd name="T46" fmla="*/ 23 w 28"/>
                <a:gd name="T47" fmla="*/ 10 h 56"/>
                <a:gd name="T48" fmla="*/ 23 w 28"/>
                <a:gd name="T49" fmla="*/ 25 h 56"/>
                <a:gd name="T50" fmla="*/ 26 w 28"/>
                <a:gd name="T51" fmla="*/ 27 h 56"/>
                <a:gd name="T52" fmla="*/ 28 w 28"/>
                <a:gd name="T53" fmla="*/ 25 h 56"/>
                <a:gd name="T54" fmla="*/ 28 w 28"/>
                <a:gd name="T55" fmla="*/ 6 h 56"/>
                <a:gd name="T56" fmla="*/ 21 w 28"/>
                <a:gd name="T5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" h="56">
                  <a:moveTo>
                    <a:pt x="21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1" y="27"/>
                    <a:pt x="2" y="27"/>
                  </a:cubicBezTo>
                  <a:cubicBezTo>
                    <a:pt x="3" y="27"/>
                    <a:pt x="4" y="26"/>
                    <a:pt x="4" y="25"/>
                  </a:cubicBezTo>
                  <a:cubicBezTo>
                    <a:pt x="4" y="25"/>
                    <a:pt x="4" y="12"/>
                    <a:pt x="4" y="10"/>
                  </a:cubicBezTo>
                  <a:cubicBezTo>
                    <a:pt x="4" y="9"/>
                    <a:pt x="7" y="9"/>
                    <a:pt x="7" y="10"/>
                  </a:cubicBezTo>
                  <a:cubicBezTo>
                    <a:pt x="7" y="12"/>
                    <a:pt x="7" y="22"/>
                    <a:pt x="7" y="28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5"/>
                    <a:pt x="8" y="56"/>
                    <a:pt x="9" y="56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11" y="56"/>
                    <a:pt x="13" y="55"/>
                    <a:pt x="13" y="53"/>
                  </a:cubicBezTo>
                  <a:cubicBezTo>
                    <a:pt x="13" y="53"/>
                    <a:pt x="13" y="33"/>
                    <a:pt x="13" y="31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3"/>
                    <a:pt x="14" y="53"/>
                    <a:pt x="14" y="53"/>
                  </a:cubicBezTo>
                  <a:cubicBezTo>
                    <a:pt x="14" y="55"/>
                    <a:pt x="16" y="56"/>
                    <a:pt x="18" y="56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20" y="56"/>
                    <a:pt x="20" y="55"/>
                    <a:pt x="20" y="53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2"/>
                    <a:pt x="20" y="12"/>
                    <a:pt x="20" y="10"/>
                  </a:cubicBezTo>
                  <a:cubicBezTo>
                    <a:pt x="20" y="9"/>
                    <a:pt x="23" y="9"/>
                    <a:pt x="23" y="10"/>
                  </a:cubicBezTo>
                  <a:cubicBezTo>
                    <a:pt x="23" y="12"/>
                    <a:pt x="23" y="25"/>
                    <a:pt x="23" y="25"/>
                  </a:cubicBezTo>
                  <a:cubicBezTo>
                    <a:pt x="23" y="26"/>
                    <a:pt x="24" y="27"/>
                    <a:pt x="26" y="27"/>
                  </a:cubicBezTo>
                  <a:cubicBezTo>
                    <a:pt x="27" y="27"/>
                    <a:pt x="28" y="26"/>
                    <a:pt x="28" y="25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2"/>
                    <a:pt x="25" y="0"/>
                    <a:pt x="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00" name="Oval 878"/>
            <p:cNvSpPr>
              <a:spLocks noChangeArrowheads="1"/>
            </p:cNvSpPr>
            <p:nvPr/>
          </p:nvSpPr>
          <p:spPr bwMode="auto">
            <a:xfrm>
              <a:off x="1413644" y="2236788"/>
              <a:ext cx="49213" cy="444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01" name="Freeform 879"/>
            <p:cNvSpPr>
              <a:spLocks/>
            </p:cNvSpPr>
            <p:nvPr/>
          </p:nvSpPr>
          <p:spPr bwMode="auto">
            <a:xfrm>
              <a:off x="1515244" y="2303463"/>
              <a:ext cx="122238" cy="246063"/>
            </a:xfrm>
            <a:custGeom>
              <a:avLst/>
              <a:gdLst>
                <a:gd name="T0" fmla="*/ 21 w 28"/>
                <a:gd name="T1" fmla="*/ 0 h 56"/>
                <a:gd name="T2" fmla="*/ 6 w 28"/>
                <a:gd name="T3" fmla="*/ 0 h 56"/>
                <a:gd name="T4" fmla="*/ 0 w 28"/>
                <a:gd name="T5" fmla="*/ 6 h 56"/>
                <a:gd name="T6" fmla="*/ 0 w 28"/>
                <a:gd name="T7" fmla="*/ 25 h 56"/>
                <a:gd name="T8" fmla="*/ 2 w 28"/>
                <a:gd name="T9" fmla="*/ 27 h 56"/>
                <a:gd name="T10" fmla="*/ 4 w 28"/>
                <a:gd name="T11" fmla="*/ 25 h 56"/>
                <a:gd name="T12" fmla="*/ 4 w 28"/>
                <a:gd name="T13" fmla="*/ 10 h 56"/>
                <a:gd name="T14" fmla="*/ 7 w 28"/>
                <a:gd name="T15" fmla="*/ 10 h 56"/>
                <a:gd name="T16" fmla="*/ 7 w 28"/>
                <a:gd name="T17" fmla="*/ 28 h 56"/>
                <a:gd name="T18" fmla="*/ 7 w 28"/>
                <a:gd name="T19" fmla="*/ 31 h 56"/>
                <a:gd name="T20" fmla="*/ 7 w 28"/>
                <a:gd name="T21" fmla="*/ 53 h 56"/>
                <a:gd name="T22" fmla="*/ 9 w 28"/>
                <a:gd name="T23" fmla="*/ 56 h 56"/>
                <a:gd name="T24" fmla="*/ 10 w 28"/>
                <a:gd name="T25" fmla="*/ 56 h 56"/>
                <a:gd name="T26" fmla="*/ 13 w 28"/>
                <a:gd name="T27" fmla="*/ 53 h 56"/>
                <a:gd name="T28" fmla="*/ 13 w 28"/>
                <a:gd name="T29" fmla="*/ 31 h 56"/>
                <a:gd name="T30" fmla="*/ 14 w 28"/>
                <a:gd name="T31" fmla="*/ 31 h 56"/>
                <a:gd name="T32" fmla="*/ 14 w 28"/>
                <a:gd name="T33" fmla="*/ 53 h 56"/>
                <a:gd name="T34" fmla="*/ 18 w 28"/>
                <a:gd name="T35" fmla="*/ 56 h 56"/>
                <a:gd name="T36" fmla="*/ 18 w 28"/>
                <a:gd name="T37" fmla="*/ 56 h 56"/>
                <a:gd name="T38" fmla="*/ 20 w 28"/>
                <a:gd name="T39" fmla="*/ 53 h 56"/>
                <a:gd name="T40" fmla="*/ 20 w 28"/>
                <a:gd name="T41" fmla="*/ 31 h 56"/>
                <a:gd name="T42" fmla="*/ 20 w 28"/>
                <a:gd name="T43" fmla="*/ 28 h 56"/>
                <a:gd name="T44" fmla="*/ 20 w 28"/>
                <a:gd name="T45" fmla="*/ 10 h 56"/>
                <a:gd name="T46" fmla="*/ 23 w 28"/>
                <a:gd name="T47" fmla="*/ 10 h 56"/>
                <a:gd name="T48" fmla="*/ 23 w 28"/>
                <a:gd name="T49" fmla="*/ 25 h 56"/>
                <a:gd name="T50" fmla="*/ 26 w 28"/>
                <a:gd name="T51" fmla="*/ 27 h 56"/>
                <a:gd name="T52" fmla="*/ 28 w 28"/>
                <a:gd name="T53" fmla="*/ 25 h 56"/>
                <a:gd name="T54" fmla="*/ 28 w 28"/>
                <a:gd name="T55" fmla="*/ 6 h 56"/>
                <a:gd name="T56" fmla="*/ 21 w 28"/>
                <a:gd name="T5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" h="56">
                  <a:moveTo>
                    <a:pt x="21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1" y="27"/>
                    <a:pt x="2" y="27"/>
                  </a:cubicBezTo>
                  <a:cubicBezTo>
                    <a:pt x="3" y="27"/>
                    <a:pt x="4" y="26"/>
                    <a:pt x="4" y="25"/>
                  </a:cubicBezTo>
                  <a:cubicBezTo>
                    <a:pt x="4" y="25"/>
                    <a:pt x="4" y="12"/>
                    <a:pt x="4" y="10"/>
                  </a:cubicBezTo>
                  <a:cubicBezTo>
                    <a:pt x="4" y="9"/>
                    <a:pt x="7" y="9"/>
                    <a:pt x="7" y="10"/>
                  </a:cubicBezTo>
                  <a:cubicBezTo>
                    <a:pt x="7" y="12"/>
                    <a:pt x="7" y="22"/>
                    <a:pt x="7" y="28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5"/>
                    <a:pt x="8" y="56"/>
                    <a:pt x="9" y="56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11" y="56"/>
                    <a:pt x="13" y="55"/>
                    <a:pt x="13" y="53"/>
                  </a:cubicBezTo>
                  <a:cubicBezTo>
                    <a:pt x="13" y="53"/>
                    <a:pt x="13" y="33"/>
                    <a:pt x="13" y="31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3"/>
                    <a:pt x="14" y="53"/>
                    <a:pt x="14" y="53"/>
                  </a:cubicBezTo>
                  <a:cubicBezTo>
                    <a:pt x="14" y="55"/>
                    <a:pt x="16" y="56"/>
                    <a:pt x="18" y="56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20" y="56"/>
                    <a:pt x="20" y="55"/>
                    <a:pt x="20" y="53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2"/>
                    <a:pt x="20" y="12"/>
                    <a:pt x="20" y="10"/>
                  </a:cubicBezTo>
                  <a:cubicBezTo>
                    <a:pt x="20" y="9"/>
                    <a:pt x="23" y="9"/>
                    <a:pt x="23" y="10"/>
                  </a:cubicBezTo>
                  <a:cubicBezTo>
                    <a:pt x="23" y="12"/>
                    <a:pt x="23" y="25"/>
                    <a:pt x="23" y="25"/>
                  </a:cubicBezTo>
                  <a:cubicBezTo>
                    <a:pt x="23" y="26"/>
                    <a:pt x="24" y="27"/>
                    <a:pt x="26" y="27"/>
                  </a:cubicBezTo>
                  <a:cubicBezTo>
                    <a:pt x="27" y="27"/>
                    <a:pt x="28" y="26"/>
                    <a:pt x="28" y="25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2"/>
                    <a:pt x="25" y="0"/>
                    <a:pt x="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02" name="Oval 880"/>
            <p:cNvSpPr>
              <a:spLocks noChangeArrowheads="1"/>
            </p:cNvSpPr>
            <p:nvPr/>
          </p:nvSpPr>
          <p:spPr bwMode="auto">
            <a:xfrm>
              <a:off x="1550169" y="2236788"/>
              <a:ext cx="49213" cy="444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03" name="Freeform 881"/>
            <p:cNvSpPr>
              <a:spLocks/>
            </p:cNvSpPr>
            <p:nvPr/>
          </p:nvSpPr>
          <p:spPr bwMode="auto">
            <a:xfrm>
              <a:off x="1651769" y="2303463"/>
              <a:ext cx="122238" cy="246063"/>
            </a:xfrm>
            <a:custGeom>
              <a:avLst/>
              <a:gdLst>
                <a:gd name="T0" fmla="*/ 21 w 28"/>
                <a:gd name="T1" fmla="*/ 0 h 56"/>
                <a:gd name="T2" fmla="*/ 6 w 28"/>
                <a:gd name="T3" fmla="*/ 0 h 56"/>
                <a:gd name="T4" fmla="*/ 0 w 28"/>
                <a:gd name="T5" fmla="*/ 6 h 56"/>
                <a:gd name="T6" fmla="*/ 0 w 28"/>
                <a:gd name="T7" fmla="*/ 25 h 56"/>
                <a:gd name="T8" fmla="*/ 2 w 28"/>
                <a:gd name="T9" fmla="*/ 27 h 56"/>
                <a:gd name="T10" fmla="*/ 4 w 28"/>
                <a:gd name="T11" fmla="*/ 25 h 56"/>
                <a:gd name="T12" fmla="*/ 4 w 28"/>
                <a:gd name="T13" fmla="*/ 10 h 56"/>
                <a:gd name="T14" fmla="*/ 7 w 28"/>
                <a:gd name="T15" fmla="*/ 10 h 56"/>
                <a:gd name="T16" fmla="*/ 7 w 28"/>
                <a:gd name="T17" fmla="*/ 28 h 56"/>
                <a:gd name="T18" fmla="*/ 7 w 28"/>
                <a:gd name="T19" fmla="*/ 31 h 56"/>
                <a:gd name="T20" fmla="*/ 7 w 28"/>
                <a:gd name="T21" fmla="*/ 53 h 56"/>
                <a:gd name="T22" fmla="*/ 9 w 28"/>
                <a:gd name="T23" fmla="*/ 56 h 56"/>
                <a:gd name="T24" fmla="*/ 10 w 28"/>
                <a:gd name="T25" fmla="*/ 56 h 56"/>
                <a:gd name="T26" fmla="*/ 13 w 28"/>
                <a:gd name="T27" fmla="*/ 53 h 56"/>
                <a:gd name="T28" fmla="*/ 13 w 28"/>
                <a:gd name="T29" fmla="*/ 31 h 56"/>
                <a:gd name="T30" fmla="*/ 14 w 28"/>
                <a:gd name="T31" fmla="*/ 31 h 56"/>
                <a:gd name="T32" fmla="*/ 14 w 28"/>
                <a:gd name="T33" fmla="*/ 53 h 56"/>
                <a:gd name="T34" fmla="*/ 18 w 28"/>
                <a:gd name="T35" fmla="*/ 56 h 56"/>
                <a:gd name="T36" fmla="*/ 18 w 28"/>
                <a:gd name="T37" fmla="*/ 56 h 56"/>
                <a:gd name="T38" fmla="*/ 20 w 28"/>
                <a:gd name="T39" fmla="*/ 53 h 56"/>
                <a:gd name="T40" fmla="*/ 20 w 28"/>
                <a:gd name="T41" fmla="*/ 31 h 56"/>
                <a:gd name="T42" fmla="*/ 20 w 28"/>
                <a:gd name="T43" fmla="*/ 28 h 56"/>
                <a:gd name="T44" fmla="*/ 20 w 28"/>
                <a:gd name="T45" fmla="*/ 10 h 56"/>
                <a:gd name="T46" fmla="*/ 23 w 28"/>
                <a:gd name="T47" fmla="*/ 10 h 56"/>
                <a:gd name="T48" fmla="*/ 23 w 28"/>
                <a:gd name="T49" fmla="*/ 25 h 56"/>
                <a:gd name="T50" fmla="*/ 26 w 28"/>
                <a:gd name="T51" fmla="*/ 27 h 56"/>
                <a:gd name="T52" fmla="*/ 28 w 28"/>
                <a:gd name="T53" fmla="*/ 25 h 56"/>
                <a:gd name="T54" fmla="*/ 28 w 28"/>
                <a:gd name="T55" fmla="*/ 6 h 56"/>
                <a:gd name="T56" fmla="*/ 21 w 28"/>
                <a:gd name="T5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" h="56">
                  <a:moveTo>
                    <a:pt x="21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1" y="27"/>
                    <a:pt x="2" y="27"/>
                  </a:cubicBezTo>
                  <a:cubicBezTo>
                    <a:pt x="3" y="27"/>
                    <a:pt x="4" y="26"/>
                    <a:pt x="4" y="25"/>
                  </a:cubicBezTo>
                  <a:cubicBezTo>
                    <a:pt x="4" y="25"/>
                    <a:pt x="4" y="12"/>
                    <a:pt x="4" y="10"/>
                  </a:cubicBezTo>
                  <a:cubicBezTo>
                    <a:pt x="4" y="9"/>
                    <a:pt x="7" y="9"/>
                    <a:pt x="7" y="10"/>
                  </a:cubicBezTo>
                  <a:cubicBezTo>
                    <a:pt x="7" y="12"/>
                    <a:pt x="7" y="22"/>
                    <a:pt x="7" y="28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5"/>
                    <a:pt x="8" y="56"/>
                    <a:pt x="9" y="56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11" y="56"/>
                    <a:pt x="13" y="55"/>
                    <a:pt x="13" y="53"/>
                  </a:cubicBezTo>
                  <a:cubicBezTo>
                    <a:pt x="13" y="53"/>
                    <a:pt x="13" y="33"/>
                    <a:pt x="13" y="31"/>
                  </a:cubicBezTo>
                  <a:cubicBezTo>
                    <a:pt x="13" y="30"/>
                    <a:pt x="14" y="30"/>
                    <a:pt x="14" y="31"/>
                  </a:cubicBezTo>
                  <a:cubicBezTo>
                    <a:pt x="14" y="33"/>
                    <a:pt x="14" y="53"/>
                    <a:pt x="14" y="53"/>
                  </a:cubicBezTo>
                  <a:cubicBezTo>
                    <a:pt x="14" y="55"/>
                    <a:pt x="16" y="56"/>
                    <a:pt x="18" y="56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20" y="56"/>
                    <a:pt x="20" y="55"/>
                    <a:pt x="20" y="53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2"/>
                    <a:pt x="20" y="12"/>
                    <a:pt x="20" y="10"/>
                  </a:cubicBezTo>
                  <a:cubicBezTo>
                    <a:pt x="20" y="9"/>
                    <a:pt x="23" y="9"/>
                    <a:pt x="23" y="10"/>
                  </a:cubicBezTo>
                  <a:cubicBezTo>
                    <a:pt x="23" y="12"/>
                    <a:pt x="23" y="25"/>
                    <a:pt x="23" y="25"/>
                  </a:cubicBezTo>
                  <a:cubicBezTo>
                    <a:pt x="23" y="26"/>
                    <a:pt x="24" y="27"/>
                    <a:pt x="26" y="27"/>
                  </a:cubicBezTo>
                  <a:cubicBezTo>
                    <a:pt x="27" y="27"/>
                    <a:pt x="28" y="26"/>
                    <a:pt x="28" y="25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2"/>
                    <a:pt x="25" y="0"/>
                    <a:pt x="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04" name="Oval 882"/>
            <p:cNvSpPr>
              <a:spLocks noChangeArrowheads="1"/>
            </p:cNvSpPr>
            <p:nvPr/>
          </p:nvSpPr>
          <p:spPr bwMode="auto">
            <a:xfrm>
              <a:off x="1686694" y="2236788"/>
              <a:ext cx="47625" cy="444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05" name="Freeform 883"/>
            <p:cNvSpPr>
              <a:spLocks/>
            </p:cNvSpPr>
            <p:nvPr/>
          </p:nvSpPr>
          <p:spPr bwMode="auto">
            <a:xfrm>
              <a:off x="1823219" y="2320926"/>
              <a:ext cx="153988" cy="254000"/>
            </a:xfrm>
            <a:custGeom>
              <a:avLst/>
              <a:gdLst>
                <a:gd name="T0" fmla="*/ 29 w 35"/>
                <a:gd name="T1" fmla="*/ 5 h 58"/>
                <a:gd name="T2" fmla="*/ 14 w 35"/>
                <a:gd name="T3" fmla="*/ 1 h 58"/>
                <a:gd name="T4" fmla="*/ 6 w 35"/>
                <a:gd name="T5" fmla="*/ 5 h 58"/>
                <a:gd name="T6" fmla="*/ 1 w 35"/>
                <a:gd name="T7" fmla="*/ 23 h 58"/>
                <a:gd name="T8" fmla="*/ 3 w 35"/>
                <a:gd name="T9" fmla="*/ 25 h 58"/>
                <a:gd name="T10" fmla="*/ 6 w 35"/>
                <a:gd name="T11" fmla="*/ 24 h 58"/>
                <a:gd name="T12" fmla="*/ 10 w 35"/>
                <a:gd name="T13" fmla="*/ 10 h 58"/>
                <a:gd name="T14" fmla="*/ 12 w 35"/>
                <a:gd name="T15" fmla="*/ 11 h 58"/>
                <a:gd name="T16" fmla="*/ 8 w 35"/>
                <a:gd name="T17" fmla="*/ 28 h 58"/>
                <a:gd name="T18" fmla="*/ 7 w 35"/>
                <a:gd name="T19" fmla="*/ 31 h 58"/>
                <a:gd name="T20" fmla="*/ 1 w 35"/>
                <a:gd name="T21" fmla="*/ 52 h 58"/>
                <a:gd name="T22" fmla="*/ 2 w 35"/>
                <a:gd name="T23" fmla="*/ 56 h 58"/>
                <a:gd name="T24" fmla="*/ 3 w 35"/>
                <a:gd name="T25" fmla="*/ 56 h 58"/>
                <a:gd name="T26" fmla="*/ 7 w 35"/>
                <a:gd name="T27" fmla="*/ 54 h 58"/>
                <a:gd name="T28" fmla="*/ 13 w 35"/>
                <a:gd name="T29" fmla="*/ 32 h 58"/>
                <a:gd name="T30" fmla="*/ 14 w 35"/>
                <a:gd name="T31" fmla="*/ 33 h 58"/>
                <a:gd name="T32" fmla="*/ 8 w 35"/>
                <a:gd name="T33" fmla="*/ 54 h 58"/>
                <a:gd name="T34" fmla="*/ 10 w 35"/>
                <a:gd name="T35" fmla="*/ 58 h 58"/>
                <a:gd name="T36" fmla="*/ 11 w 35"/>
                <a:gd name="T37" fmla="*/ 58 h 58"/>
                <a:gd name="T38" fmla="*/ 14 w 35"/>
                <a:gd name="T39" fmla="*/ 56 h 58"/>
                <a:gd name="T40" fmla="*/ 20 w 35"/>
                <a:gd name="T41" fmla="*/ 34 h 58"/>
                <a:gd name="T42" fmla="*/ 20 w 35"/>
                <a:gd name="T43" fmla="*/ 31 h 58"/>
                <a:gd name="T44" fmla="*/ 25 w 35"/>
                <a:gd name="T45" fmla="*/ 14 h 58"/>
                <a:gd name="T46" fmla="*/ 28 w 35"/>
                <a:gd name="T47" fmla="*/ 15 h 58"/>
                <a:gd name="T48" fmla="*/ 24 w 35"/>
                <a:gd name="T49" fmla="*/ 29 h 58"/>
                <a:gd name="T50" fmla="*/ 26 w 35"/>
                <a:gd name="T51" fmla="*/ 32 h 58"/>
                <a:gd name="T52" fmla="*/ 28 w 35"/>
                <a:gd name="T53" fmla="*/ 30 h 58"/>
                <a:gd name="T54" fmla="*/ 33 w 35"/>
                <a:gd name="T55" fmla="*/ 12 h 58"/>
                <a:gd name="T56" fmla="*/ 29 w 35"/>
                <a:gd name="T57" fmla="*/ 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" h="58">
                  <a:moveTo>
                    <a:pt x="29" y="5"/>
                  </a:moveTo>
                  <a:cubicBezTo>
                    <a:pt x="14" y="1"/>
                    <a:pt x="14" y="1"/>
                    <a:pt x="14" y="1"/>
                  </a:cubicBezTo>
                  <a:cubicBezTo>
                    <a:pt x="10" y="0"/>
                    <a:pt x="8" y="1"/>
                    <a:pt x="6" y="5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1" y="24"/>
                    <a:pt x="2" y="25"/>
                    <a:pt x="3" y="25"/>
                  </a:cubicBezTo>
                  <a:cubicBezTo>
                    <a:pt x="4" y="26"/>
                    <a:pt x="5" y="25"/>
                    <a:pt x="6" y="24"/>
                  </a:cubicBezTo>
                  <a:cubicBezTo>
                    <a:pt x="6" y="24"/>
                    <a:pt x="9" y="12"/>
                    <a:pt x="10" y="10"/>
                  </a:cubicBezTo>
                  <a:cubicBezTo>
                    <a:pt x="10" y="9"/>
                    <a:pt x="13" y="9"/>
                    <a:pt x="12" y="11"/>
                  </a:cubicBezTo>
                  <a:cubicBezTo>
                    <a:pt x="12" y="12"/>
                    <a:pt x="9" y="22"/>
                    <a:pt x="8" y="28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0" y="54"/>
                    <a:pt x="1" y="55"/>
                    <a:pt x="2" y="56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4" y="56"/>
                    <a:pt x="6" y="55"/>
                    <a:pt x="7" y="54"/>
                  </a:cubicBezTo>
                  <a:cubicBezTo>
                    <a:pt x="7" y="54"/>
                    <a:pt x="12" y="34"/>
                    <a:pt x="13" y="32"/>
                  </a:cubicBezTo>
                  <a:cubicBezTo>
                    <a:pt x="13" y="31"/>
                    <a:pt x="14" y="31"/>
                    <a:pt x="14" y="33"/>
                  </a:cubicBezTo>
                  <a:cubicBezTo>
                    <a:pt x="14" y="34"/>
                    <a:pt x="8" y="54"/>
                    <a:pt x="8" y="54"/>
                  </a:cubicBezTo>
                  <a:cubicBezTo>
                    <a:pt x="8" y="56"/>
                    <a:pt x="9" y="57"/>
                    <a:pt x="10" y="58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58"/>
                    <a:pt x="13" y="57"/>
                    <a:pt x="14" y="56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2" y="26"/>
                    <a:pt x="25" y="16"/>
                    <a:pt x="25" y="14"/>
                  </a:cubicBezTo>
                  <a:cubicBezTo>
                    <a:pt x="26" y="13"/>
                    <a:pt x="28" y="14"/>
                    <a:pt x="28" y="15"/>
                  </a:cubicBezTo>
                  <a:cubicBezTo>
                    <a:pt x="28" y="17"/>
                    <a:pt x="24" y="29"/>
                    <a:pt x="24" y="29"/>
                  </a:cubicBezTo>
                  <a:cubicBezTo>
                    <a:pt x="24" y="30"/>
                    <a:pt x="25" y="31"/>
                    <a:pt x="26" y="32"/>
                  </a:cubicBezTo>
                  <a:cubicBezTo>
                    <a:pt x="27" y="32"/>
                    <a:pt x="28" y="31"/>
                    <a:pt x="28" y="30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5" y="8"/>
                    <a:pt x="33" y="6"/>
                    <a:pt x="29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06" name="Freeform 884"/>
            <p:cNvSpPr>
              <a:spLocks/>
            </p:cNvSpPr>
            <p:nvPr/>
          </p:nvSpPr>
          <p:spPr bwMode="auto">
            <a:xfrm>
              <a:off x="1902594" y="2263776"/>
              <a:ext cx="52388" cy="52388"/>
            </a:xfrm>
            <a:custGeom>
              <a:avLst/>
              <a:gdLst>
                <a:gd name="T0" fmla="*/ 11 w 12"/>
                <a:gd name="T1" fmla="*/ 8 h 12"/>
                <a:gd name="T2" fmla="*/ 5 w 12"/>
                <a:gd name="T3" fmla="*/ 11 h 12"/>
                <a:gd name="T4" fmla="*/ 1 w 12"/>
                <a:gd name="T5" fmla="*/ 5 h 12"/>
                <a:gd name="T6" fmla="*/ 8 w 12"/>
                <a:gd name="T7" fmla="*/ 1 h 12"/>
                <a:gd name="T8" fmla="*/ 11 w 12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1" y="8"/>
                  </a:moveTo>
                  <a:cubicBezTo>
                    <a:pt x="10" y="10"/>
                    <a:pt x="8" y="12"/>
                    <a:pt x="5" y="11"/>
                  </a:cubicBezTo>
                  <a:cubicBezTo>
                    <a:pt x="2" y="11"/>
                    <a:pt x="0" y="8"/>
                    <a:pt x="1" y="5"/>
                  </a:cubicBezTo>
                  <a:cubicBezTo>
                    <a:pt x="2" y="2"/>
                    <a:pt x="5" y="0"/>
                    <a:pt x="8" y="1"/>
                  </a:cubicBezTo>
                  <a:cubicBezTo>
                    <a:pt x="10" y="2"/>
                    <a:pt x="12" y="5"/>
                    <a:pt x="11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07" name="Freeform 885"/>
            <p:cNvSpPr>
              <a:spLocks noEditPoints="1"/>
            </p:cNvSpPr>
            <p:nvPr/>
          </p:nvSpPr>
          <p:spPr bwMode="auto">
            <a:xfrm>
              <a:off x="2166119" y="4032251"/>
              <a:ext cx="228600" cy="171450"/>
            </a:xfrm>
            <a:custGeom>
              <a:avLst/>
              <a:gdLst>
                <a:gd name="T0" fmla="*/ 6 w 52"/>
                <a:gd name="T1" fmla="*/ 24 h 39"/>
                <a:gd name="T2" fmla="*/ 6 w 52"/>
                <a:gd name="T3" fmla="*/ 29 h 39"/>
                <a:gd name="T4" fmla="*/ 16 w 52"/>
                <a:gd name="T5" fmla="*/ 33 h 39"/>
                <a:gd name="T6" fmla="*/ 16 w 52"/>
                <a:gd name="T7" fmla="*/ 33 h 39"/>
                <a:gd name="T8" fmla="*/ 18 w 52"/>
                <a:gd name="T9" fmla="*/ 32 h 39"/>
                <a:gd name="T10" fmla="*/ 17 w 52"/>
                <a:gd name="T11" fmla="*/ 29 h 39"/>
                <a:gd name="T12" fmla="*/ 15 w 52"/>
                <a:gd name="T13" fmla="*/ 28 h 39"/>
                <a:gd name="T14" fmla="*/ 12 w 52"/>
                <a:gd name="T15" fmla="*/ 26 h 39"/>
                <a:gd name="T16" fmla="*/ 6 w 52"/>
                <a:gd name="T17" fmla="*/ 24 h 39"/>
                <a:gd name="T18" fmla="*/ 0 w 52"/>
                <a:gd name="T19" fmla="*/ 8 h 39"/>
                <a:gd name="T20" fmla="*/ 0 w 52"/>
                <a:gd name="T21" fmla="*/ 9 h 39"/>
                <a:gd name="T22" fmla="*/ 0 w 52"/>
                <a:gd name="T23" fmla="*/ 9 h 39"/>
                <a:gd name="T24" fmla="*/ 0 w 52"/>
                <a:gd name="T25" fmla="*/ 9 h 39"/>
                <a:gd name="T26" fmla="*/ 2 w 52"/>
                <a:gd name="T27" fmla="*/ 9 h 39"/>
                <a:gd name="T28" fmla="*/ 0 w 52"/>
                <a:gd name="T29" fmla="*/ 8 h 39"/>
                <a:gd name="T30" fmla="*/ 4 w 52"/>
                <a:gd name="T31" fmla="*/ 1 h 39"/>
                <a:gd name="T32" fmla="*/ 3 w 52"/>
                <a:gd name="T33" fmla="*/ 2 h 39"/>
                <a:gd name="T34" fmla="*/ 13 w 52"/>
                <a:gd name="T35" fmla="*/ 12 h 39"/>
                <a:gd name="T36" fmla="*/ 12 w 52"/>
                <a:gd name="T37" fmla="*/ 17 h 39"/>
                <a:gd name="T38" fmla="*/ 12 w 52"/>
                <a:gd name="T39" fmla="*/ 17 h 39"/>
                <a:gd name="T40" fmla="*/ 10 w 52"/>
                <a:gd name="T41" fmla="*/ 17 h 39"/>
                <a:gd name="T42" fmla="*/ 8 w 52"/>
                <a:gd name="T43" fmla="*/ 16 h 39"/>
                <a:gd name="T44" fmla="*/ 5 w 52"/>
                <a:gd name="T45" fmla="*/ 13 h 39"/>
                <a:gd name="T46" fmla="*/ 6 w 52"/>
                <a:gd name="T47" fmla="*/ 16 h 39"/>
                <a:gd name="T48" fmla="*/ 6 w 52"/>
                <a:gd name="T49" fmla="*/ 20 h 39"/>
                <a:gd name="T50" fmla="*/ 10 w 52"/>
                <a:gd name="T51" fmla="*/ 23 h 39"/>
                <a:gd name="T52" fmla="*/ 16 w 52"/>
                <a:gd name="T53" fmla="*/ 18 h 39"/>
                <a:gd name="T54" fmla="*/ 16 w 52"/>
                <a:gd name="T55" fmla="*/ 18 h 39"/>
                <a:gd name="T56" fmla="*/ 21 w 52"/>
                <a:gd name="T57" fmla="*/ 23 h 39"/>
                <a:gd name="T58" fmla="*/ 19 w 52"/>
                <a:gd name="T59" fmla="*/ 27 h 39"/>
                <a:gd name="T60" fmla="*/ 21 w 52"/>
                <a:gd name="T61" fmla="*/ 28 h 39"/>
                <a:gd name="T62" fmla="*/ 24 w 52"/>
                <a:gd name="T63" fmla="*/ 29 h 39"/>
                <a:gd name="T64" fmla="*/ 44 w 52"/>
                <a:gd name="T65" fmla="*/ 38 h 39"/>
                <a:gd name="T66" fmla="*/ 46 w 52"/>
                <a:gd name="T67" fmla="*/ 39 h 39"/>
                <a:gd name="T68" fmla="*/ 48 w 52"/>
                <a:gd name="T69" fmla="*/ 38 h 39"/>
                <a:gd name="T70" fmla="*/ 48 w 52"/>
                <a:gd name="T71" fmla="*/ 37 h 39"/>
                <a:gd name="T72" fmla="*/ 47 w 52"/>
                <a:gd name="T73" fmla="*/ 33 h 39"/>
                <a:gd name="T74" fmla="*/ 27 w 52"/>
                <a:gd name="T75" fmla="*/ 24 h 39"/>
                <a:gd name="T76" fmla="*/ 27 w 52"/>
                <a:gd name="T77" fmla="*/ 22 h 39"/>
                <a:gd name="T78" fmla="*/ 28 w 52"/>
                <a:gd name="T79" fmla="*/ 22 h 39"/>
                <a:gd name="T80" fmla="*/ 47 w 52"/>
                <a:gd name="T81" fmla="*/ 32 h 39"/>
                <a:gd name="T82" fmla="*/ 49 w 52"/>
                <a:gd name="T83" fmla="*/ 32 h 39"/>
                <a:gd name="T84" fmla="*/ 52 w 52"/>
                <a:gd name="T85" fmla="*/ 30 h 39"/>
                <a:gd name="T86" fmla="*/ 52 w 52"/>
                <a:gd name="T87" fmla="*/ 30 h 39"/>
                <a:gd name="T88" fmla="*/ 50 w 52"/>
                <a:gd name="T89" fmla="*/ 26 h 39"/>
                <a:gd name="T90" fmla="*/ 30 w 52"/>
                <a:gd name="T91" fmla="*/ 17 h 39"/>
                <a:gd name="T92" fmla="*/ 27 w 52"/>
                <a:gd name="T93" fmla="*/ 16 h 39"/>
                <a:gd name="T94" fmla="*/ 18 w 52"/>
                <a:gd name="T95" fmla="*/ 11 h 39"/>
                <a:gd name="T96" fmla="*/ 16 w 52"/>
                <a:gd name="T97" fmla="*/ 12 h 39"/>
                <a:gd name="T98" fmla="*/ 14 w 52"/>
                <a:gd name="T99" fmla="*/ 11 h 39"/>
                <a:gd name="T100" fmla="*/ 4 w 52"/>
                <a:gd name="T101" fmla="*/ 1 h 39"/>
                <a:gd name="T102" fmla="*/ 12 w 52"/>
                <a:gd name="T103" fmla="*/ 0 h 39"/>
                <a:gd name="T104" fmla="*/ 18 w 52"/>
                <a:gd name="T105" fmla="*/ 7 h 39"/>
                <a:gd name="T106" fmla="*/ 19 w 52"/>
                <a:gd name="T107" fmla="*/ 9 h 39"/>
                <a:gd name="T108" fmla="*/ 26 w 52"/>
                <a:gd name="T109" fmla="*/ 12 h 39"/>
                <a:gd name="T110" fmla="*/ 26 w 52"/>
                <a:gd name="T111" fmla="*/ 12 h 39"/>
                <a:gd name="T112" fmla="*/ 28 w 52"/>
                <a:gd name="T113" fmla="*/ 11 h 39"/>
                <a:gd name="T114" fmla="*/ 27 w 52"/>
                <a:gd name="T115" fmla="*/ 8 h 39"/>
                <a:gd name="T116" fmla="*/ 12 w 52"/>
                <a:gd name="T11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2" h="39">
                  <a:moveTo>
                    <a:pt x="6" y="24"/>
                  </a:moveTo>
                  <a:cubicBezTo>
                    <a:pt x="6" y="29"/>
                    <a:pt x="6" y="29"/>
                    <a:pt x="6" y="29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8" y="33"/>
                    <a:pt x="18" y="32"/>
                  </a:cubicBezTo>
                  <a:cubicBezTo>
                    <a:pt x="19" y="31"/>
                    <a:pt x="18" y="30"/>
                    <a:pt x="17" y="29"/>
                  </a:cubicBezTo>
                  <a:cubicBezTo>
                    <a:pt x="17" y="29"/>
                    <a:pt x="17" y="29"/>
                    <a:pt x="15" y="28"/>
                  </a:cubicBezTo>
                  <a:cubicBezTo>
                    <a:pt x="14" y="28"/>
                    <a:pt x="13" y="27"/>
                    <a:pt x="12" y="26"/>
                  </a:cubicBezTo>
                  <a:cubicBezTo>
                    <a:pt x="10" y="25"/>
                    <a:pt x="7" y="24"/>
                    <a:pt x="6" y="24"/>
                  </a:cubicBezTo>
                  <a:moveTo>
                    <a:pt x="0" y="8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" y="9"/>
                    <a:pt x="1" y="9"/>
                    <a:pt x="2" y="9"/>
                  </a:cubicBezTo>
                  <a:cubicBezTo>
                    <a:pt x="0" y="8"/>
                    <a:pt x="0" y="8"/>
                    <a:pt x="0" y="8"/>
                  </a:cubicBezTo>
                  <a:moveTo>
                    <a:pt x="4" y="1"/>
                  </a:moveTo>
                  <a:cubicBezTo>
                    <a:pt x="4" y="1"/>
                    <a:pt x="3" y="1"/>
                    <a:pt x="3" y="2"/>
                  </a:cubicBezTo>
                  <a:cubicBezTo>
                    <a:pt x="7" y="6"/>
                    <a:pt x="13" y="12"/>
                    <a:pt x="13" y="12"/>
                  </a:cubicBezTo>
                  <a:cubicBezTo>
                    <a:pt x="14" y="13"/>
                    <a:pt x="13" y="16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0" y="17"/>
                  </a:cubicBezTo>
                  <a:cubicBezTo>
                    <a:pt x="10" y="17"/>
                    <a:pt x="9" y="17"/>
                    <a:pt x="8" y="16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6" y="14"/>
                    <a:pt x="6" y="15"/>
                    <a:pt x="6" y="16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1"/>
                    <a:pt x="8" y="22"/>
                    <a:pt x="10" y="23"/>
                  </a:cubicBezTo>
                  <a:cubicBezTo>
                    <a:pt x="11" y="20"/>
                    <a:pt x="13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8"/>
                    <a:pt x="21" y="20"/>
                    <a:pt x="21" y="23"/>
                  </a:cubicBezTo>
                  <a:cubicBezTo>
                    <a:pt x="21" y="24"/>
                    <a:pt x="20" y="26"/>
                    <a:pt x="19" y="27"/>
                  </a:cubicBezTo>
                  <a:cubicBezTo>
                    <a:pt x="20" y="27"/>
                    <a:pt x="21" y="27"/>
                    <a:pt x="21" y="28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45" y="39"/>
                    <a:pt x="46" y="39"/>
                    <a:pt x="46" y="39"/>
                  </a:cubicBezTo>
                  <a:cubicBezTo>
                    <a:pt x="47" y="39"/>
                    <a:pt x="48" y="39"/>
                    <a:pt x="48" y="38"/>
                  </a:cubicBezTo>
                  <a:cubicBezTo>
                    <a:pt x="48" y="37"/>
                    <a:pt x="48" y="37"/>
                    <a:pt x="48" y="37"/>
                  </a:cubicBezTo>
                  <a:cubicBezTo>
                    <a:pt x="49" y="36"/>
                    <a:pt x="48" y="34"/>
                    <a:pt x="47" y="33"/>
                  </a:cubicBezTo>
                  <a:cubicBezTo>
                    <a:pt x="47" y="33"/>
                    <a:pt x="28" y="24"/>
                    <a:pt x="27" y="24"/>
                  </a:cubicBezTo>
                  <a:cubicBezTo>
                    <a:pt x="26" y="23"/>
                    <a:pt x="26" y="22"/>
                    <a:pt x="27" y="22"/>
                  </a:cubicBezTo>
                  <a:cubicBezTo>
                    <a:pt x="27" y="22"/>
                    <a:pt x="27" y="22"/>
                    <a:pt x="28" y="22"/>
                  </a:cubicBezTo>
                  <a:cubicBezTo>
                    <a:pt x="29" y="23"/>
                    <a:pt x="47" y="32"/>
                    <a:pt x="47" y="32"/>
                  </a:cubicBezTo>
                  <a:cubicBezTo>
                    <a:pt x="48" y="32"/>
                    <a:pt x="48" y="32"/>
                    <a:pt x="49" y="32"/>
                  </a:cubicBezTo>
                  <a:cubicBezTo>
                    <a:pt x="50" y="32"/>
                    <a:pt x="51" y="31"/>
                    <a:pt x="52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28"/>
                    <a:pt x="52" y="27"/>
                    <a:pt x="50" y="26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5" y="15"/>
                    <a:pt x="21" y="13"/>
                    <a:pt x="18" y="11"/>
                  </a:cubicBezTo>
                  <a:cubicBezTo>
                    <a:pt x="17" y="12"/>
                    <a:pt x="16" y="12"/>
                    <a:pt x="16" y="12"/>
                  </a:cubicBezTo>
                  <a:cubicBezTo>
                    <a:pt x="15" y="12"/>
                    <a:pt x="14" y="12"/>
                    <a:pt x="14" y="11"/>
                  </a:cubicBezTo>
                  <a:cubicBezTo>
                    <a:pt x="14" y="11"/>
                    <a:pt x="8" y="5"/>
                    <a:pt x="4" y="1"/>
                  </a:cubicBezTo>
                  <a:moveTo>
                    <a:pt x="12" y="0"/>
                  </a:moveTo>
                  <a:cubicBezTo>
                    <a:pt x="18" y="7"/>
                    <a:pt x="18" y="7"/>
                    <a:pt x="18" y="7"/>
                  </a:cubicBezTo>
                  <a:cubicBezTo>
                    <a:pt x="18" y="8"/>
                    <a:pt x="19" y="8"/>
                    <a:pt x="19" y="9"/>
                  </a:cubicBezTo>
                  <a:cubicBezTo>
                    <a:pt x="22" y="10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7" y="12"/>
                    <a:pt x="28" y="11"/>
                    <a:pt x="28" y="11"/>
                  </a:cubicBezTo>
                  <a:cubicBezTo>
                    <a:pt x="29" y="10"/>
                    <a:pt x="28" y="8"/>
                    <a:pt x="27" y="8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08" name="Freeform 886"/>
            <p:cNvSpPr>
              <a:spLocks/>
            </p:cNvSpPr>
            <p:nvPr/>
          </p:nvSpPr>
          <p:spPr bwMode="auto">
            <a:xfrm>
              <a:off x="2099444" y="4041776"/>
              <a:ext cx="49213" cy="30163"/>
            </a:xfrm>
            <a:custGeom>
              <a:avLst/>
              <a:gdLst>
                <a:gd name="T0" fmla="*/ 9 w 11"/>
                <a:gd name="T1" fmla="*/ 0 h 7"/>
                <a:gd name="T2" fmla="*/ 0 w 11"/>
                <a:gd name="T3" fmla="*/ 5 h 7"/>
                <a:gd name="T4" fmla="*/ 1 w 11"/>
                <a:gd name="T5" fmla="*/ 7 h 7"/>
                <a:gd name="T6" fmla="*/ 9 w 11"/>
                <a:gd name="T7" fmla="*/ 7 h 7"/>
                <a:gd name="T8" fmla="*/ 10 w 11"/>
                <a:gd name="T9" fmla="*/ 6 h 7"/>
                <a:gd name="T10" fmla="*/ 9 w 11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7">
                  <a:moveTo>
                    <a:pt x="9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1" y="7"/>
                    <a:pt x="1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10" y="7"/>
                    <a:pt x="10" y="6"/>
                    <a:pt x="10" y="6"/>
                  </a:cubicBezTo>
                  <a:cubicBezTo>
                    <a:pt x="11" y="4"/>
                    <a:pt x="10" y="2"/>
                    <a:pt x="9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09" name="Freeform 887"/>
            <p:cNvSpPr>
              <a:spLocks noEditPoints="1"/>
            </p:cNvSpPr>
            <p:nvPr/>
          </p:nvSpPr>
          <p:spPr bwMode="auto">
            <a:xfrm>
              <a:off x="2042294" y="3878263"/>
              <a:ext cx="206375" cy="203200"/>
            </a:xfrm>
            <a:custGeom>
              <a:avLst/>
              <a:gdLst>
                <a:gd name="T0" fmla="*/ 39 w 47"/>
                <a:gd name="T1" fmla="*/ 43 h 46"/>
                <a:gd name="T2" fmla="*/ 46 w 47"/>
                <a:gd name="T3" fmla="*/ 46 h 46"/>
                <a:gd name="T4" fmla="*/ 47 w 47"/>
                <a:gd name="T5" fmla="*/ 44 h 46"/>
                <a:gd name="T6" fmla="*/ 40 w 47"/>
                <a:gd name="T7" fmla="*/ 41 h 46"/>
                <a:gd name="T8" fmla="*/ 11 w 47"/>
                <a:gd name="T9" fmla="*/ 35 h 46"/>
                <a:gd name="T10" fmla="*/ 12 w 47"/>
                <a:gd name="T11" fmla="*/ 36 h 46"/>
                <a:gd name="T12" fmla="*/ 13 w 47"/>
                <a:gd name="T13" fmla="*/ 34 h 46"/>
                <a:gd name="T14" fmla="*/ 24 w 47"/>
                <a:gd name="T15" fmla="*/ 28 h 46"/>
                <a:gd name="T16" fmla="*/ 19 w 47"/>
                <a:gd name="T17" fmla="*/ 33 h 46"/>
                <a:gd name="T18" fmla="*/ 20 w 47"/>
                <a:gd name="T19" fmla="*/ 33 h 46"/>
                <a:gd name="T20" fmla="*/ 23 w 47"/>
                <a:gd name="T21" fmla="*/ 34 h 46"/>
                <a:gd name="T22" fmla="*/ 28 w 47"/>
                <a:gd name="T23" fmla="*/ 43 h 46"/>
                <a:gd name="T24" fmla="*/ 31 w 47"/>
                <a:gd name="T25" fmla="*/ 37 h 46"/>
                <a:gd name="T26" fmla="*/ 26 w 47"/>
                <a:gd name="T27" fmla="*/ 29 h 46"/>
                <a:gd name="T28" fmla="*/ 32 w 47"/>
                <a:gd name="T29" fmla="*/ 36 h 46"/>
                <a:gd name="T30" fmla="*/ 38 w 47"/>
                <a:gd name="T31" fmla="*/ 35 h 46"/>
                <a:gd name="T32" fmla="*/ 31 w 47"/>
                <a:gd name="T33" fmla="*/ 26 h 46"/>
                <a:gd name="T34" fmla="*/ 0 w 47"/>
                <a:gd name="T35" fmla="*/ 23 h 46"/>
                <a:gd name="T36" fmla="*/ 1 w 47"/>
                <a:gd name="T37" fmla="*/ 23 h 46"/>
                <a:gd name="T38" fmla="*/ 0 w 47"/>
                <a:gd name="T39" fmla="*/ 23 h 46"/>
                <a:gd name="T40" fmla="*/ 20 w 47"/>
                <a:gd name="T41" fmla="*/ 21 h 46"/>
                <a:gd name="T42" fmla="*/ 21 w 47"/>
                <a:gd name="T43" fmla="*/ 23 h 46"/>
                <a:gd name="T44" fmla="*/ 31 w 47"/>
                <a:gd name="T45" fmla="*/ 15 h 46"/>
                <a:gd name="T46" fmla="*/ 29 w 47"/>
                <a:gd name="T47" fmla="*/ 18 h 46"/>
                <a:gd name="T48" fmla="*/ 31 w 47"/>
                <a:gd name="T49" fmla="*/ 15 h 46"/>
                <a:gd name="T50" fmla="*/ 5 w 47"/>
                <a:gd name="T51" fmla="*/ 12 h 46"/>
                <a:gd name="T52" fmla="*/ 5 w 47"/>
                <a:gd name="T53" fmla="*/ 14 h 46"/>
                <a:gd name="T54" fmla="*/ 8 w 47"/>
                <a:gd name="T55" fmla="*/ 13 h 46"/>
                <a:gd name="T56" fmla="*/ 16 w 47"/>
                <a:gd name="T57" fmla="*/ 0 h 46"/>
                <a:gd name="T58" fmla="*/ 10 w 47"/>
                <a:gd name="T59" fmla="*/ 3 h 46"/>
                <a:gd name="T60" fmla="*/ 19 w 47"/>
                <a:gd name="T61" fmla="*/ 8 h 46"/>
                <a:gd name="T62" fmla="*/ 19 w 47"/>
                <a:gd name="T63" fmla="*/ 9 h 46"/>
                <a:gd name="T64" fmla="*/ 24 w 47"/>
                <a:gd name="T65" fmla="*/ 12 h 46"/>
                <a:gd name="T66" fmla="*/ 23 w 47"/>
                <a:gd name="T67" fmla="*/ 6 h 46"/>
                <a:gd name="T68" fmla="*/ 20 w 47"/>
                <a:gd name="T69" fmla="*/ 3 h 46"/>
                <a:gd name="T70" fmla="*/ 16 w 47"/>
                <a:gd name="T71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7" h="46">
                  <a:moveTo>
                    <a:pt x="40" y="41"/>
                  </a:moveTo>
                  <a:cubicBezTo>
                    <a:pt x="39" y="41"/>
                    <a:pt x="38" y="43"/>
                    <a:pt x="39" y="43"/>
                  </a:cubicBezTo>
                  <a:cubicBezTo>
                    <a:pt x="40" y="44"/>
                    <a:pt x="43" y="45"/>
                    <a:pt x="46" y="46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7" y="45"/>
                    <a:pt x="47" y="44"/>
                    <a:pt x="47" y="44"/>
                  </a:cubicBezTo>
                  <a:cubicBezTo>
                    <a:pt x="44" y="42"/>
                    <a:pt x="41" y="41"/>
                    <a:pt x="41" y="41"/>
                  </a:cubicBezTo>
                  <a:cubicBezTo>
                    <a:pt x="40" y="41"/>
                    <a:pt x="40" y="41"/>
                    <a:pt x="40" y="41"/>
                  </a:cubicBezTo>
                  <a:moveTo>
                    <a:pt x="13" y="34"/>
                  </a:moveTo>
                  <a:cubicBezTo>
                    <a:pt x="13" y="34"/>
                    <a:pt x="12" y="35"/>
                    <a:pt x="11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6"/>
                    <a:pt x="12" y="36"/>
                  </a:cubicBezTo>
                  <a:cubicBezTo>
                    <a:pt x="12" y="35"/>
                    <a:pt x="13" y="35"/>
                    <a:pt x="13" y="35"/>
                  </a:cubicBezTo>
                  <a:cubicBezTo>
                    <a:pt x="13" y="35"/>
                    <a:pt x="13" y="34"/>
                    <a:pt x="13" y="34"/>
                  </a:cubicBezTo>
                  <a:moveTo>
                    <a:pt x="30" y="24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1" y="33"/>
                    <a:pt x="21" y="33"/>
                  </a:cubicBezTo>
                  <a:cubicBezTo>
                    <a:pt x="22" y="33"/>
                    <a:pt x="23" y="34"/>
                    <a:pt x="23" y="34"/>
                  </a:cubicBezTo>
                  <a:cubicBezTo>
                    <a:pt x="23" y="35"/>
                    <a:pt x="23" y="36"/>
                    <a:pt x="23" y="3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0" y="38"/>
                    <a:pt x="31" y="37"/>
                    <a:pt x="31" y="37"/>
                  </a:cubicBezTo>
                  <a:cubicBezTo>
                    <a:pt x="28" y="34"/>
                    <a:pt x="26" y="31"/>
                    <a:pt x="26" y="31"/>
                  </a:cubicBezTo>
                  <a:cubicBezTo>
                    <a:pt x="25" y="30"/>
                    <a:pt x="25" y="29"/>
                    <a:pt x="26" y="29"/>
                  </a:cubicBezTo>
                  <a:cubicBezTo>
                    <a:pt x="26" y="29"/>
                    <a:pt x="26" y="30"/>
                    <a:pt x="27" y="30"/>
                  </a:cubicBezTo>
                  <a:cubicBezTo>
                    <a:pt x="27" y="30"/>
                    <a:pt x="29" y="33"/>
                    <a:pt x="32" y="36"/>
                  </a:cubicBezTo>
                  <a:cubicBezTo>
                    <a:pt x="33" y="35"/>
                    <a:pt x="34" y="34"/>
                    <a:pt x="35" y="34"/>
                  </a:cubicBezTo>
                  <a:cubicBezTo>
                    <a:pt x="36" y="34"/>
                    <a:pt x="37" y="34"/>
                    <a:pt x="38" y="35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0" y="24"/>
                    <a:pt x="30" y="24"/>
                    <a:pt x="30" y="24"/>
                  </a:cubicBezTo>
                  <a:moveTo>
                    <a:pt x="0" y="23"/>
                  </a:moveTo>
                  <a:cubicBezTo>
                    <a:pt x="1" y="23"/>
                    <a:pt x="1" y="23"/>
                    <a:pt x="1" y="23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1" y="23"/>
                    <a:pt x="1" y="23"/>
                    <a:pt x="0" y="23"/>
                  </a:cubicBezTo>
                  <a:moveTo>
                    <a:pt x="21" y="21"/>
                  </a:moveTo>
                  <a:cubicBezTo>
                    <a:pt x="21" y="21"/>
                    <a:pt x="21" y="21"/>
                    <a:pt x="20" y="21"/>
                  </a:cubicBezTo>
                  <a:cubicBezTo>
                    <a:pt x="19" y="22"/>
                    <a:pt x="20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1"/>
                  </a:cubicBezTo>
                  <a:moveTo>
                    <a:pt x="31" y="15"/>
                  </a:moveTo>
                  <a:cubicBezTo>
                    <a:pt x="30" y="16"/>
                    <a:pt x="29" y="16"/>
                    <a:pt x="28" y="17"/>
                  </a:cubicBezTo>
                  <a:cubicBezTo>
                    <a:pt x="29" y="17"/>
                    <a:pt x="29" y="18"/>
                    <a:pt x="29" y="18"/>
                  </a:cubicBezTo>
                  <a:cubicBezTo>
                    <a:pt x="30" y="18"/>
                    <a:pt x="31" y="17"/>
                    <a:pt x="32" y="16"/>
                  </a:cubicBezTo>
                  <a:cubicBezTo>
                    <a:pt x="31" y="15"/>
                    <a:pt x="31" y="15"/>
                    <a:pt x="31" y="15"/>
                  </a:cubicBezTo>
                  <a:moveTo>
                    <a:pt x="6" y="11"/>
                  </a:moveTo>
                  <a:cubicBezTo>
                    <a:pt x="6" y="11"/>
                    <a:pt x="6" y="11"/>
                    <a:pt x="5" y="12"/>
                  </a:cubicBezTo>
                  <a:cubicBezTo>
                    <a:pt x="5" y="12"/>
                    <a:pt x="5" y="13"/>
                    <a:pt x="4" y="14"/>
                  </a:cubicBezTo>
                  <a:cubicBezTo>
                    <a:pt x="4" y="14"/>
                    <a:pt x="5" y="14"/>
                    <a:pt x="5" y="14"/>
                  </a:cubicBezTo>
                  <a:cubicBezTo>
                    <a:pt x="5" y="14"/>
                    <a:pt x="5" y="15"/>
                    <a:pt x="5" y="15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8" y="12"/>
                    <a:pt x="7" y="11"/>
                    <a:pt x="6" y="11"/>
                  </a:cubicBezTo>
                  <a:moveTo>
                    <a:pt x="16" y="0"/>
                  </a:moveTo>
                  <a:cubicBezTo>
                    <a:pt x="14" y="0"/>
                    <a:pt x="12" y="1"/>
                    <a:pt x="11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3"/>
                    <a:pt x="12" y="4"/>
                    <a:pt x="13" y="5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8"/>
                    <a:pt x="19" y="8"/>
                    <a:pt x="19" y="9"/>
                  </a:cubicBezTo>
                  <a:cubicBezTo>
                    <a:pt x="19" y="9"/>
                    <a:pt x="20" y="9"/>
                    <a:pt x="20" y="10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1" y="5"/>
                    <a:pt x="20" y="4"/>
                    <a:pt x="20" y="3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8" y="1"/>
                    <a:pt x="17" y="0"/>
                    <a:pt x="1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10" name="Freeform 888"/>
            <p:cNvSpPr>
              <a:spLocks noEditPoints="1"/>
            </p:cNvSpPr>
            <p:nvPr/>
          </p:nvSpPr>
          <p:spPr bwMode="auto">
            <a:xfrm>
              <a:off x="2166119" y="4027488"/>
              <a:ext cx="82550" cy="79375"/>
            </a:xfrm>
            <a:custGeom>
              <a:avLst/>
              <a:gdLst>
                <a:gd name="T0" fmla="*/ 3 w 19"/>
                <a:gd name="T1" fmla="*/ 3 h 18"/>
                <a:gd name="T2" fmla="*/ 2 w 19"/>
                <a:gd name="T3" fmla="*/ 4 h 18"/>
                <a:gd name="T4" fmla="*/ 0 w 19"/>
                <a:gd name="T5" fmla="*/ 9 h 18"/>
                <a:gd name="T6" fmla="*/ 2 w 19"/>
                <a:gd name="T7" fmla="*/ 10 h 18"/>
                <a:gd name="T8" fmla="*/ 5 w 19"/>
                <a:gd name="T9" fmla="*/ 14 h 18"/>
                <a:gd name="T10" fmla="*/ 8 w 19"/>
                <a:gd name="T11" fmla="*/ 17 h 18"/>
                <a:gd name="T12" fmla="*/ 10 w 19"/>
                <a:gd name="T13" fmla="*/ 18 h 18"/>
                <a:gd name="T14" fmla="*/ 12 w 19"/>
                <a:gd name="T15" fmla="*/ 18 h 18"/>
                <a:gd name="T16" fmla="*/ 12 w 19"/>
                <a:gd name="T17" fmla="*/ 18 h 18"/>
                <a:gd name="T18" fmla="*/ 13 w 19"/>
                <a:gd name="T19" fmla="*/ 13 h 18"/>
                <a:gd name="T20" fmla="*/ 3 w 19"/>
                <a:gd name="T21" fmla="*/ 3 h 18"/>
                <a:gd name="T22" fmla="*/ 7 w 19"/>
                <a:gd name="T23" fmla="*/ 0 h 18"/>
                <a:gd name="T24" fmla="*/ 4 w 19"/>
                <a:gd name="T25" fmla="*/ 2 h 18"/>
                <a:gd name="T26" fmla="*/ 14 w 19"/>
                <a:gd name="T27" fmla="*/ 12 h 18"/>
                <a:gd name="T28" fmla="*/ 16 w 19"/>
                <a:gd name="T29" fmla="*/ 13 h 18"/>
                <a:gd name="T30" fmla="*/ 18 w 19"/>
                <a:gd name="T31" fmla="*/ 12 h 18"/>
                <a:gd name="T32" fmla="*/ 11 w 19"/>
                <a:gd name="T33" fmla="*/ 9 h 18"/>
                <a:gd name="T34" fmla="*/ 12 w 19"/>
                <a:gd name="T35" fmla="*/ 7 h 18"/>
                <a:gd name="T36" fmla="*/ 13 w 19"/>
                <a:gd name="T37" fmla="*/ 7 h 18"/>
                <a:gd name="T38" fmla="*/ 19 w 19"/>
                <a:gd name="T39" fmla="*/ 10 h 18"/>
                <a:gd name="T40" fmla="*/ 18 w 19"/>
                <a:gd name="T41" fmla="*/ 8 h 18"/>
                <a:gd name="T42" fmla="*/ 12 w 19"/>
                <a:gd name="T43" fmla="*/ 1 h 18"/>
                <a:gd name="T44" fmla="*/ 10 w 19"/>
                <a:gd name="T45" fmla="*/ 1 h 18"/>
                <a:gd name="T46" fmla="*/ 7 w 19"/>
                <a:gd name="T4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9" h="18">
                  <a:moveTo>
                    <a:pt x="3" y="3"/>
                  </a:moveTo>
                  <a:cubicBezTo>
                    <a:pt x="3" y="3"/>
                    <a:pt x="2" y="4"/>
                    <a:pt x="2" y="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4" y="11"/>
                    <a:pt x="5" y="12"/>
                    <a:pt x="5" y="14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8"/>
                    <a:pt x="10" y="18"/>
                    <a:pt x="10" y="18"/>
                  </a:cubicBezTo>
                  <a:cubicBezTo>
                    <a:pt x="11" y="18"/>
                    <a:pt x="11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3" y="17"/>
                    <a:pt x="14" y="14"/>
                    <a:pt x="13" y="13"/>
                  </a:cubicBezTo>
                  <a:cubicBezTo>
                    <a:pt x="13" y="13"/>
                    <a:pt x="7" y="7"/>
                    <a:pt x="3" y="3"/>
                  </a:cubicBezTo>
                  <a:moveTo>
                    <a:pt x="7" y="0"/>
                  </a:moveTo>
                  <a:cubicBezTo>
                    <a:pt x="6" y="0"/>
                    <a:pt x="5" y="1"/>
                    <a:pt x="4" y="2"/>
                  </a:cubicBezTo>
                  <a:cubicBezTo>
                    <a:pt x="8" y="6"/>
                    <a:pt x="14" y="12"/>
                    <a:pt x="14" y="12"/>
                  </a:cubicBezTo>
                  <a:cubicBezTo>
                    <a:pt x="14" y="13"/>
                    <a:pt x="15" y="13"/>
                    <a:pt x="16" y="13"/>
                  </a:cubicBezTo>
                  <a:cubicBezTo>
                    <a:pt x="16" y="13"/>
                    <a:pt x="17" y="13"/>
                    <a:pt x="18" y="12"/>
                  </a:cubicBezTo>
                  <a:cubicBezTo>
                    <a:pt x="15" y="11"/>
                    <a:pt x="12" y="10"/>
                    <a:pt x="11" y="9"/>
                  </a:cubicBezTo>
                  <a:cubicBezTo>
                    <a:pt x="10" y="9"/>
                    <a:pt x="11" y="7"/>
                    <a:pt x="12" y="7"/>
                  </a:cubicBezTo>
                  <a:cubicBezTo>
                    <a:pt x="12" y="7"/>
                    <a:pt x="12" y="7"/>
                    <a:pt x="13" y="7"/>
                  </a:cubicBezTo>
                  <a:cubicBezTo>
                    <a:pt x="13" y="7"/>
                    <a:pt x="16" y="8"/>
                    <a:pt x="19" y="10"/>
                  </a:cubicBezTo>
                  <a:cubicBezTo>
                    <a:pt x="19" y="9"/>
                    <a:pt x="18" y="9"/>
                    <a:pt x="18" y="8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9" y="0"/>
                    <a:pt x="8" y="0"/>
                    <a:pt x="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11" name="Freeform 889"/>
            <p:cNvSpPr>
              <a:spLocks/>
            </p:cNvSpPr>
            <p:nvPr/>
          </p:nvSpPr>
          <p:spPr bwMode="auto">
            <a:xfrm>
              <a:off x="2012131" y="3856038"/>
              <a:ext cx="52388" cy="49213"/>
            </a:xfrm>
            <a:custGeom>
              <a:avLst/>
              <a:gdLst>
                <a:gd name="T0" fmla="*/ 6 w 12"/>
                <a:gd name="T1" fmla="*/ 0 h 11"/>
                <a:gd name="T2" fmla="*/ 2 w 12"/>
                <a:gd name="T3" fmla="*/ 1 h 11"/>
                <a:gd name="T4" fmla="*/ 2 w 12"/>
                <a:gd name="T5" fmla="*/ 9 h 11"/>
                <a:gd name="T6" fmla="*/ 6 w 12"/>
                <a:gd name="T7" fmla="*/ 11 h 11"/>
                <a:gd name="T8" fmla="*/ 9 w 12"/>
                <a:gd name="T9" fmla="*/ 9 h 11"/>
                <a:gd name="T10" fmla="*/ 10 w 12"/>
                <a:gd name="T11" fmla="*/ 2 h 11"/>
                <a:gd name="T12" fmla="*/ 6 w 12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1">
                  <a:moveTo>
                    <a:pt x="6" y="0"/>
                  </a:moveTo>
                  <a:cubicBezTo>
                    <a:pt x="4" y="0"/>
                    <a:pt x="3" y="1"/>
                    <a:pt x="2" y="1"/>
                  </a:cubicBezTo>
                  <a:cubicBezTo>
                    <a:pt x="0" y="3"/>
                    <a:pt x="0" y="7"/>
                    <a:pt x="2" y="9"/>
                  </a:cubicBezTo>
                  <a:cubicBezTo>
                    <a:pt x="3" y="10"/>
                    <a:pt x="4" y="11"/>
                    <a:pt x="6" y="11"/>
                  </a:cubicBezTo>
                  <a:cubicBezTo>
                    <a:pt x="7" y="11"/>
                    <a:pt x="8" y="10"/>
                    <a:pt x="9" y="9"/>
                  </a:cubicBezTo>
                  <a:cubicBezTo>
                    <a:pt x="11" y="7"/>
                    <a:pt x="12" y="4"/>
                    <a:pt x="10" y="2"/>
                  </a:cubicBezTo>
                  <a:cubicBezTo>
                    <a:pt x="9" y="1"/>
                    <a:pt x="7" y="0"/>
                    <a:pt x="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12" name="Freeform 890"/>
            <p:cNvSpPr>
              <a:spLocks/>
            </p:cNvSpPr>
            <p:nvPr/>
          </p:nvSpPr>
          <p:spPr bwMode="auto">
            <a:xfrm>
              <a:off x="1897831" y="2487613"/>
              <a:ext cx="246063" cy="198438"/>
            </a:xfrm>
            <a:custGeom>
              <a:avLst/>
              <a:gdLst>
                <a:gd name="T0" fmla="*/ 54 w 56"/>
                <a:gd name="T1" fmla="*/ 17 h 45"/>
                <a:gd name="T2" fmla="*/ 47 w 56"/>
                <a:gd name="T3" fmla="*/ 4 h 45"/>
                <a:gd name="T4" fmla="*/ 38 w 56"/>
                <a:gd name="T5" fmla="*/ 2 h 45"/>
                <a:gd name="T6" fmla="*/ 22 w 56"/>
                <a:gd name="T7" fmla="*/ 12 h 45"/>
                <a:gd name="T8" fmla="*/ 21 w 56"/>
                <a:gd name="T9" fmla="*/ 15 h 45"/>
                <a:gd name="T10" fmla="*/ 24 w 56"/>
                <a:gd name="T11" fmla="*/ 15 h 45"/>
                <a:gd name="T12" fmla="*/ 37 w 56"/>
                <a:gd name="T13" fmla="*/ 8 h 45"/>
                <a:gd name="T14" fmla="*/ 38 w 56"/>
                <a:gd name="T15" fmla="*/ 10 h 45"/>
                <a:gd name="T16" fmla="*/ 23 w 56"/>
                <a:gd name="T17" fmla="*/ 19 h 45"/>
                <a:gd name="T18" fmla="*/ 21 w 56"/>
                <a:gd name="T19" fmla="*/ 21 h 45"/>
                <a:gd name="T20" fmla="*/ 2 w 56"/>
                <a:gd name="T21" fmla="*/ 33 h 45"/>
                <a:gd name="T22" fmla="*/ 0 w 56"/>
                <a:gd name="T23" fmla="*/ 36 h 45"/>
                <a:gd name="T24" fmla="*/ 1 w 56"/>
                <a:gd name="T25" fmla="*/ 37 h 45"/>
                <a:gd name="T26" fmla="*/ 5 w 56"/>
                <a:gd name="T27" fmla="*/ 38 h 45"/>
                <a:gd name="T28" fmla="*/ 24 w 56"/>
                <a:gd name="T29" fmla="*/ 26 h 45"/>
                <a:gd name="T30" fmla="*/ 24 w 56"/>
                <a:gd name="T31" fmla="*/ 27 h 45"/>
                <a:gd name="T32" fmla="*/ 6 w 56"/>
                <a:gd name="T33" fmla="*/ 39 h 45"/>
                <a:gd name="T34" fmla="*/ 5 w 56"/>
                <a:gd name="T35" fmla="*/ 43 h 45"/>
                <a:gd name="T36" fmla="*/ 5 w 56"/>
                <a:gd name="T37" fmla="*/ 44 h 45"/>
                <a:gd name="T38" fmla="*/ 9 w 56"/>
                <a:gd name="T39" fmla="*/ 44 h 45"/>
                <a:gd name="T40" fmla="*/ 28 w 56"/>
                <a:gd name="T41" fmla="*/ 33 h 45"/>
                <a:gd name="T42" fmla="*/ 30 w 56"/>
                <a:gd name="T43" fmla="*/ 31 h 45"/>
                <a:gd name="T44" fmla="*/ 45 w 56"/>
                <a:gd name="T45" fmla="*/ 22 h 45"/>
                <a:gd name="T46" fmla="*/ 47 w 56"/>
                <a:gd name="T47" fmla="*/ 24 h 45"/>
                <a:gd name="T48" fmla="*/ 34 w 56"/>
                <a:gd name="T49" fmla="*/ 32 h 45"/>
                <a:gd name="T50" fmla="*/ 34 w 56"/>
                <a:gd name="T51" fmla="*/ 35 h 45"/>
                <a:gd name="T52" fmla="*/ 37 w 56"/>
                <a:gd name="T53" fmla="*/ 36 h 45"/>
                <a:gd name="T54" fmla="*/ 53 w 56"/>
                <a:gd name="T55" fmla="*/ 26 h 45"/>
                <a:gd name="T56" fmla="*/ 54 w 56"/>
                <a:gd name="T57" fmla="*/ 1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6" h="45">
                  <a:moveTo>
                    <a:pt x="54" y="17"/>
                  </a:moveTo>
                  <a:cubicBezTo>
                    <a:pt x="47" y="4"/>
                    <a:pt x="47" y="4"/>
                    <a:pt x="47" y="4"/>
                  </a:cubicBezTo>
                  <a:cubicBezTo>
                    <a:pt x="44" y="1"/>
                    <a:pt x="42" y="0"/>
                    <a:pt x="38" y="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2"/>
                    <a:pt x="21" y="14"/>
                    <a:pt x="21" y="15"/>
                  </a:cubicBezTo>
                  <a:cubicBezTo>
                    <a:pt x="22" y="16"/>
                    <a:pt x="23" y="16"/>
                    <a:pt x="24" y="15"/>
                  </a:cubicBezTo>
                  <a:cubicBezTo>
                    <a:pt x="24" y="15"/>
                    <a:pt x="35" y="9"/>
                    <a:pt x="37" y="8"/>
                  </a:cubicBezTo>
                  <a:cubicBezTo>
                    <a:pt x="38" y="7"/>
                    <a:pt x="39" y="10"/>
                    <a:pt x="38" y="10"/>
                  </a:cubicBezTo>
                  <a:cubicBezTo>
                    <a:pt x="37" y="11"/>
                    <a:pt x="28" y="17"/>
                    <a:pt x="23" y="19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0" y="34"/>
                    <a:pt x="0" y="35"/>
                    <a:pt x="0" y="36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8"/>
                    <a:pt x="3" y="39"/>
                    <a:pt x="5" y="38"/>
                  </a:cubicBezTo>
                  <a:cubicBezTo>
                    <a:pt x="5" y="38"/>
                    <a:pt x="22" y="27"/>
                    <a:pt x="24" y="26"/>
                  </a:cubicBezTo>
                  <a:cubicBezTo>
                    <a:pt x="25" y="25"/>
                    <a:pt x="26" y="27"/>
                    <a:pt x="24" y="27"/>
                  </a:cubicBezTo>
                  <a:cubicBezTo>
                    <a:pt x="23" y="28"/>
                    <a:pt x="6" y="39"/>
                    <a:pt x="6" y="39"/>
                  </a:cubicBezTo>
                  <a:cubicBezTo>
                    <a:pt x="4" y="40"/>
                    <a:pt x="4" y="42"/>
                    <a:pt x="5" y="43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5"/>
                    <a:pt x="7" y="45"/>
                    <a:pt x="9" y="44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35" y="28"/>
                    <a:pt x="44" y="22"/>
                    <a:pt x="45" y="22"/>
                  </a:cubicBezTo>
                  <a:cubicBezTo>
                    <a:pt x="46" y="21"/>
                    <a:pt x="48" y="23"/>
                    <a:pt x="47" y="24"/>
                  </a:cubicBezTo>
                  <a:cubicBezTo>
                    <a:pt x="45" y="25"/>
                    <a:pt x="34" y="32"/>
                    <a:pt x="34" y="32"/>
                  </a:cubicBezTo>
                  <a:cubicBezTo>
                    <a:pt x="33" y="32"/>
                    <a:pt x="33" y="34"/>
                    <a:pt x="34" y="35"/>
                  </a:cubicBezTo>
                  <a:cubicBezTo>
                    <a:pt x="34" y="36"/>
                    <a:pt x="36" y="36"/>
                    <a:pt x="37" y="3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6" y="23"/>
                    <a:pt x="56" y="20"/>
                    <a:pt x="54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13" name="Freeform 891"/>
            <p:cNvSpPr>
              <a:spLocks/>
            </p:cNvSpPr>
            <p:nvPr/>
          </p:nvSpPr>
          <p:spPr bwMode="auto">
            <a:xfrm>
              <a:off x="2131194" y="2487613"/>
              <a:ext cx="52388" cy="47625"/>
            </a:xfrm>
            <a:custGeom>
              <a:avLst/>
              <a:gdLst>
                <a:gd name="T0" fmla="*/ 9 w 12"/>
                <a:gd name="T1" fmla="*/ 10 h 11"/>
                <a:gd name="T2" fmla="*/ 1 w 12"/>
                <a:gd name="T3" fmla="*/ 8 h 11"/>
                <a:gd name="T4" fmla="*/ 3 w 12"/>
                <a:gd name="T5" fmla="*/ 1 h 11"/>
                <a:gd name="T6" fmla="*/ 10 w 12"/>
                <a:gd name="T7" fmla="*/ 3 h 11"/>
                <a:gd name="T8" fmla="*/ 9 w 12"/>
                <a:gd name="T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9" y="10"/>
                  </a:moveTo>
                  <a:cubicBezTo>
                    <a:pt x="6" y="11"/>
                    <a:pt x="3" y="11"/>
                    <a:pt x="1" y="8"/>
                  </a:cubicBezTo>
                  <a:cubicBezTo>
                    <a:pt x="0" y="6"/>
                    <a:pt x="1" y="3"/>
                    <a:pt x="3" y="1"/>
                  </a:cubicBezTo>
                  <a:cubicBezTo>
                    <a:pt x="6" y="0"/>
                    <a:pt x="9" y="0"/>
                    <a:pt x="10" y="3"/>
                  </a:cubicBezTo>
                  <a:cubicBezTo>
                    <a:pt x="12" y="5"/>
                    <a:pt x="11" y="8"/>
                    <a:pt x="9" y="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14" name="Freeform 892"/>
            <p:cNvSpPr>
              <a:spLocks noEditPoints="1"/>
            </p:cNvSpPr>
            <p:nvPr/>
          </p:nvSpPr>
          <p:spPr bwMode="auto">
            <a:xfrm>
              <a:off x="1940694" y="4071938"/>
              <a:ext cx="250825" cy="123825"/>
            </a:xfrm>
            <a:custGeom>
              <a:avLst/>
              <a:gdLst>
                <a:gd name="T0" fmla="*/ 55 w 57"/>
                <a:gd name="T1" fmla="*/ 14 h 28"/>
                <a:gd name="T2" fmla="*/ 57 w 57"/>
                <a:gd name="T3" fmla="*/ 11 h 28"/>
                <a:gd name="T4" fmla="*/ 56 w 57"/>
                <a:gd name="T5" fmla="*/ 11 h 28"/>
                <a:gd name="T6" fmla="*/ 11 w 57"/>
                <a:gd name="T7" fmla="*/ 8 h 28"/>
                <a:gd name="T8" fmla="*/ 8 w 57"/>
                <a:gd name="T9" fmla="*/ 9 h 28"/>
                <a:gd name="T10" fmla="*/ 6 w 57"/>
                <a:gd name="T11" fmla="*/ 8 h 28"/>
                <a:gd name="T12" fmla="*/ 3 w 57"/>
                <a:gd name="T13" fmla="*/ 8 h 28"/>
                <a:gd name="T14" fmla="*/ 0 w 57"/>
                <a:gd name="T15" fmla="*/ 10 h 28"/>
                <a:gd name="T16" fmla="*/ 3 w 57"/>
                <a:gd name="T17" fmla="*/ 14 h 28"/>
                <a:gd name="T18" fmla="*/ 13 w 57"/>
                <a:gd name="T19" fmla="*/ 13 h 28"/>
                <a:gd name="T20" fmla="*/ 12 w 57"/>
                <a:gd name="T21" fmla="*/ 9 h 28"/>
                <a:gd name="T22" fmla="*/ 51 w 57"/>
                <a:gd name="T23" fmla="*/ 0 h 28"/>
                <a:gd name="T24" fmla="*/ 41 w 57"/>
                <a:gd name="T25" fmla="*/ 2 h 28"/>
                <a:gd name="T26" fmla="*/ 37 w 57"/>
                <a:gd name="T27" fmla="*/ 0 h 28"/>
                <a:gd name="T28" fmla="*/ 30 w 57"/>
                <a:gd name="T29" fmla="*/ 2 h 28"/>
                <a:gd name="T30" fmla="*/ 32 w 57"/>
                <a:gd name="T31" fmla="*/ 5 h 28"/>
                <a:gd name="T32" fmla="*/ 46 w 57"/>
                <a:gd name="T33" fmla="*/ 4 h 28"/>
                <a:gd name="T34" fmla="*/ 46 w 57"/>
                <a:gd name="T35" fmla="*/ 7 h 28"/>
                <a:gd name="T36" fmla="*/ 26 w 57"/>
                <a:gd name="T37" fmla="*/ 8 h 28"/>
                <a:gd name="T38" fmla="*/ 17 w 57"/>
                <a:gd name="T39" fmla="*/ 12 h 28"/>
                <a:gd name="T40" fmla="*/ 26 w 57"/>
                <a:gd name="T41" fmla="*/ 13 h 28"/>
                <a:gd name="T42" fmla="*/ 26 w 57"/>
                <a:gd name="T43" fmla="*/ 15 h 28"/>
                <a:gd name="T44" fmla="*/ 1 w 57"/>
                <a:gd name="T45" fmla="*/ 18 h 28"/>
                <a:gd name="T46" fmla="*/ 4 w 57"/>
                <a:gd name="T47" fmla="*/ 21 h 28"/>
                <a:gd name="T48" fmla="*/ 26 w 57"/>
                <a:gd name="T49" fmla="*/ 21 h 28"/>
                <a:gd name="T50" fmla="*/ 47 w 57"/>
                <a:gd name="T51" fmla="*/ 21 h 28"/>
                <a:gd name="T52" fmla="*/ 47 w 57"/>
                <a:gd name="T53" fmla="*/ 24 h 28"/>
                <a:gd name="T54" fmla="*/ 30 w 57"/>
                <a:gd name="T55" fmla="*/ 26 h 28"/>
                <a:gd name="T56" fmla="*/ 32 w 57"/>
                <a:gd name="T57" fmla="*/ 28 h 28"/>
                <a:gd name="T58" fmla="*/ 57 w 57"/>
                <a:gd name="T59" fmla="*/ 21 h 28"/>
                <a:gd name="T60" fmla="*/ 50 w 57"/>
                <a:gd name="T61" fmla="*/ 16 h 28"/>
                <a:gd name="T62" fmla="*/ 51 w 57"/>
                <a:gd name="T6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7" h="28">
                  <a:moveTo>
                    <a:pt x="56" y="11"/>
                  </a:moveTo>
                  <a:cubicBezTo>
                    <a:pt x="55" y="11"/>
                    <a:pt x="54" y="13"/>
                    <a:pt x="55" y="14"/>
                  </a:cubicBezTo>
                  <a:cubicBezTo>
                    <a:pt x="56" y="14"/>
                    <a:pt x="56" y="14"/>
                    <a:pt x="57" y="15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57" y="11"/>
                    <a:pt x="56" y="11"/>
                    <a:pt x="56" y="11"/>
                  </a:cubicBezTo>
                  <a:moveTo>
                    <a:pt x="13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9" y="9"/>
                    <a:pt x="8" y="9"/>
                  </a:cubicBezTo>
                  <a:cubicBezTo>
                    <a:pt x="8" y="9"/>
                    <a:pt x="7" y="9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0" y="8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2"/>
                    <a:pt x="2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9" y="14"/>
                    <a:pt x="14" y="14"/>
                  </a:cubicBezTo>
                  <a:cubicBezTo>
                    <a:pt x="14" y="13"/>
                    <a:pt x="14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2"/>
                    <a:pt x="11" y="10"/>
                    <a:pt x="12" y="9"/>
                  </a:cubicBezTo>
                  <a:cubicBezTo>
                    <a:pt x="12" y="9"/>
                    <a:pt x="12" y="8"/>
                    <a:pt x="13" y="8"/>
                  </a:cubicBezTo>
                  <a:moveTo>
                    <a:pt x="5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44" y="1"/>
                    <a:pt x="43" y="2"/>
                    <a:pt x="41" y="2"/>
                  </a:cubicBezTo>
                  <a:cubicBezTo>
                    <a:pt x="41" y="2"/>
                    <a:pt x="40" y="2"/>
                    <a:pt x="39" y="2"/>
                  </a:cubicBezTo>
                  <a:cubicBezTo>
                    <a:pt x="38" y="1"/>
                    <a:pt x="38" y="1"/>
                    <a:pt x="37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3"/>
                    <a:pt x="31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45" y="4"/>
                    <a:pt x="46" y="4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8" y="4"/>
                    <a:pt x="48" y="7"/>
                    <a:pt x="46" y="7"/>
                  </a:cubicBezTo>
                  <a:cubicBezTo>
                    <a:pt x="45" y="7"/>
                    <a:pt x="34" y="7"/>
                    <a:pt x="29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6" y="13"/>
                    <a:pt x="16" y="13"/>
                    <a:pt x="15" y="14"/>
                  </a:cubicBezTo>
                  <a:cubicBezTo>
                    <a:pt x="20" y="13"/>
                    <a:pt x="25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5"/>
                    <a:pt x="26" y="15"/>
                  </a:cubicBezTo>
                  <a:cubicBezTo>
                    <a:pt x="24" y="15"/>
                    <a:pt x="4" y="15"/>
                    <a:pt x="4" y="15"/>
                  </a:cubicBezTo>
                  <a:cubicBezTo>
                    <a:pt x="2" y="15"/>
                    <a:pt x="1" y="17"/>
                    <a:pt x="1" y="18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20"/>
                    <a:pt x="2" y="21"/>
                    <a:pt x="4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5" y="21"/>
                    <a:pt x="45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8" y="21"/>
                    <a:pt x="48" y="24"/>
                    <a:pt x="47" y="24"/>
                  </a:cubicBezTo>
                  <a:cubicBezTo>
                    <a:pt x="45" y="24"/>
                    <a:pt x="32" y="24"/>
                    <a:pt x="32" y="24"/>
                  </a:cubicBezTo>
                  <a:cubicBezTo>
                    <a:pt x="31" y="24"/>
                    <a:pt x="30" y="25"/>
                    <a:pt x="30" y="26"/>
                  </a:cubicBezTo>
                  <a:cubicBezTo>
                    <a:pt x="30" y="27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51" y="28"/>
                    <a:pt x="51" y="28"/>
                    <a:pt x="51" y="28"/>
                  </a:cubicBezTo>
                  <a:cubicBezTo>
                    <a:pt x="55" y="28"/>
                    <a:pt x="57" y="25"/>
                    <a:pt x="57" y="21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46" y="14"/>
                    <a:pt x="45" y="11"/>
                    <a:pt x="47" y="8"/>
                  </a:cubicBezTo>
                  <a:cubicBezTo>
                    <a:pt x="51" y="0"/>
                    <a:pt x="51" y="0"/>
                    <a:pt x="51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15" name="Freeform 893"/>
            <p:cNvSpPr>
              <a:spLocks/>
            </p:cNvSpPr>
            <p:nvPr/>
          </p:nvSpPr>
          <p:spPr bwMode="auto">
            <a:xfrm>
              <a:off x="2139131" y="4071938"/>
              <a:ext cx="52388" cy="87313"/>
            </a:xfrm>
            <a:custGeom>
              <a:avLst/>
              <a:gdLst>
                <a:gd name="T0" fmla="*/ 6 w 12"/>
                <a:gd name="T1" fmla="*/ 0 h 20"/>
                <a:gd name="T2" fmla="*/ 6 w 12"/>
                <a:gd name="T3" fmla="*/ 0 h 20"/>
                <a:gd name="T4" fmla="*/ 6 w 12"/>
                <a:gd name="T5" fmla="*/ 0 h 20"/>
                <a:gd name="T6" fmla="*/ 2 w 12"/>
                <a:gd name="T7" fmla="*/ 8 h 20"/>
                <a:gd name="T8" fmla="*/ 5 w 12"/>
                <a:gd name="T9" fmla="*/ 16 h 20"/>
                <a:gd name="T10" fmla="*/ 12 w 12"/>
                <a:gd name="T11" fmla="*/ 20 h 20"/>
                <a:gd name="T12" fmla="*/ 12 w 12"/>
                <a:gd name="T13" fmla="*/ 15 h 20"/>
                <a:gd name="T14" fmla="*/ 10 w 12"/>
                <a:gd name="T15" fmla="*/ 14 h 20"/>
                <a:gd name="T16" fmla="*/ 11 w 12"/>
                <a:gd name="T17" fmla="*/ 11 h 20"/>
                <a:gd name="T18" fmla="*/ 12 w 12"/>
                <a:gd name="T19" fmla="*/ 11 h 20"/>
                <a:gd name="T20" fmla="*/ 12 w 12"/>
                <a:gd name="T21" fmla="*/ 11 h 20"/>
                <a:gd name="T22" fmla="*/ 12 w 12"/>
                <a:gd name="T23" fmla="*/ 7 h 20"/>
                <a:gd name="T24" fmla="*/ 11 w 12"/>
                <a:gd name="T25" fmla="*/ 4 h 20"/>
                <a:gd name="T26" fmla="*/ 8 w 12"/>
                <a:gd name="T27" fmla="*/ 0 h 20"/>
                <a:gd name="T28" fmla="*/ 6 w 12"/>
                <a:gd name="T2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0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11"/>
                    <a:pt x="1" y="14"/>
                    <a:pt x="5" y="16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9" y="13"/>
                    <a:pt x="10" y="11"/>
                    <a:pt x="11" y="11"/>
                  </a:cubicBezTo>
                  <a:cubicBezTo>
                    <a:pt x="11" y="11"/>
                    <a:pt x="12" y="11"/>
                    <a:pt x="12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6"/>
                    <a:pt x="12" y="5"/>
                    <a:pt x="11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7" y="0"/>
                    <a:pt x="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16" name="Freeform 894"/>
            <p:cNvSpPr>
              <a:spLocks/>
            </p:cNvSpPr>
            <p:nvPr/>
          </p:nvSpPr>
          <p:spPr bwMode="auto">
            <a:xfrm>
              <a:off x="2104206" y="4071938"/>
              <a:ext cx="34925" cy="9525"/>
            </a:xfrm>
            <a:custGeom>
              <a:avLst/>
              <a:gdLst>
                <a:gd name="T0" fmla="*/ 8 w 8"/>
                <a:gd name="T1" fmla="*/ 0 h 2"/>
                <a:gd name="T2" fmla="*/ 0 w 8"/>
                <a:gd name="T3" fmla="*/ 0 h 2"/>
                <a:gd name="T4" fmla="*/ 2 w 8"/>
                <a:gd name="T5" fmla="*/ 2 h 2"/>
                <a:gd name="T6" fmla="*/ 4 w 8"/>
                <a:gd name="T7" fmla="*/ 2 h 2"/>
                <a:gd name="T8" fmla="*/ 8 w 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">
                  <a:moveTo>
                    <a:pt x="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2" y="2"/>
                  </a:cubicBezTo>
                  <a:cubicBezTo>
                    <a:pt x="3" y="2"/>
                    <a:pt x="4" y="2"/>
                    <a:pt x="4" y="2"/>
                  </a:cubicBezTo>
                  <a:cubicBezTo>
                    <a:pt x="6" y="2"/>
                    <a:pt x="7" y="1"/>
                    <a:pt x="8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17" name="Freeform 895"/>
            <p:cNvSpPr>
              <a:spLocks/>
            </p:cNvSpPr>
            <p:nvPr/>
          </p:nvSpPr>
          <p:spPr bwMode="auto">
            <a:xfrm>
              <a:off x="2174056" y="4071938"/>
              <a:ext cx="12700" cy="17463"/>
            </a:xfrm>
            <a:custGeom>
              <a:avLst/>
              <a:gdLst>
                <a:gd name="T0" fmla="*/ 0 w 3"/>
                <a:gd name="T1" fmla="*/ 0 h 4"/>
                <a:gd name="T2" fmla="*/ 3 w 3"/>
                <a:gd name="T3" fmla="*/ 4 h 4"/>
                <a:gd name="T4" fmla="*/ 0 w 3"/>
                <a:gd name="T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3" y="2"/>
                    <a:pt x="2" y="1"/>
                    <a:pt x="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18" name="Freeform 896"/>
            <p:cNvSpPr>
              <a:spLocks/>
            </p:cNvSpPr>
            <p:nvPr/>
          </p:nvSpPr>
          <p:spPr bwMode="auto">
            <a:xfrm>
              <a:off x="2208981" y="4133851"/>
              <a:ext cx="39688" cy="22225"/>
            </a:xfrm>
            <a:custGeom>
              <a:avLst/>
              <a:gdLst>
                <a:gd name="T0" fmla="*/ 0 w 9"/>
                <a:gd name="T1" fmla="*/ 0 h 5"/>
                <a:gd name="T2" fmla="*/ 0 w 9"/>
                <a:gd name="T3" fmla="*/ 0 h 5"/>
                <a:gd name="T4" fmla="*/ 2 w 9"/>
                <a:gd name="T5" fmla="*/ 3 h 5"/>
                <a:gd name="T6" fmla="*/ 5 w 9"/>
                <a:gd name="T7" fmla="*/ 5 h 5"/>
                <a:gd name="T8" fmla="*/ 6 w 9"/>
                <a:gd name="T9" fmla="*/ 5 h 5"/>
                <a:gd name="T10" fmla="*/ 6 w 9"/>
                <a:gd name="T11" fmla="*/ 5 h 5"/>
                <a:gd name="T12" fmla="*/ 9 w 9"/>
                <a:gd name="T13" fmla="*/ 4 h 5"/>
                <a:gd name="T14" fmla="*/ 0 w 9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3"/>
                    <a:pt x="2" y="3"/>
                  </a:cubicBezTo>
                  <a:cubicBezTo>
                    <a:pt x="3" y="4"/>
                    <a:pt x="4" y="5"/>
                    <a:pt x="5" y="5"/>
                  </a:cubicBezTo>
                  <a:cubicBezTo>
                    <a:pt x="5" y="5"/>
                    <a:pt x="5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7" y="5"/>
                    <a:pt x="8" y="5"/>
                    <a:pt x="9" y="4"/>
                  </a:cubicBezTo>
                  <a:cubicBezTo>
                    <a:pt x="6" y="2"/>
                    <a:pt x="3" y="1"/>
                    <a:pt x="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19" name="Freeform 897"/>
            <p:cNvSpPr>
              <a:spLocks noEditPoints="1"/>
            </p:cNvSpPr>
            <p:nvPr/>
          </p:nvSpPr>
          <p:spPr bwMode="auto">
            <a:xfrm>
              <a:off x="2208981" y="4111626"/>
              <a:ext cx="49213" cy="44450"/>
            </a:xfrm>
            <a:custGeom>
              <a:avLst/>
              <a:gdLst>
                <a:gd name="T0" fmla="*/ 2 w 11"/>
                <a:gd name="T1" fmla="*/ 8 h 10"/>
                <a:gd name="T2" fmla="*/ 5 w 11"/>
                <a:gd name="T3" fmla="*/ 10 h 10"/>
                <a:gd name="T4" fmla="*/ 2 w 11"/>
                <a:gd name="T5" fmla="*/ 8 h 10"/>
                <a:gd name="T6" fmla="*/ 6 w 11"/>
                <a:gd name="T7" fmla="*/ 0 h 10"/>
                <a:gd name="T8" fmla="*/ 6 w 11"/>
                <a:gd name="T9" fmla="*/ 0 h 10"/>
                <a:gd name="T10" fmla="*/ 0 w 11"/>
                <a:gd name="T11" fmla="*/ 5 h 10"/>
                <a:gd name="T12" fmla="*/ 9 w 11"/>
                <a:gd name="T13" fmla="*/ 9 h 10"/>
                <a:gd name="T14" fmla="*/ 11 w 11"/>
                <a:gd name="T15" fmla="*/ 5 h 10"/>
                <a:gd name="T16" fmla="*/ 6 w 11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10">
                  <a:moveTo>
                    <a:pt x="2" y="8"/>
                  </a:moveTo>
                  <a:cubicBezTo>
                    <a:pt x="3" y="9"/>
                    <a:pt x="4" y="10"/>
                    <a:pt x="5" y="10"/>
                  </a:cubicBezTo>
                  <a:cubicBezTo>
                    <a:pt x="4" y="10"/>
                    <a:pt x="3" y="9"/>
                    <a:pt x="2" y="8"/>
                  </a:cubicBezTo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1" y="2"/>
                    <a:pt x="0" y="5"/>
                  </a:cubicBezTo>
                  <a:cubicBezTo>
                    <a:pt x="3" y="6"/>
                    <a:pt x="6" y="7"/>
                    <a:pt x="9" y="9"/>
                  </a:cubicBezTo>
                  <a:cubicBezTo>
                    <a:pt x="10" y="8"/>
                    <a:pt x="11" y="6"/>
                    <a:pt x="11" y="5"/>
                  </a:cubicBezTo>
                  <a:cubicBezTo>
                    <a:pt x="11" y="2"/>
                    <a:pt x="8" y="0"/>
                    <a:pt x="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20" name="Freeform 898"/>
            <p:cNvSpPr>
              <a:spLocks/>
            </p:cNvSpPr>
            <p:nvPr/>
          </p:nvSpPr>
          <p:spPr bwMode="auto">
            <a:xfrm>
              <a:off x="1897831" y="2773363"/>
              <a:ext cx="258763" cy="149225"/>
            </a:xfrm>
            <a:custGeom>
              <a:avLst/>
              <a:gdLst>
                <a:gd name="T0" fmla="*/ 54 w 59"/>
                <a:gd name="T1" fmla="*/ 28 h 34"/>
                <a:gd name="T2" fmla="*/ 58 w 59"/>
                <a:gd name="T3" fmla="*/ 14 h 34"/>
                <a:gd name="T4" fmla="*/ 54 w 59"/>
                <a:gd name="T5" fmla="*/ 6 h 34"/>
                <a:gd name="T6" fmla="*/ 36 w 59"/>
                <a:gd name="T7" fmla="*/ 1 h 34"/>
                <a:gd name="T8" fmla="*/ 33 w 59"/>
                <a:gd name="T9" fmla="*/ 2 h 34"/>
                <a:gd name="T10" fmla="*/ 34 w 59"/>
                <a:gd name="T11" fmla="*/ 5 h 34"/>
                <a:gd name="T12" fmla="*/ 48 w 59"/>
                <a:gd name="T13" fmla="*/ 9 h 34"/>
                <a:gd name="T14" fmla="*/ 48 w 59"/>
                <a:gd name="T15" fmla="*/ 12 h 34"/>
                <a:gd name="T16" fmla="*/ 31 w 59"/>
                <a:gd name="T17" fmla="*/ 7 h 34"/>
                <a:gd name="T18" fmla="*/ 28 w 59"/>
                <a:gd name="T19" fmla="*/ 6 h 34"/>
                <a:gd name="T20" fmla="*/ 6 w 59"/>
                <a:gd name="T21" fmla="*/ 0 h 34"/>
                <a:gd name="T22" fmla="*/ 3 w 59"/>
                <a:gd name="T23" fmla="*/ 2 h 34"/>
                <a:gd name="T24" fmla="*/ 3 w 59"/>
                <a:gd name="T25" fmla="*/ 2 h 34"/>
                <a:gd name="T26" fmla="*/ 5 w 59"/>
                <a:gd name="T27" fmla="*/ 6 h 34"/>
                <a:gd name="T28" fmla="*/ 26 w 59"/>
                <a:gd name="T29" fmla="*/ 12 h 34"/>
                <a:gd name="T30" fmla="*/ 26 w 59"/>
                <a:gd name="T31" fmla="*/ 13 h 34"/>
                <a:gd name="T32" fmla="*/ 4 w 59"/>
                <a:gd name="T33" fmla="*/ 7 h 34"/>
                <a:gd name="T34" fmla="*/ 1 w 59"/>
                <a:gd name="T35" fmla="*/ 10 h 34"/>
                <a:gd name="T36" fmla="*/ 1 w 59"/>
                <a:gd name="T37" fmla="*/ 10 h 34"/>
                <a:gd name="T38" fmla="*/ 3 w 59"/>
                <a:gd name="T39" fmla="*/ 13 h 34"/>
                <a:gd name="T40" fmla="*/ 24 w 59"/>
                <a:gd name="T41" fmla="*/ 19 h 34"/>
                <a:gd name="T42" fmla="*/ 27 w 59"/>
                <a:gd name="T43" fmla="*/ 20 h 34"/>
                <a:gd name="T44" fmla="*/ 44 w 59"/>
                <a:gd name="T45" fmla="*/ 25 h 34"/>
                <a:gd name="T46" fmla="*/ 43 w 59"/>
                <a:gd name="T47" fmla="*/ 27 h 34"/>
                <a:gd name="T48" fmla="*/ 29 w 59"/>
                <a:gd name="T49" fmla="*/ 24 h 34"/>
                <a:gd name="T50" fmla="*/ 27 w 59"/>
                <a:gd name="T51" fmla="*/ 25 h 34"/>
                <a:gd name="T52" fmla="*/ 28 w 59"/>
                <a:gd name="T53" fmla="*/ 28 h 34"/>
                <a:gd name="T54" fmla="*/ 46 w 59"/>
                <a:gd name="T55" fmla="*/ 33 h 34"/>
                <a:gd name="T56" fmla="*/ 54 w 59"/>
                <a:gd name="T57" fmla="*/ 2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9" h="34">
                  <a:moveTo>
                    <a:pt x="54" y="28"/>
                  </a:moveTo>
                  <a:cubicBezTo>
                    <a:pt x="58" y="14"/>
                    <a:pt x="58" y="14"/>
                    <a:pt x="58" y="14"/>
                  </a:cubicBezTo>
                  <a:cubicBezTo>
                    <a:pt x="59" y="10"/>
                    <a:pt x="58" y="7"/>
                    <a:pt x="54" y="6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5" y="0"/>
                    <a:pt x="33" y="1"/>
                    <a:pt x="33" y="2"/>
                  </a:cubicBezTo>
                  <a:cubicBezTo>
                    <a:pt x="33" y="3"/>
                    <a:pt x="33" y="5"/>
                    <a:pt x="34" y="5"/>
                  </a:cubicBezTo>
                  <a:cubicBezTo>
                    <a:pt x="34" y="5"/>
                    <a:pt x="47" y="8"/>
                    <a:pt x="48" y="9"/>
                  </a:cubicBezTo>
                  <a:cubicBezTo>
                    <a:pt x="50" y="9"/>
                    <a:pt x="49" y="12"/>
                    <a:pt x="48" y="12"/>
                  </a:cubicBezTo>
                  <a:cubicBezTo>
                    <a:pt x="46" y="11"/>
                    <a:pt x="36" y="9"/>
                    <a:pt x="31" y="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3" y="0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2" y="4"/>
                    <a:pt x="3" y="6"/>
                    <a:pt x="5" y="6"/>
                  </a:cubicBezTo>
                  <a:cubicBezTo>
                    <a:pt x="5" y="6"/>
                    <a:pt x="25" y="12"/>
                    <a:pt x="26" y="12"/>
                  </a:cubicBezTo>
                  <a:cubicBezTo>
                    <a:pt x="27" y="12"/>
                    <a:pt x="27" y="14"/>
                    <a:pt x="26" y="13"/>
                  </a:cubicBezTo>
                  <a:cubicBezTo>
                    <a:pt x="24" y="13"/>
                    <a:pt x="4" y="7"/>
                    <a:pt x="4" y="7"/>
                  </a:cubicBezTo>
                  <a:cubicBezTo>
                    <a:pt x="3" y="7"/>
                    <a:pt x="1" y="8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12"/>
                    <a:pt x="1" y="13"/>
                    <a:pt x="3" y="13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32" y="21"/>
                    <a:pt x="43" y="24"/>
                    <a:pt x="44" y="25"/>
                  </a:cubicBezTo>
                  <a:cubicBezTo>
                    <a:pt x="45" y="25"/>
                    <a:pt x="45" y="28"/>
                    <a:pt x="43" y="27"/>
                  </a:cubicBezTo>
                  <a:cubicBezTo>
                    <a:pt x="42" y="27"/>
                    <a:pt x="29" y="24"/>
                    <a:pt x="29" y="24"/>
                  </a:cubicBezTo>
                  <a:cubicBezTo>
                    <a:pt x="28" y="23"/>
                    <a:pt x="27" y="24"/>
                    <a:pt x="27" y="25"/>
                  </a:cubicBezTo>
                  <a:cubicBezTo>
                    <a:pt x="26" y="26"/>
                    <a:pt x="27" y="28"/>
                    <a:pt x="28" y="28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50" y="34"/>
                    <a:pt x="53" y="32"/>
                    <a:pt x="54" y="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21" name="Freeform 899"/>
            <p:cNvSpPr>
              <a:spLocks/>
            </p:cNvSpPr>
            <p:nvPr/>
          </p:nvSpPr>
          <p:spPr bwMode="auto">
            <a:xfrm>
              <a:off x="2156594" y="2852738"/>
              <a:ext cx="52388" cy="49213"/>
            </a:xfrm>
            <a:custGeom>
              <a:avLst/>
              <a:gdLst>
                <a:gd name="T0" fmla="*/ 5 w 12"/>
                <a:gd name="T1" fmla="*/ 11 h 11"/>
                <a:gd name="T2" fmla="*/ 1 w 12"/>
                <a:gd name="T3" fmla="*/ 4 h 11"/>
                <a:gd name="T4" fmla="*/ 8 w 12"/>
                <a:gd name="T5" fmla="*/ 0 h 11"/>
                <a:gd name="T6" fmla="*/ 11 w 12"/>
                <a:gd name="T7" fmla="*/ 7 h 11"/>
                <a:gd name="T8" fmla="*/ 5 w 12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5" y="11"/>
                  </a:moveTo>
                  <a:cubicBezTo>
                    <a:pt x="2" y="10"/>
                    <a:pt x="0" y="7"/>
                    <a:pt x="1" y="4"/>
                  </a:cubicBezTo>
                  <a:cubicBezTo>
                    <a:pt x="2" y="1"/>
                    <a:pt x="5" y="0"/>
                    <a:pt x="8" y="0"/>
                  </a:cubicBezTo>
                  <a:cubicBezTo>
                    <a:pt x="10" y="1"/>
                    <a:pt x="12" y="4"/>
                    <a:pt x="11" y="7"/>
                  </a:cubicBezTo>
                  <a:cubicBezTo>
                    <a:pt x="10" y="10"/>
                    <a:pt x="8" y="11"/>
                    <a:pt x="5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22" name="Freeform 900"/>
            <p:cNvSpPr>
              <a:spLocks noEditPoints="1"/>
            </p:cNvSpPr>
            <p:nvPr/>
          </p:nvSpPr>
          <p:spPr bwMode="auto">
            <a:xfrm>
              <a:off x="1808931" y="3948113"/>
              <a:ext cx="203200" cy="215900"/>
            </a:xfrm>
            <a:custGeom>
              <a:avLst/>
              <a:gdLst>
                <a:gd name="T0" fmla="*/ 35 w 46"/>
                <a:gd name="T1" fmla="*/ 30 h 49"/>
                <a:gd name="T2" fmla="*/ 34 w 46"/>
                <a:gd name="T3" fmla="*/ 31 h 49"/>
                <a:gd name="T4" fmla="*/ 34 w 46"/>
                <a:gd name="T5" fmla="*/ 34 h 49"/>
                <a:gd name="T6" fmla="*/ 35 w 46"/>
                <a:gd name="T7" fmla="*/ 35 h 49"/>
                <a:gd name="T8" fmla="*/ 36 w 46"/>
                <a:gd name="T9" fmla="*/ 35 h 49"/>
                <a:gd name="T10" fmla="*/ 36 w 46"/>
                <a:gd name="T11" fmla="*/ 32 h 49"/>
                <a:gd name="T12" fmla="*/ 37 w 46"/>
                <a:gd name="T13" fmla="*/ 31 h 49"/>
                <a:gd name="T14" fmla="*/ 35 w 46"/>
                <a:gd name="T15" fmla="*/ 30 h 49"/>
                <a:gd name="T16" fmla="*/ 37 w 46"/>
                <a:gd name="T17" fmla="*/ 0 h 49"/>
                <a:gd name="T18" fmla="*/ 33 w 46"/>
                <a:gd name="T19" fmla="*/ 1 h 49"/>
                <a:gd name="T20" fmla="*/ 19 w 46"/>
                <a:gd name="T21" fmla="*/ 13 h 49"/>
                <a:gd name="T22" fmla="*/ 18 w 46"/>
                <a:gd name="T23" fmla="*/ 17 h 49"/>
                <a:gd name="T24" fmla="*/ 20 w 46"/>
                <a:gd name="T25" fmla="*/ 17 h 49"/>
                <a:gd name="T26" fmla="*/ 21 w 46"/>
                <a:gd name="T27" fmla="*/ 17 h 49"/>
                <a:gd name="T28" fmla="*/ 32 w 46"/>
                <a:gd name="T29" fmla="*/ 8 h 49"/>
                <a:gd name="T30" fmla="*/ 33 w 46"/>
                <a:gd name="T31" fmla="*/ 7 h 49"/>
                <a:gd name="T32" fmla="*/ 34 w 46"/>
                <a:gd name="T33" fmla="*/ 10 h 49"/>
                <a:gd name="T34" fmla="*/ 21 w 46"/>
                <a:gd name="T35" fmla="*/ 21 h 49"/>
                <a:gd name="T36" fmla="*/ 19 w 46"/>
                <a:gd name="T37" fmla="*/ 23 h 49"/>
                <a:gd name="T38" fmla="*/ 2 w 46"/>
                <a:gd name="T39" fmla="*/ 37 h 49"/>
                <a:gd name="T40" fmla="*/ 1 w 46"/>
                <a:gd name="T41" fmla="*/ 41 h 49"/>
                <a:gd name="T42" fmla="*/ 1 w 46"/>
                <a:gd name="T43" fmla="*/ 41 h 49"/>
                <a:gd name="T44" fmla="*/ 4 w 46"/>
                <a:gd name="T45" fmla="*/ 43 h 49"/>
                <a:gd name="T46" fmla="*/ 6 w 46"/>
                <a:gd name="T47" fmla="*/ 42 h 49"/>
                <a:gd name="T48" fmla="*/ 22 w 46"/>
                <a:gd name="T49" fmla="*/ 28 h 49"/>
                <a:gd name="T50" fmla="*/ 23 w 46"/>
                <a:gd name="T51" fmla="*/ 27 h 49"/>
                <a:gd name="T52" fmla="*/ 23 w 46"/>
                <a:gd name="T53" fmla="*/ 29 h 49"/>
                <a:gd name="T54" fmla="*/ 7 w 46"/>
                <a:gd name="T55" fmla="*/ 43 h 49"/>
                <a:gd name="T56" fmla="*/ 6 w 46"/>
                <a:gd name="T57" fmla="*/ 48 h 49"/>
                <a:gd name="T58" fmla="*/ 7 w 46"/>
                <a:gd name="T59" fmla="*/ 48 h 49"/>
                <a:gd name="T60" fmla="*/ 8 w 46"/>
                <a:gd name="T61" fmla="*/ 49 h 49"/>
                <a:gd name="T62" fmla="*/ 10 w 46"/>
                <a:gd name="T63" fmla="*/ 48 h 49"/>
                <a:gd name="T64" fmla="*/ 27 w 46"/>
                <a:gd name="T65" fmla="*/ 33 h 49"/>
                <a:gd name="T66" fmla="*/ 30 w 46"/>
                <a:gd name="T67" fmla="*/ 31 h 49"/>
                <a:gd name="T68" fmla="*/ 34 w 46"/>
                <a:gd name="T69" fmla="*/ 28 h 49"/>
                <a:gd name="T70" fmla="*/ 36 w 46"/>
                <a:gd name="T71" fmla="*/ 22 h 49"/>
                <a:gd name="T72" fmla="*/ 38 w 46"/>
                <a:gd name="T73" fmla="*/ 21 h 49"/>
                <a:gd name="T74" fmla="*/ 41 w 46"/>
                <a:gd name="T75" fmla="*/ 22 h 49"/>
                <a:gd name="T76" fmla="*/ 43 w 46"/>
                <a:gd name="T77" fmla="*/ 20 h 49"/>
                <a:gd name="T78" fmla="*/ 44 w 46"/>
                <a:gd name="T79" fmla="*/ 20 h 49"/>
                <a:gd name="T80" fmla="*/ 45 w 46"/>
                <a:gd name="T81" fmla="*/ 20 h 49"/>
                <a:gd name="T82" fmla="*/ 46 w 46"/>
                <a:gd name="T83" fmla="*/ 19 h 49"/>
                <a:gd name="T84" fmla="*/ 43 w 46"/>
                <a:gd name="T85" fmla="*/ 15 h 49"/>
                <a:gd name="T86" fmla="*/ 45 w 46"/>
                <a:gd name="T87" fmla="*/ 6 h 49"/>
                <a:gd name="T88" fmla="*/ 42 w 46"/>
                <a:gd name="T89" fmla="*/ 3 h 49"/>
                <a:gd name="T90" fmla="*/ 37 w 46"/>
                <a:gd name="T91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6" h="49">
                  <a:moveTo>
                    <a:pt x="35" y="30"/>
                  </a:moveTo>
                  <a:cubicBezTo>
                    <a:pt x="34" y="31"/>
                    <a:pt x="34" y="31"/>
                    <a:pt x="34" y="31"/>
                  </a:cubicBezTo>
                  <a:cubicBezTo>
                    <a:pt x="33" y="32"/>
                    <a:pt x="33" y="34"/>
                    <a:pt x="34" y="34"/>
                  </a:cubicBezTo>
                  <a:cubicBezTo>
                    <a:pt x="34" y="35"/>
                    <a:pt x="35" y="35"/>
                    <a:pt x="35" y="35"/>
                  </a:cubicBezTo>
                  <a:cubicBezTo>
                    <a:pt x="35" y="35"/>
                    <a:pt x="35" y="35"/>
                    <a:pt x="36" y="35"/>
                  </a:cubicBezTo>
                  <a:cubicBezTo>
                    <a:pt x="35" y="34"/>
                    <a:pt x="35" y="33"/>
                    <a:pt x="36" y="32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6" y="31"/>
                    <a:pt x="36" y="31"/>
                    <a:pt x="35" y="30"/>
                  </a:cubicBezTo>
                  <a:moveTo>
                    <a:pt x="37" y="0"/>
                  </a:moveTo>
                  <a:cubicBezTo>
                    <a:pt x="35" y="0"/>
                    <a:pt x="34" y="0"/>
                    <a:pt x="33" y="1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4"/>
                    <a:pt x="18" y="16"/>
                    <a:pt x="18" y="17"/>
                  </a:cubicBezTo>
                  <a:cubicBezTo>
                    <a:pt x="19" y="17"/>
                    <a:pt x="19" y="17"/>
                    <a:pt x="20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7"/>
                    <a:pt x="31" y="8"/>
                    <a:pt x="32" y="8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4" y="7"/>
                    <a:pt x="35" y="9"/>
                    <a:pt x="34" y="10"/>
                  </a:cubicBezTo>
                  <a:cubicBezTo>
                    <a:pt x="33" y="11"/>
                    <a:pt x="25" y="18"/>
                    <a:pt x="21" y="21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1" y="39"/>
                    <a:pt x="0" y="40"/>
                    <a:pt x="1" y="41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2"/>
                    <a:pt x="3" y="43"/>
                    <a:pt x="4" y="43"/>
                  </a:cubicBezTo>
                  <a:cubicBezTo>
                    <a:pt x="4" y="43"/>
                    <a:pt x="5" y="42"/>
                    <a:pt x="6" y="42"/>
                  </a:cubicBezTo>
                  <a:cubicBezTo>
                    <a:pt x="6" y="42"/>
                    <a:pt x="21" y="29"/>
                    <a:pt x="22" y="28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4" y="27"/>
                    <a:pt x="24" y="28"/>
                    <a:pt x="23" y="29"/>
                  </a:cubicBezTo>
                  <a:cubicBezTo>
                    <a:pt x="22" y="30"/>
                    <a:pt x="7" y="43"/>
                    <a:pt x="7" y="43"/>
                  </a:cubicBezTo>
                  <a:cubicBezTo>
                    <a:pt x="5" y="44"/>
                    <a:pt x="5" y="46"/>
                    <a:pt x="6" y="48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8"/>
                    <a:pt x="8" y="49"/>
                    <a:pt x="8" y="49"/>
                  </a:cubicBezTo>
                  <a:cubicBezTo>
                    <a:pt x="9" y="49"/>
                    <a:pt x="10" y="48"/>
                    <a:pt x="10" y="48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31" y="30"/>
                    <a:pt x="32" y="29"/>
                    <a:pt x="34" y="28"/>
                  </a:cubicBezTo>
                  <a:cubicBezTo>
                    <a:pt x="33" y="26"/>
                    <a:pt x="34" y="23"/>
                    <a:pt x="36" y="22"/>
                  </a:cubicBezTo>
                  <a:cubicBezTo>
                    <a:pt x="37" y="21"/>
                    <a:pt x="38" y="21"/>
                    <a:pt x="38" y="21"/>
                  </a:cubicBezTo>
                  <a:cubicBezTo>
                    <a:pt x="39" y="21"/>
                    <a:pt x="40" y="21"/>
                    <a:pt x="41" y="22"/>
                  </a:cubicBezTo>
                  <a:cubicBezTo>
                    <a:pt x="42" y="21"/>
                    <a:pt x="43" y="20"/>
                    <a:pt x="43" y="20"/>
                  </a:cubicBezTo>
                  <a:cubicBezTo>
                    <a:pt x="43" y="20"/>
                    <a:pt x="43" y="20"/>
                    <a:pt x="44" y="20"/>
                  </a:cubicBezTo>
                  <a:cubicBezTo>
                    <a:pt x="44" y="20"/>
                    <a:pt x="44" y="20"/>
                    <a:pt x="45" y="20"/>
                  </a:cubicBezTo>
                  <a:cubicBezTo>
                    <a:pt x="46" y="19"/>
                    <a:pt x="46" y="19"/>
                    <a:pt x="46" y="19"/>
                  </a:cubicBezTo>
                  <a:cubicBezTo>
                    <a:pt x="43" y="15"/>
                    <a:pt x="43" y="15"/>
                    <a:pt x="43" y="15"/>
                  </a:cubicBezTo>
                  <a:cubicBezTo>
                    <a:pt x="41" y="11"/>
                    <a:pt x="41" y="8"/>
                    <a:pt x="45" y="6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0" y="1"/>
                    <a:pt x="38" y="0"/>
                    <a:pt x="3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23" name="Freeform 901"/>
            <p:cNvSpPr>
              <a:spLocks noEditPoints="1"/>
            </p:cNvSpPr>
            <p:nvPr/>
          </p:nvSpPr>
          <p:spPr bwMode="auto">
            <a:xfrm>
              <a:off x="2024831" y="3935413"/>
              <a:ext cx="17463" cy="44450"/>
            </a:xfrm>
            <a:custGeom>
              <a:avLst/>
              <a:gdLst>
                <a:gd name="T0" fmla="*/ 4 w 4"/>
                <a:gd name="T1" fmla="*/ 10 h 10"/>
                <a:gd name="T2" fmla="*/ 4 w 4"/>
                <a:gd name="T3" fmla="*/ 10 h 10"/>
                <a:gd name="T4" fmla="*/ 4 w 4"/>
                <a:gd name="T5" fmla="*/ 10 h 10"/>
                <a:gd name="T6" fmla="*/ 4 w 4"/>
                <a:gd name="T7" fmla="*/ 10 h 10"/>
                <a:gd name="T8" fmla="*/ 3 w 4"/>
                <a:gd name="T9" fmla="*/ 0 h 10"/>
                <a:gd name="T10" fmla="*/ 1 w 4"/>
                <a:gd name="T11" fmla="*/ 1 h 10"/>
                <a:gd name="T12" fmla="*/ 0 w 4"/>
                <a:gd name="T13" fmla="*/ 5 h 10"/>
                <a:gd name="T14" fmla="*/ 3 w 4"/>
                <a:gd name="T1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10"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moveTo>
                    <a:pt x="3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0" y="2"/>
                    <a:pt x="0" y="3"/>
                    <a:pt x="0" y="5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24" name="Freeform 902"/>
            <p:cNvSpPr>
              <a:spLocks noEditPoints="1"/>
            </p:cNvSpPr>
            <p:nvPr/>
          </p:nvSpPr>
          <p:spPr bwMode="auto">
            <a:xfrm>
              <a:off x="2042294" y="3940176"/>
              <a:ext cx="22225" cy="39688"/>
            </a:xfrm>
            <a:custGeom>
              <a:avLst/>
              <a:gdLst>
                <a:gd name="T0" fmla="*/ 2 w 5"/>
                <a:gd name="T1" fmla="*/ 8 h 9"/>
                <a:gd name="T2" fmla="*/ 0 w 5"/>
                <a:gd name="T3" fmla="*/ 9 h 9"/>
                <a:gd name="T4" fmla="*/ 0 w 5"/>
                <a:gd name="T5" fmla="*/ 9 h 9"/>
                <a:gd name="T6" fmla="*/ 1 w 5"/>
                <a:gd name="T7" fmla="*/ 9 h 9"/>
                <a:gd name="T8" fmla="*/ 1 w 5"/>
                <a:gd name="T9" fmla="*/ 9 h 9"/>
                <a:gd name="T10" fmla="*/ 2 w 5"/>
                <a:gd name="T11" fmla="*/ 8 h 9"/>
                <a:gd name="T12" fmla="*/ 4 w 5"/>
                <a:gd name="T13" fmla="*/ 0 h 9"/>
                <a:gd name="T14" fmla="*/ 2 w 5"/>
                <a:gd name="T15" fmla="*/ 3 h 9"/>
                <a:gd name="T16" fmla="*/ 5 w 5"/>
                <a:gd name="T17" fmla="*/ 1 h 9"/>
                <a:gd name="T18" fmla="*/ 5 w 5"/>
                <a:gd name="T19" fmla="*/ 0 h 9"/>
                <a:gd name="T20" fmla="*/ 4 w 5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9">
                  <a:moveTo>
                    <a:pt x="2" y="8"/>
                  </a:moveTo>
                  <a:cubicBezTo>
                    <a:pt x="1" y="8"/>
                    <a:pt x="1" y="8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2" y="8"/>
                    <a:pt x="2" y="8"/>
                  </a:cubicBezTo>
                  <a:moveTo>
                    <a:pt x="4" y="0"/>
                  </a:moveTo>
                  <a:cubicBezTo>
                    <a:pt x="4" y="0"/>
                    <a:pt x="3" y="1"/>
                    <a:pt x="2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0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25" name="Freeform 903"/>
            <p:cNvSpPr>
              <a:spLocks noEditPoints="1"/>
            </p:cNvSpPr>
            <p:nvPr/>
          </p:nvSpPr>
          <p:spPr bwMode="auto">
            <a:xfrm>
              <a:off x="2012131" y="3890963"/>
              <a:ext cx="131763" cy="106363"/>
            </a:xfrm>
            <a:custGeom>
              <a:avLst/>
              <a:gdLst>
                <a:gd name="T0" fmla="*/ 8 w 30"/>
                <a:gd name="T1" fmla="*/ 20 h 24"/>
                <a:gd name="T2" fmla="*/ 6 w 30"/>
                <a:gd name="T3" fmla="*/ 23 h 24"/>
                <a:gd name="T4" fmla="*/ 6 w 30"/>
                <a:gd name="T5" fmla="*/ 24 h 24"/>
                <a:gd name="T6" fmla="*/ 7 w 30"/>
                <a:gd name="T7" fmla="*/ 23 h 24"/>
                <a:gd name="T8" fmla="*/ 9 w 30"/>
                <a:gd name="T9" fmla="*/ 22 h 24"/>
                <a:gd name="T10" fmla="*/ 8 w 30"/>
                <a:gd name="T11" fmla="*/ 20 h 24"/>
                <a:gd name="T12" fmla="*/ 14 w 30"/>
                <a:gd name="T13" fmla="*/ 16 h 24"/>
                <a:gd name="T14" fmla="*/ 13 w 30"/>
                <a:gd name="T15" fmla="*/ 17 h 24"/>
                <a:gd name="T16" fmla="*/ 12 w 30"/>
                <a:gd name="T17" fmla="*/ 18 h 24"/>
                <a:gd name="T18" fmla="*/ 12 w 30"/>
                <a:gd name="T19" fmla="*/ 19 h 24"/>
                <a:gd name="T20" fmla="*/ 13 w 30"/>
                <a:gd name="T21" fmla="*/ 20 h 24"/>
                <a:gd name="T22" fmla="*/ 16 w 30"/>
                <a:gd name="T23" fmla="*/ 18 h 24"/>
                <a:gd name="T24" fmla="*/ 14 w 30"/>
                <a:gd name="T25" fmla="*/ 17 h 24"/>
                <a:gd name="T26" fmla="*/ 14 w 30"/>
                <a:gd name="T27" fmla="*/ 16 h 24"/>
                <a:gd name="T28" fmla="*/ 3 w 30"/>
                <a:gd name="T29" fmla="*/ 15 h 24"/>
                <a:gd name="T30" fmla="*/ 0 w 30"/>
                <a:gd name="T31" fmla="*/ 18 h 24"/>
                <a:gd name="T32" fmla="*/ 0 w 30"/>
                <a:gd name="T33" fmla="*/ 19 h 24"/>
                <a:gd name="T34" fmla="*/ 3 w 30"/>
                <a:gd name="T35" fmla="*/ 17 h 24"/>
                <a:gd name="T36" fmla="*/ 3 w 30"/>
                <a:gd name="T37" fmla="*/ 15 h 24"/>
                <a:gd name="T38" fmla="*/ 26 w 30"/>
                <a:gd name="T39" fmla="*/ 5 h 24"/>
                <a:gd name="T40" fmla="*/ 24 w 30"/>
                <a:gd name="T41" fmla="*/ 8 h 24"/>
                <a:gd name="T42" fmla="*/ 28 w 30"/>
                <a:gd name="T43" fmla="*/ 11 h 24"/>
                <a:gd name="T44" fmla="*/ 30 w 30"/>
                <a:gd name="T45" fmla="*/ 10 h 24"/>
                <a:gd name="T46" fmla="*/ 27 w 30"/>
                <a:gd name="T47" fmla="*/ 7 h 24"/>
                <a:gd name="T48" fmla="*/ 26 w 30"/>
                <a:gd name="T49" fmla="*/ 5 h 24"/>
                <a:gd name="T50" fmla="*/ 16 w 30"/>
                <a:gd name="T51" fmla="*/ 0 h 24"/>
                <a:gd name="T52" fmla="*/ 11 w 30"/>
                <a:gd name="T53" fmla="*/ 3 h 24"/>
                <a:gd name="T54" fmla="*/ 6 w 30"/>
                <a:gd name="T55" fmla="*/ 10 h 24"/>
                <a:gd name="T56" fmla="*/ 7 w 30"/>
                <a:gd name="T57" fmla="*/ 10 h 24"/>
                <a:gd name="T58" fmla="*/ 7 w 30"/>
                <a:gd name="T59" fmla="*/ 9 h 24"/>
                <a:gd name="T60" fmla="*/ 17 w 30"/>
                <a:gd name="T61" fmla="*/ 0 h 24"/>
                <a:gd name="T62" fmla="*/ 16 w 30"/>
                <a:gd name="T6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0" h="24">
                  <a:moveTo>
                    <a:pt x="8" y="20"/>
                  </a:moveTo>
                  <a:cubicBezTo>
                    <a:pt x="7" y="21"/>
                    <a:pt x="6" y="22"/>
                    <a:pt x="6" y="23"/>
                  </a:cubicBezTo>
                  <a:cubicBezTo>
                    <a:pt x="6" y="23"/>
                    <a:pt x="6" y="24"/>
                    <a:pt x="6" y="24"/>
                  </a:cubicBezTo>
                  <a:cubicBezTo>
                    <a:pt x="6" y="24"/>
                    <a:pt x="6" y="23"/>
                    <a:pt x="7" y="23"/>
                  </a:cubicBezTo>
                  <a:cubicBezTo>
                    <a:pt x="7" y="23"/>
                    <a:pt x="8" y="23"/>
                    <a:pt x="9" y="22"/>
                  </a:cubicBezTo>
                  <a:cubicBezTo>
                    <a:pt x="8" y="20"/>
                    <a:pt x="8" y="20"/>
                    <a:pt x="8" y="20"/>
                  </a:cubicBezTo>
                  <a:moveTo>
                    <a:pt x="14" y="16"/>
                  </a:moveTo>
                  <a:cubicBezTo>
                    <a:pt x="13" y="16"/>
                    <a:pt x="13" y="16"/>
                    <a:pt x="13" y="17"/>
                  </a:cubicBezTo>
                  <a:cubicBezTo>
                    <a:pt x="13" y="17"/>
                    <a:pt x="12" y="18"/>
                    <a:pt x="12" y="18"/>
                  </a:cubicBezTo>
                  <a:cubicBezTo>
                    <a:pt x="12" y="18"/>
                    <a:pt x="12" y="18"/>
                    <a:pt x="12" y="19"/>
                  </a:cubicBezTo>
                  <a:cubicBezTo>
                    <a:pt x="12" y="19"/>
                    <a:pt x="13" y="19"/>
                    <a:pt x="13" y="20"/>
                  </a:cubicBezTo>
                  <a:cubicBezTo>
                    <a:pt x="14" y="19"/>
                    <a:pt x="15" y="19"/>
                    <a:pt x="16" y="18"/>
                  </a:cubicBezTo>
                  <a:cubicBezTo>
                    <a:pt x="15" y="17"/>
                    <a:pt x="15" y="17"/>
                    <a:pt x="14" y="17"/>
                  </a:cubicBezTo>
                  <a:cubicBezTo>
                    <a:pt x="14" y="16"/>
                    <a:pt x="14" y="16"/>
                    <a:pt x="14" y="16"/>
                  </a:cubicBezTo>
                  <a:moveTo>
                    <a:pt x="3" y="15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19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16"/>
                    <a:pt x="3" y="16"/>
                    <a:pt x="3" y="15"/>
                  </a:cubicBezTo>
                  <a:moveTo>
                    <a:pt x="26" y="5"/>
                  </a:moveTo>
                  <a:cubicBezTo>
                    <a:pt x="25" y="5"/>
                    <a:pt x="23" y="7"/>
                    <a:pt x="24" y="8"/>
                  </a:cubicBezTo>
                  <a:cubicBezTo>
                    <a:pt x="25" y="8"/>
                    <a:pt x="26" y="10"/>
                    <a:pt x="28" y="11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29" y="9"/>
                    <a:pt x="28" y="7"/>
                    <a:pt x="27" y="7"/>
                  </a:cubicBezTo>
                  <a:cubicBezTo>
                    <a:pt x="26" y="5"/>
                    <a:pt x="26" y="5"/>
                    <a:pt x="26" y="5"/>
                  </a:cubicBezTo>
                  <a:moveTo>
                    <a:pt x="16" y="0"/>
                  </a:moveTo>
                  <a:cubicBezTo>
                    <a:pt x="14" y="0"/>
                    <a:pt x="13" y="1"/>
                    <a:pt x="11" y="3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7" y="10"/>
                    <a:pt x="7" y="10"/>
                  </a:cubicBezTo>
                  <a:cubicBezTo>
                    <a:pt x="7" y="10"/>
                    <a:pt x="7" y="10"/>
                    <a:pt x="7" y="9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26" name="Freeform 904"/>
            <p:cNvSpPr>
              <a:spLocks noEditPoints="1"/>
            </p:cNvSpPr>
            <p:nvPr/>
          </p:nvSpPr>
          <p:spPr bwMode="auto">
            <a:xfrm>
              <a:off x="2042294" y="3890963"/>
              <a:ext cx="106363" cy="96838"/>
            </a:xfrm>
            <a:custGeom>
              <a:avLst/>
              <a:gdLst>
                <a:gd name="T0" fmla="*/ 5 w 24"/>
                <a:gd name="T1" fmla="*/ 18 h 22"/>
                <a:gd name="T2" fmla="*/ 4 w 24"/>
                <a:gd name="T3" fmla="*/ 19 h 22"/>
                <a:gd name="T4" fmla="*/ 1 w 24"/>
                <a:gd name="T5" fmla="*/ 20 h 22"/>
                <a:gd name="T6" fmla="*/ 1 w 24"/>
                <a:gd name="T7" fmla="*/ 20 h 22"/>
                <a:gd name="T8" fmla="*/ 2 w 24"/>
                <a:gd name="T9" fmla="*/ 22 h 22"/>
                <a:gd name="T10" fmla="*/ 6 w 24"/>
                <a:gd name="T11" fmla="*/ 20 h 22"/>
                <a:gd name="T12" fmla="*/ 5 w 24"/>
                <a:gd name="T13" fmla="*/ 19 h 22"/>
                <a:gd name="T14" fmla="*/ 5 w 24"/>
                <a:gd name="T15" fmla="*/ 18 h 22"/>
                <a:gd name="T16" fmla="*/ 20 w 24"/>
                <a:gd name="T17" fmla="*/ 7 h 22"/>
                <a:gd name="T18" fmla="*/ 23 w 24"/>
                <a:gd name="T19" fmla="*/ 10 h 22"/>
                <a:gd name="T20" fmla="*/ 24 w 24"/>
                <a:gd name="T21" fmla="*/ 9 h 22"/>
                <a:gd name="T22" fmla="*/ 20 w 24"/>
                <a:gd name="T23" fmla="*/ 7 h 22"/>
                <a:gd name="T24" fmla="*/ 10 w 24"/>
                <a:gd name="T25" fmla="*/ 0 h 22"/>
                <a:gd name="T26" fmla="*/ 0 w 24"/>
                <a:gd name="T27" fmla="*/ 9 h 22"/>
                <a:gd name="T28" fmla="*/ 0 w 24"/>
                <a:gd name="T29" fmla="*/ 10 h 22"/>
                <a:gd name="T30" fmla="*/ 1 w 24"/>
                <a:gd name="T31" fmla="*/ 10 h 22"/>
                <a:gd name="T32" fmla="*/ 4 w 24"/>
                <a:gd name="T33" fmla="*/ 11 h 22"/>
                <a:gd name="T34" fmla="*/ 5 w 24"/>
                <a:gd name="T35" fmla="*/ 9 h 22"/>
                <a:gd name="T36" fmla="*/ 6 w 24"/>
                <a:gd name="T37" fmla="*/ 8 h 22"/>
                <a:gd name="T38" fmla="*/ 8 w 24"/>
                <a:gd name="T39" fmla="*/ 10 h 22"/>
                <a:gd name="T40" fmla="*/ 8 w 24"/>
                <a:gd name="T41" fmla="*/ 10 h 22"/>
                <a:gd name="T42" fmla="*/ 9 w 24"/>
                <a:gd name="T43" fmla="*/ 10 h 22"/>
                <a:gd name="T44" fmla="*/ 11 w 24"/>
                <a:gd name="T45" fmla="*/ 11 h 22"/>
                <a:gd name="T46" fmla="*/ 11 w 24"/>
                <a:gd name="T47" fmla="*/ 14 h 22"/>
                <a:gd name="T48" fmla="*/ 6 w 24"/>
                <a:gd name="T49" fmla="*/ 16 h 22"/>
                <a:gd name="T50" fmla="*/ 6 w 24"/>
                <a:gd name="T51" fmla="*/ 17 h 22"/>
                <a:gd name="T52" fmla="*/ 7 w 24"/>
                <a:gd name="T53" fmla="*/ 16 h 22"/>
                <a:gd name="T54" fmla="*/ 7 w 24"/>
                <a:gd name="T55" fmla="*/ 17 h 22"/>
                <a:gd name="T56" fmla="*/ 9 w 24"/>
                <a:gd name="T57" fmla="*/ 18 h 22"/>
                <a:gd name="T58" fmla="*/ 15 w 24"/>
                <a:gd name="T59" fmla="*/ 15 h 22"/>
                <a:gd name="T60" fmla="*/ 18 w 24"/>
                <a:gd name="T61" fmla="*/ 13 h 22"/>
                <a:gd name="T62" fmla="*/ 21 w 24"/>
                <a:gd name="T63" fmla="*/ 11 h 22"/>
                <a:gd name="T64" fmla="*/ 17 w 24"/>
                <a:gd name="T65" fmla="*/ 8 h 22"/>
                <a:gd name="T66" fmla="*/ 19 w 24"/>
                <a:gd name="T67" fmla="*/ 5 h 22"/>
                <a:gd name="T68" fmla="*/ 13 w 24"/>
                <a:gd name="T69" fmla="*/ 2 h 22"/>
                <a:gd name="T70" fmla="*/ 10 w 24"/>
                <a:gd name="T7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22">
                  <a:moveTo>
                    <a:pt x="5" y="18"/>
                  </a:moveTo>
                  <a:cubicBezTo>
                    <a:pt x="5" y="18"/>
                    <a:pt x="5" y="19"/>
                    <a:pt x="4" y="19"/>
                  </a:cubicBezTo>
                  <a:cubicBezTo>
                    <a:pt x="3" y="20"/>
                    <a:pt x="2" y="20"/>
                    <a:pt x="1" y="20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3" y="21"/>
                    <a:pt x="5" y="20"/>
                    <a:pt x="6" y="20"/>
                  </a:cubicBezTo>
                  <a:cubicBezTo>
                    <a:pt x="6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moveTo>
                    <a:pt x="20" y="7"/>
                  </a:moveTo>
                  <a:cubicBezTo>
                    <a:pt x="21" y="7"/>
                    <a:pt x="22" y="9"/>
                    <a:pt x="23" y="10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0" y="7"/>
                    <a:pt x="20" y="7"/>
                    <a:pt x="20" y="7"/>
                  </a:cubicBezTo>
                  <a:moveTo>
                    <a:pt x="10" y="0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1" y="10"/>
                  </a:cubicBezTo>
                  <a:cubicBezTo>
                    <a:pt x="2" y="10"/>
                    <a:pt x="3" y="10"/>
                    <a:pt x="4" y="11"/>
                  </a:cubicBezTo>
                  <a:cubicBezTo>
                    <a:pt x="5" y="10"/>
                    <a:pt x="5" y="9"/>
                    <a:pt x="5" y="9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8"/>
                    <a:pt x="8" y="9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0" y="10"/>
                    <a:pt x="11" y="10"/>
                    <a:pt x="11" y="11"/>
                  </a:cubicBezTo>
                  <a:cubicBezTo>
                    <a:pt x="12" y="12"/>
                    <a:pt x="12" y="13"/>
                    <a:pt x="11" y="14"/>
                  </a:cubicBezTo>
                  <a:cubicBezTo>
                    <a:pt x="11" y="14"/>
                    <a:pt x="8" y="15"/>
                    <a:pt x="6" y="16"/>
                  </a:cubicBezTo>
                  <a:cubicBezTo>
                    <a:pt x="6" y="16"/>
                    <a:pt x="6" y="17"/>
                    <a:pt x="6" y="17"/>
                  </a:cubicBezTo>
                  <a:cubicBezTo>
                    <a:pt x="6" y="16"/>
                    <a:pt x="6" y="16"/>
                    <a:pt x="7" y="16"/>
                  </a:cubicBezTo>
                  <a:cubicBezTo>
                    <a:pt x="7" y="16"/>
                    <a:pt x="7" y="16"/>
                    <a:pt x="7" y="17"/>
                  </a:cubicBezTo>
                  <a:cubicBezTo>
                    <a:pt x="8" y="17"/>
                    <a:pt x="8" y="17"/>
                    <a:pt x="9" y="18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19" y="10"/>
                    <a:pt x="18" y="8"/>
                    <a:pt x="17" y="8"/>
                  </a:cubicBezTo>
                  <a:cubicBezTo>
                    <a:pt x="16" y="7"/>
                    <a:pt x="18" y="5"/>
                    <a:pt x="19" y="5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2" y="1"/>
                    <a:pt x="11" y="0"/>
                    <a:pt x="1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27" name="Freeform 905"/>
            <p:cNvSpPr>
              <a:spLocks noEditPoints="1"/>
            </p:cNvSpPr>
            <p:nvPr/>
          </p:nvSpPr>
          <p:spPr bwMode="auto">
            <a:xfrm>
              <a:off x="2024831" y="3935413"/>
              <a:ext cx="44450" cy="34925"/>
            </a:xfrm>
            <a:custGeom>
              <a:avLst/>
              <a:gdLst>
                <a:gd name="T0" fmla="*/ 10 w 10"/>
                <a:gd name="T1" fmla="*/ 7 h 8"/>
                <a:gd name="T2" fmla="*/ 9 w 10"/>
                <a:gd name="T3" fmla="*/ 8 h 8"/>
                <a:gd name="T4" fmla="*/ 10 w 10"/>
                <a:gd name="T5" fmla="*/ 7 h 8"/>
                <a:gd name="T6" fmla="*/ 4 w 10"/>
                <a:gd name="T7" fmla="*/ 0 h 8"/>
                <a:gd name="T8" fmla="*/ 3 w 10"/>
                <a:gd name="T9" fmla="*/ 0 h 8"/>
                <a:gd name="T10" fmla="*/ 0 w 10"/>
                <a:gd name="T11" fmla="*/ 5 h 8"/>
                <a:gd name="T12" fmla="*/ 0 w 10"/>
                <a:gd name="T13" fmla="*/ 7 h 8"/>
                <a:gd name="T14" fmla="*/ 1 w 10"/>
                <a:gd name="T15" fmla="*/ 6 h 8"/>
                <a:gd name="T16" fmla="*/ 4 w 10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8">
                  <a:moveTo>
                    <a:pt x="10" y="7"/>
                  </a:moveTo>
                  <a:cubicBezTo>
                    <a:pt x="9" y="7"/>
                    <a:pt x="9" y="8"/>
                    <a:pt x="9" y="8"/>
                  </a:cubicBezTo>
                  <a:cubicBezTo>
                    <a:pt x="9" y="8"/>
                    <a:pt x="10" y="7"/>
                    <a:pt x="10" y="7"/>
                  </a:cubicBezTo>
                  <a:moveTo>
                    <a:pt x="4" y="0"/>
                  </a:moveTo>
                  <a:cubicBezTo>
                    <a:pt x="4" y="0"/>
                    <a:pt x="3" y="0"/>
                    <a:pt x="3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4"/>
                    <a:pt x="1" y="2"/>
                    <a:pt x="4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28" name="Freeform 906"/>
            <p:cNvSpPr>
              <a:spLocks noEditPoints="1"/>
            </p:cNvSpPr>
            <p:nvPr/>
          </p:nvSpPr>
          <p:spPr bwMode="auto">
            <a:xfrm>
              <a:off x="2029594" y="3935413"/>
              <a:ext cx="39688" cy="44450"/>
            </a:xfrm>
            <a:custGeom>
              <a:avLst/>
              <a:gdLst>
                <a:gd name="T0" fmla="*/ 9 w 9"/>
                <a:gd name="T1" fmla="*/ 6 h 10"/>
                <a:gd name="T2" fmla="*/ 5 w 9"/>
                <a:gd name="T3" fmla="*/ 9 h 10"/>
                <a:gd name="T4" fmla="*/ 4 w 9"/>
                <a:gd name="T5" fmla="*/ 10 h 10"/>
                <a:gd name="T6" fmla="*/ 7 w 9"/>
                <a:gd name="T7" fmla="*/ 9 h 10"/>
                <a:gd name="T8" fmla="*/ 8 w 9"/>
                <a:gd name="T9" fmla="*/ 8 h 10"/>
                <a:gd name="T10" fmla="*/ 9 w 9"/>
                <a:gd name="T11" fmla="*/ 7 h 10"/>
                <a:gd name="T12" fmla="*/ 9 w 9"/>
                <a:gd name="T13" fmla="*/ 6 h 10"/>
                <a:gd name="T14" fmla="*/ 4 w 9"/>
                <a:gd name="T15" fmla="*/ 0 h 10"/>
                <a:gd name="T16" fmla="*/ 3 w 9"/>
                <a:gd name="T17" fmla="*/ 0 h 10"/>
                <a:gd name="T18" fmla="*/ 0 w 9"/>
                <a:gd name="T19" fmla="*/ 6 h 10"/>
                <a:gd name="T20" fmla="*/ 5 w 9"/>
                <a:gd name="T21" fmla="*/ 4 h 10"/>
                <a:gd name="T22" fmla="*/ 7 w 9"/>
                <a:gd name="T23" fmla="*/ 1 h 10"/>
                <a:gd name="T24" fmla="*/ 4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9" y="6"/>
                  </a:moveTo>
                  <a:cubicBezTo>
                    <a:pt x="8" y="7"/>
                    <a:pt x="6" y="8"/>
                    <a:pt x="5" y="9"/>
                  </a:cubicBezTo>
                  <a:cubicBezTo>
                    <a:pt x="5" y="9"/>
                    <a:pt x="4" y="10"/>
                    <a:pt x="4" y="10"/>
                  </a:cubicBezTo>
                  <a:cubicBezTo>
                    <a:pt x="5" y="10"/>
                    <a:pt x="6" y="10"/>
                    <a:pt x="7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8"/>
                    <a:pt x="8" y="7"/>
                    <a:pt x="9" y="7"/>
                  </a:cubicBezTo>
                  <a:cubicBezTo>
                    <a:pt x="9" y="7"/>
                    <a:pt x="9" y="6"/>
                    <a:pt x="9" y="6"/>
                  </a:cubicBezTo>
                  <a:moveTo>
                    <a:pt x="4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" y="2"/>
                    <a:pt x="7" y="1"/>
                    <a:pt x="7" y="1"/>
                  </a:cubicBezTo>
                  <a:cubicBezTo>
                    <a:pt x="6" y="0"/>
                    <a:pt x="5" y="0"/>
                    <a:pt x="4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29" name="Freeform 907"/>
            <p:cNvSpPr>
              <a:spLocks/>
            </p:cNvSpPr>
            <p:nvPr/>
          </p:nvSpPr>
          <p:spPr bwMode="auto">
            <a:xfrm>
              <a:off x="2151831" y="3952876"/>
              <a:ext cx="14288" cy="12700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2 h 3"/>
                <a:gd name="T4" fmla="*/ 1 w 3"/>
                <a:gd name="T5" fmla="*/ 3 h 3"/>
                <a:gd name="T6" fmla="*/ 3 w 3"/>
                <a:gd name="T7" fmla="*/ 2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1" y="1"/>
                    <a:pt x="1" y="1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2" y="3"/>
                    <a:pt x="2" y="2"/>
                    <a:pt x="3" y="2"/>
                  </a:cubicBezTo>
                  <a:cubicBezTo>
                    <a:pt x="3" y="1"/>
                    <a:pt x="3" y="1"/>
                    <a:pt x="2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30" name="Freeform 908"/>
            <p:cNvSpPr>
              <a:spLocks noEditPoints="1"/>
            </p:cNvSpPr>
            <p:nvPr/>
          </p:nvSpPr>
          <p:spPr bwMode="auto">
            <a:xfrm>
              <a:off x="2134369" y="3952876"/>
              <a:ext cx="34925" cy="26988"/>
            </a:xfrm>
            <a:custGeom>
              <a:avLst/>
              <a:gdLst>
                <a:gd name="T0" fmla="*/ 4 w 8"/>
                <a:gd name="T1" fmla="*/ 2 h 6"/>
                <a:gd name="T2" fmla="*/ 0 w 8"/>
                <a:gd name="T3" fmla="*/ 4 h 6"/>
                <a:gd name="T4" fmla="*/ 0 w 8"/>
                <a:gd name="T5" fmla="*/ 6 h 6"/>
                <a:gd name="T6" fmla="*/ 0 w 8"/>
                <a:gd name="T7" fmla="*/ 6 h 6"/>
                <a:gd name="T8" fmla="*/ 5 w 8"/>
                <a:gd name="T9" fmla="*/ 3 h 6"/>
                <a:gd name="T10" fmla="*/ 4 w 8"/>
                <a:gd name="T11" fmla="*/ 2 h 6"/>
                <a:gd name="T12" fmla="*/ 7 w 8"/>
                <a:gd name="T13" fmla="*/ 0 h 6"/>
                <a:gd name="T14" fmla="*/ 6 w 8"/>
                <a:gd name="T15" fmla="*/ 0 h 6"/>
                <a:gd name="T16" fmla="*/ 7 w 8"/>
                <a:gd name="T17" fmla="*/ 2 h 6"/>
                <a:gd name="T18" fmla="*/ 8 w 8"/>
                <a:gd name="T19" fmla="*/ 1 h 6"/>
                <a:gd name="T20" fmla="*/ 7 w 8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6">
                  <a:moveTo>
                    <a:pt x="4" y="2"/>
                  </a:moveTo>
                  <a:cubicBezTo>
                    <a:pt x="2" y="3"/>
                    <a:pt x="0" y="4"/>
                    <a:pt x="0" y="4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2" y="4"/>
                    <a:pt x="5" y="3"/>
                  </a:cubicBezTo>
                  <a:cubicBezTo>
                    <a:pt x="4" y="3"/>
                    <a:pt x="4" y="2"/>
                    <a:pt x="4" y="2"/>
                  </a:cubicBezTo>
                  <a:moveTo>
                    <a:pt x="7" y="0"/>
                  </a:moveTo>
                  <a:cubicBezTo>
                    <a:pt x="7" y="0"/>
                    <a:pt x="7" y="0"/>
                    <a:pt x="6" y="0"/>
                  </a:cubicBezTo>
                  <a:cubicBezTo>
                    <a:pt x="7" y="1"/>
                    <a:pt x="7" y="1"/>
                    <a:pt x="7" y="2"/>
                  </a:cubicBezTo>
                  <a:cubicBezTo>
                    <a:pt x="7" y="1"/>
                    <a:pt x="7" y="1"/>
                    <a:pt x="8" y="1"/>
                  </a:cubicBezTo>
                  <a:cubicBezTo>
                    <a:pt x="8" y="1"/>
                    <a:pt x="8" y="0"/>
                    <a:pt x="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31" name="Freeform 909"/>
            <p:cNvSpPr>
              <a:spLocks/>
            </p:cNvSpPr>
            <p:nvPr/>
          </p:nvSpPr>
          <p:spPr bwMode="auto">
            <a:xfrm>
              <a:off x="2094681" y="4014788"/>
              <a:ext cx="31750" cy="26988"/>
            </a:xfrm>
            <a:custGeom>
              <a:avLst/>
              <a:gdLst>
                <a:gd name="T0" fmla="*/ 6 w 7"/>
                <a:gd name="T1" fmla="*/ 0 h 6"/>
                <a:gd name="T2" fmla="*/ 3 w 7"/>
                <a:gd name="T3" fmla="*/ 2 h 6"/>
                <a:gd name="T4" fmla="*/ 3 w 7"/>
                <a:gd name="T5" fmla="*/ 4 h 6"/>
                <a:gd name="T6" fmla="*/ 1 w 7"/>
                <a:gd name="T7" fmla="*/ 5 h 6"/>
                <a:gd name="T8" fmla="*/ 0 w 7"/>
                <a:gd name="T9" fmla="*/ 5 h 6"/>
                <a:gd name="T10" fmla="*/ 1 w 7"/>
                <a:gd name="T11" fmla="*/ 6 h 6"/>
                <a:gd name="T12" fmla="*/ 6 w 7"/>
                <a:gd name="T13" fmla="*/ 3 h 6"/>
                <a:gd name="T14" fmla="*/ 7 w 7"/>
                <a:gd name="T15" fmla="*/ 2 h 6"/>
                <a:gd name="T16" fmla="*/ 7 w 7"/>
                <a:gd name="T17" fmla="*/ 1 h 6"/>
                <a:gd name="T18" fmla="*/ 6 w 7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6">
                  <a:moveTo>
                    <a:pt x="6" y="0"/>
                  </a:moveTo>
                  <a:cubicBezTo>
                    <a:pt x="5" y="1"/>
                    <a:pt x="4" y="1"/>
                    <a:pt x="3" y="2"/>
                  </a:cubicBezTo>
                  <a:cubicBezTo>
                    <a:pt x="4" y="3"/>
                    <a:pt x="3" y="4"/>
                    <a:pt x="3" y="4"/>
                  </a:cubicBezTo>
                  <a:cubicBezTo>
                    <a:pt x="2" y="5"/>
                    <a:pt x="2" y="5"/>
                    <a:pt x="1" y="5"/>
                  </a:cubicBezTo>
                  <a:cubicBezTo>
                    <a:pt x="1" y="5"/>
                    <a:pt x="1" y="5"/>
                    <a:pt x="0" y="5"/>
                  </a:cubicBezTo>
                  <a:cubicBezTo>
                    <a:pt x="0" y="5"/>
                    <a:pt x="1" y="6"/>
                    <a:pt x="1" y="6"/>
                  </a:cubicBezTo>
                  <a:cubicBezTo>
                    <a:pt x="3" y="5"/>
                    <a:pt x="5" y="4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6" y="1"/>
                    <a:pt x="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32" name="Freeform 910"/>
            <p:cNvSpPr>
              <a:spLocks noEditPoints="1"/>
            </p:cNvSpPr>
            <p:nvPr/>
          </p:nvSpPr>
          <p:spPr bwMode="auto">
            <a:xfrm>
              <a:off x="2094681" y="4005263"/>
              <a:ext cx="44450" cy="31750"/>
            </a:xfrm>
            <a:custGeom>
              <a:avLst/>
              <a:gdLst>
                <a:gd name="T0" fmla="*/ 3 w 10"/>
                <a:gd name="T1" fmla="*/ 4 h 7"/>
                <a:gd name="T2" fmla="*/ 1 w 10"/>
                <a:gd name="T3" fmla="*/ 5 h 7"/>
                <a:gd name="T4" fmla="*/ 1 w 10"/>
                <a:gd name="T5" fmla="*/ 6 h 7"/>
                <a:gd name="T6" fmla="*/ 0 w 10"/>
                <a:gd name="T7" fmla="*/ 7 h 7"/>
                <a:gd name="T8" fmla="*/ 1 w 10"/>
                <a:gd name="T9" fmla="*/ 7 h 7"/>
                <a:gd name="T10" fmla="*/ 3 w 10"/>
                <a:gd name="T11" fmla="*/ 6 h 7"/>
                <a:gd name="T12" fmla="*/ 3 w 10"/>
                <a:gd name="T13" fmla="*/ 4 h 7"/>
                <a:gd name="T14" fmla="*/ 10 w 10"/>
                <a:gd name="T15" fmla="*/ 0 h 7"/>
                <a:gd name="T16" fmla="*/ 9 w 10"/>
                <a:gd name="T17" fmla="*/ 0 h 7"/>
                <a:gd name="T18" fmla="*/ 6 w 10"/>
                <a:gd name="T19" fmla="*/ 2 h 7"/>
                <a:gd name="T20" fmla="*/ 7 w 10"/>
                <a:gd name="T21" fmla="*/ 3 h 7"/>
                <a:gd name="T22" fmla="*/ 7 w 10"/>
                <a:gd name="T23" fmla="*/ 4 h 7"/>
                <a:gd name="T24" fmla="*/ 10 w 10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7">
                  <a:moveTo>
                    <a:pt x="3" y="4"/>
                  </a:moveTo>
                  <a:cubicBezTo>
                    <a:pt x="3" y="4"/>
                    <a:pt x="2" y="5"/>
                    <a:pt x="1" y="5"/>
                  </a:cubicBezTo>
                  <a:cubicBezTo>
                    <a:pt x="1" y="5"/>
                    <a:pt x="1" y="6"/>
                    <a:pt x="1" y="6"/>
                  </a:cubicBezTo>
                  <a:cubicBezTo>
                    <a:pt x="1" y="6"/>
                    <a:pt x="0" y="6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2" y="7"/>
                    <a:pt x="3" y="6"/>
                  </a:cubicBezTo>
                  <a:cubicBezTo>
                    <a:pt x="3" y="6"/>
                    <a:pt x="4" y="5"/>
                    <a:pt x="3" y="4"/>
                  </a:cubicBezTo>
                  <a:moveTo>
                    <a:pt x="10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8" y="1"/>
                    <a:pt x="7" y="2"/>
                    <a:pt x="6" y="2"/>
                  </a:cubicBezTo>
                  <a:cubicBezTo>
                    <a:pt x="6" y="3"/>
                    <a:pt x="7" y="3"/>
                    <a:pt x="7" y="3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33" name="Freeform 911"/>
            <p:cNvSpPr>
              <a:spLocks noEditPoints="1"/>
            </p:cNvSpPr>
            <p:nvPr/>
          </p:nvSpPr>
          <p:spPr bwMode="auto">
            <a:xfrm>
              <a:off x="1967681" y="4037013"/>
              <a:ext cx="57150" cy="69850"/>
            </a:xfrm>
            <a:custGeom>
              <a:avLst/>
              <a:gdLst>
                <a:gd name="T0" fmla="*/ 13 w 13"/>
                <a:gd name="T1" fmla="*/ 5 h 16"/>
                <a:gd name="T2" fmla="*/ 1 w 13"/>
                <a:gd name="T3" fmla="*/ 15 h 16"/>
                <a:gd name="T4" fmla="*/ 0 w 13"/>
                <a:gd name="T5" fmla="*/ 15 h 16"/>
                <a:gd name="T6" fmla="*/ 0 w 13"/>
                <a:gd name="T7" fmla="*/ 16 h 16"/>
                <a:gd name="T8" fmla="*/ 5 w 13"/>
                <a:gd name="T9" fmla="*/ 16 h 16"/>
                <a:gd name="T10" fmla="*/ 13 w 13"/>
                <a:gd name="T11" fmla="*/ 5 h 16"/>
                <a:gd name="T12" fmla="*/ 13 w 13"/>
                <a:gd name="T13" fmla="*/ 5 h 16"/>
                <a:gd name="T14" fmla="*/ 9 w 13"/>
                <a:gd name="T15" fmla="*/ 0 h 16"/>
                <a:gd name="T16" fmla="*/ 7 w 13"/>
                <a:gd name="T17" fmla="*/ 3 h 16"/>
                <a:gd name="T18" fmla="*/ 7 w 13"/>
                <a:gd name="T19" fmla="*/ 4 h 16"/>
                <a:gd name="T20" fmla="*/ 7 w 13"/>
                <a:gd name="T21" fmla="*/ 4 h 16"/>
                <a:gd name="T22" fmla="*/ 9 w 13"/>
                <a:gd name="T23" fmla="*/ 2 h 16"/>
                <a:gd name="T24" fmla="*/ 9 w 13"/>
                <a:gd name="T2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16">
                  <a:moveTo>
                    <a:pt x="13" y="5"/>
                  </a:moveTo>
                  <a:cubicBezTo>
                    <a:pt x="1" y="15"/>
                    <a:pt x="1" y="15"/>
                    <a:pt x="1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9" y="9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moveTo>
                    <a:pt x="9" y="0"/>
                  </a:move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9" y="2"/>
                    <a:pt x="9" y="2"/>
                  </a:cubicBezTo>
                  <a:cubicBezTo>
                    <a:pt x="9" y="2"/>
                    <a:pt x="9" y="1"/>
                    <a:pt x="9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34" name="Freeform 912"/>
            <p:cNvSpPr>
              <a:spLocks/>
            </p:cNvSpPr>
            <p:nvPr/>
          </p:nvSpPr>
          <p:spPr bwMode="auto">
            <a:xfrm>
              <a:off x="1967681" y="4106863"/>
              <a:ext cx="22225" cy="4763"/>
            </a:xfrm>
            <a:custGeom>
              <a:avLst/>
              <a:gdLst>
                <a:gd name="T0" fmla="*/ 5 w 5"/>
                <a:gd name="T1" fmla="*/ 0 h 1"/>
                <a:gd name="T2" fmla="*/ 0 w 5"/>
                <a:gd name="T3" fmla="*/ 0 h 1"/>
                <a:gd name="T4" fmla="*/ 0 w 5"/>
                <a:gd name="T5" fmla="*/ 0 h 1"/>
                <a:gd name="T6" fmla="*/ 0 w 5"/>
                <a:gd name="T7" fmla="*/ 0 h 1"/>
                <a:gd name="T8" fmla="*/ 2 w 5"/>
                <a:gd name="T9" fmla="*/ 1 h 1"/>
                <a:gd name="T10" fmla="*/ 5 w 5"/>
                <a:gd name="T11" fmla="*/ 0 h 1"/>
                <a:gd name="T12" fmla="*/ 5 w 5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35" name="Freeform 913"/>
            <p:cNvSpPr>
              <a:spLocks/>
            </p:cNvSpPr>
            <p:nvPr/>
          </p:nvSpPr>
          <p:spPr bwMode="auto">
            <a:xfrm>
              <a:off x="1962919" y="4032251"/>
              <a:ext cx="61913" cy="69850"/>
            </a:xfrm>
            <a:custGeom>
              <a:avLst/>
              <a:gdLst>
                <a:gd name="T0" fmla="*/ 11 w 14"/>
                <a:gd name="T1" fmla="*/ 0 h 16"/>
                <a:gd name="T2" fmla="*/ 10 w 14"/>
                <a:gd name="T3" fmla="*/ 1 h 16"/>
                <a:gd name="T4" fmla="*/ 10 w 14"/>
                <a:gd name="T5" fmla="*/ 3 h 16"/>
                <a:gd name="T6" fmla="*/ 8 w 14"/>
                <a:gd name="T7" fmla="*/ 5 h 16"/>
                <a:gd name="T8" fmla="*/ 6 w 14"/>
                <a:gd name="T9" fmla="*/ 12 h 16"/>
                <a:gd name="T10" fmla="*/ 3 w 14"/>
                <a:gd name="T11" fmla="*/ 12 h 16"/>
                <a:gd name="T12" fmla="*/ 2 w 14"/>
                <a:gd name="T13" fmla="*/ 12 h 16"/>
                <a:gd name="T14" fmla="*/ 1 w 14"/>
                <a:gd name="T15" fmla="*/ 13 h 16"/>
                <a:gd name="T16" fmla="*/ 1 w 14"/>
                <a:gd name="T17" fmla="*/ 16 h 16"/>
                <a:gd name="T18" fmla="*/ 2 w 14"/>
                <a:gd name="T19" fmla="*/ 16 h 16"/>
                <a:gd name="T20" fmla="*/ 14 w 14"/>
                <a:gd name="T21" fmla="*/ 6 h 16"/>
                <a:gd name="T22" fmla="*/ 11 w 14"/>
                <a:gd name="T2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" h="16">
                  <a:moveTo>
                    <a:pt x="11" y="0"/>
                  </a:moveTo>
                  <a:cubicBezTo>
                    <a:pt x="10" y="1"/>
                    <a:pt x="10" y="1"/>
                    <a:pt x="10" y="1"/>
                  </a:cubicBezTo>
                  <a:cubicBezTo>
                    <a:pt x="10" y="2"/>
                    <a:pt x="10" y="3"/>
                    <a:pt x="10" y="3"/>
                  </a:cubicBezTo>
                  <a:cubicBezTo>
                    <a:pt x="10" y="3"/>
                    <a:pt x="9" y="4"/>
                    <a:pt x="8" y="5"/>
                  </a:cubicBezTo>
                  <a:cubicBezTo>
                    <a:pt x="9" y="7"/>
                    <a:pt x="8" y="10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2"/>
                    <a:pt x="2" y="12"/>
                    <a:pt x="2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4"/>
                    <a:pt x="0" y="15"/>
                    <a:pt x="1" y="16"/>
                  </a:cubicBezTo>
                  <a:cubicBezTo>
                    <a:pt x="1" y="16"/>
                    <a:pt x="1" y="16"/>
                    <a:pt x="2" y="1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36" name="Freeform 914"/>
            <p:cNvSpPr>
              <a:spLocks noEditPoints="1"/>
            </p:cNvSpPr>
            <p:nvPr/>
          </p:nvSpPr>
          <p:spPr bwMode="auto">
            <a:xfrm>
              <a:off x="1997844" y="4041776"/>
              <a:ext cx="76200" cy="92075"/>
            </a:xfrm>
            <a:custGeom>
              <a:avLst/>
              <a:gdLst>
                <a:gd name="T0" fmla="*/ 2 w 17"/>
                <a:gd name="T1" fmla="*/ 21 h 21"/>
                <a:gd name="T2" fmla="*/ 1 w 17"/>
                <a:gd name="T3" fmla="*/ 21 h 21"/>
                <a:gd name="T4" fmla="*/ 2 w 17"/>
                <a:gd name="T5" fmla="*/ 21 h 21"/>
                <a:gd name="T6" fmla="*/ 2 w 17"/>
                <a:gd name="T7" fmla="*/ 21 h 21"/>
                <a:gd name="T8" fmla="*/ 7 w 17"/>
                <a:gd name="T9" fmla="*/ 5 h 21"/>
                <a:gd name="T10" fmla="*/ 0 w 17"/>
                <a:gd name="T11" fmla="*/ 15 h 21"/>
                <a:gd name="T12" fmla="*/ 7 w 17"/>
                <a:gd name="T13" fmla="*/ 15 h 21"/>
                <a:gd name="T14" fmla="*/ 10 w 17"/>
                <a:gd name="T15" fmla="*/ 10 h 21"/>
                <a:gd name="T16" fmla="*/ 8 w 17"/>
                <a:gd name="T17" fmla="*/ 7 h 21"/>
                <a:gd name="T18" fmla="*/ 7 w 17"/>
                <a:gd name="T19" fmla="*/ 5 h 21"/>
                <a:gd name="T20" fmla="*/ 17 w 17"/>
                <a:gd name="T21" fmla="*/ 0 h 21"/>
                <a:gd name="T22" fmla="*/ 16 w 17"/>
                <a:gd name="T23" fmla="*/ 1 h 21"/>
                <a:gd name="T24" fmla="*/ 16 w 17"/>
                <a:gd name="T25" fmla="*/ 2 h 21"/>
                <a:gd name="T26" fmla="*/ 17 w 17"/>
                <a:gd name="T27" fmla="*/ 1 h 21"/>
                <a:gd name="T28" fmla="*/ 17 w 17"/>
                <a:gd name="T2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21">
                  <a:moveTo>
                    <a:pt x="2" y="21"/>
                  </a:moveTo>
                  <a:cubicBezTo>
                    <a:pt x="2" y="21"/>
                    <a:pt x="1" y="21"/>
                    <a:pt x="1" y="21"/>
                  </a:cubicBezTo>
                  <a:cubicBezTo>
                    <a:pt x="1" y="21"/>
                    <a:pt x="1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moveTo>
                    <a:pt x="7" y="5"/>
                  </a:moveTo>
                  <a:cubicBezTo>
                    <a:pt x="4" y="9"/>
                    <a:pt x="1" y="13"/>
                    <a:pt x="0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9" y="9"/>
                    <a:pt x="8" y="8"/>
                    <a:pt x="8" y="7"/>
                  </a:cubicBezTo>
                  <a:cubicBezTo>
                    <a:pt x="7" y="5"/>
                    <a:pt x="7" y="5"/>
                    <a:pt x="7" y="5"/>
                  </a:cubicBezTo>
                  <a:moveTo>
                    <a:pt x="17" y="0"/>
                  </a:moveTo>
                  <a:cubicBezTo>
                    <a:pt x="17" y="1"/>
                    <a:pt x="16" y="1"/>
                    <a:pt x="16" y="1"/>
                  </a:cubicBezTo>
                  <a:cubicBezTo>
                    <a:pt x="16" y="1"/>
                    <a:pt x="16" y="2"/>
                    <a:pt x="16" y="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0"/>
                    <a:pt x="17" y="0"/>
                    <a:pt x="1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37" name="Freeform 915"/>
            <p:cNvSpPr>
              <a:spLocks/>
            </p:cNvSpPr>
            <p:nvPr/>
          </p:nvSpPr>
          <p:spPr bwMode="auto">
            <a:xfrm>
              <a:off x="1989906" y="4106863"/>
              <a:ext cx="39688" cy="26988"/>
            </a:xfrm>
            <a:custGeom>
              <a:avLst/>
              <a:gdLst>
                <a:gd name="T0" fmla="*/ 9 w 9"/>
                <a:gd name="T1" fmla="*/ 0 h 6"/>
                <a:gd name="T2" fmla="*/ 2 w 9"/>
                <a:gd name="T3" fmla="*/ 0 h 6"/>
                <a:gd name="T4" fmla="*/ 1 w 9"/>
                <a:gd name="T5" fmla="*/ 1 h 6"/>
                <a:gd name="T6" fmla="*/ 2 w 9"/>
                <a:gd name="T7" fmla="*/ 5 h 6"/>
                <a:gd name="T8" fmla="*/ 2 w 9"/>
                <a:gd name="T9" fmla="*/ 5 h 6"/>
                <a:gd name="T10" fmla="*/ 3 w 9"/>
                <a:gd name="T11" fmla="*/ 6 h 6"/>
                <a:gd name="T12" fmla="*/ 4 w 9"/>
                <a:gd name="T13" fmla="*/ 6 h 6"/>
                <a:gd name="T14" fmla="*/ 6 w 9"/>
                <a:gd name="T15" fmla="*/ 4 h 6"/>
                <a:gd name="T16" fmla="*/ 9 w 9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6">
                  <a:moveTo>
                    <a:pt x="9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0" y="2"/>
                    <a:pt x="1" y="4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6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5" y="5"/>
                    <a:pt x="5" y="5"/>
                    <a:pt x="6" y="4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38" name="Freeform 916"/>
            <p:cNvSpPr>
              <a:spLocks/>
            </p:cNvSpPr>
            <p:nvPr/>
          </p:nvSpPr>
          <p:spPr bwMode="auto">
            <a:xfrm>
              <a:off x="2126431" y="3860801"/>
              <a:ext cx="52388" cy="44450"/>
            </a:xfrm>
            <a:custGeom>
              <a:avLst/>
              <a:gdLst>
                <a:gd name="T0" fmla="*/ 6 w 12"/>
                <a:gd name="T1" fmla="*/ 0 h 10"/>
                <a:gd name="T2" fmla="*/ 2 w 12"/>
                <a:gd name="T3" fmla="*/ 2 h 10"/>
                <a:gd name="T4" fmla="*/ 1 w 12"/>
                <a:gd name="T5" fmla="*/ 7 h 10"/>
                <a:gd name="T6" fmla="*/ 4 w 12"/>
                <a:gd name="T7" fmla="*/ 10 h 10"/>
                <a:gd name="T8" fmla="*/ 6 w 12"/>
                <a:gd name="T9" fmla="*/ 10 h 10"/>
                <a:gd name="T10" fmla="*/ 10 w 12"/>
                <a:gd name="T11" fmla="*/ 8 h 10"/>
                <a:gd name="T12" fmla="*/ 9 w 12"/>
                <a:gd name="T13" fmla="*/ 1 h 10"/>
                <a:gd name="T14" fmla="*/ 6 w 12"/>
                <a:gd name="T1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10">
                  <a:moveTo>
                    <a:pt x="6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1" y="3"/>
                    <a:pt x="0" y="5"/>
                    <a:pt x="1" y="7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5" y="10"/>
                    <a:pt x="6" y="10"/>
                  </a:cubicBezTo>
                  <a:cubicBezTo>
                    <a:pt x="8" y="10"/>
                    <a:pt x="9" y="9"/>
                    <a:pt x="10" y="8"/>
                  </a:cubicBezTo>
                  <a:cubicBezTo>
                    <a:pt x="12" y="6"/>
                    <a:pt x="11" y="2"/>
                    <a:pt x="9" y="1"/>
                  </a:cubicBezTo>
                  <a:cubicBezTo>
                    <a:pt x="8" y="0"/>
                    <a:pt x="7" y="0"/>
                    <a:pt x="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39" name="Freeform 917"/>
            <p:cNvSpPr>
              <a:spLocks/>
            </p:cNvSpPr>
            <p:nvPr/>
          </p:nvSpPr>
          <p:spPr bwMode="auto">
            <a:xfrm>
              <a:off x="2131194" y="3890963"/>
              <a:ext cx="12700" cy="14288"/>
            </a:xfrm>
            <a:custGeom>
              <a:avLst/>
              <a:gdLst>
                <a:gd name="T0" fmla="*/ 0 w 3"/>
                <a:gd name="T1" fmla="*/ 0 h 3"/>
                <a:gd name="T2" fmla="*/ 2 w 3"/>
                <a:gd name="T3" fmla="*/ 2 h 3"/>
                <a:gd name="T4" fmla="*/ 3 w 3"/>
                <a:gd name="T5" fmla="*/ 3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0" y="1"/>
                    <a:pt x="1" y="2"/>
                    <a:pt x="2" y="2"/>
                  </a:cubicBezTo>
                  <a:cubicBezTo>
                    <a:pt x="2" y="2"/>
                    <a:pt x="2" y="2"/>
                    <a:pt x="3" y="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40" name="Freeform 918"/>
            <p:cNvSpPr>
              <a:spLocks/>
            </p:cNvSpPr>
            <p:nvPr/>
          </p:nvSpPr>
          <p:spPr bwMode="auto">
            <a:xfrm>
              <a:off x="1920056" y="3046413"/>
              <a:ext cx="196850" cy="250825"/>
            </a:xfrm>
            <a:custGeom>
              <a:avLst/>
              <a:gdLst>
                <a:gd name="T0" fmla="*/ 28 w 45"/>
                <a:gd name="T1" fmla="*/ 54 h 57"/>
                <a:gd name="T2" fmla="*/ 40 w 45"/>
                <a:gd name="T3" fmla="*/ 47 h 57"/>
                <a:gd name="T4" fmla="*/ 43 w 45"/>
                <a:gd name="T5" fmla="*/ 38 h 57"/>
                <a:gd name="T6" fmla="*/ 33 w 45"/>
                <a:gd name="T7" fmla="*/ 22 h 57"/>
                <a:gd name="T8" fmla="*/ 30 w 45"/>
                <a:gd name="T9" fmla="*/ 22 h 57"/>
                <a:gd name="T10" fmla="*/ 30 w 45"/>
                <a:gd name="T11" fmla="*/ 25 h 57"/>
                <a:gd name="T12" fmla="*/ 37 w 45"/>
                <a:gd name="T13" fmla="*/ 37 h 57"/>
                <a:gd name="T14" fmla="*/ 35 w 45"/>
                <a:gd name="T15" fmla="*/ 38 h 57"/>
                <a:gd name="T16" fmla="*/ 25 w 45"/>
                <a:gd name="T17" fmla="*/ 24 h 57"/>
                <a:gd name="T18" fmla="*/ 24 w 45"/>
                <a:gd name="T19" fmla="*/ 21 h 57"/>
                <a:gd name="T20" fmla="*/ 12 w 45"/>
                <a:gd name="T21" fmla="*/ 2 h 57"/>
                <a:gd name="T22" fmla="*/ 9 w 45"/>
                <a:gd name="T23" fmla="*/ 0 h 57"/>
                <a:gd name="T24" fmla="*/ 9 w 45"/>
                <a:gd name="T25" fmla="*/ 1 h 57"/>
                <a:gd name="T26" fmla="*/ 7 w 45"/>
                <a:gd name="T27" fmla="*/ 5 h 57"/>
                <a:gd name="T28" fmla="*/ 19 w 45"/>
                <a:gd name="T29" fmla="*/ 24 h 57"/>
                <a:gd name="T30" fmla="*/ 17 w 45"/>
                <a:gd name="T31" fmla="*/ 25 h 57"/>
                <a:gd name="T32" fmla="*/ 6 w 45"/>
                <a:gd name="T33" fmla="*/ 6 h 57"/>
                <a:gd name="T34" fmla="*/ 2 w 45"/>
                <a:gd name="T35" fmla="*/ 5 h 57"/>
                <a:gd name="T36" fmla="*/ 1 w 45"/>
                <a:gd name="T37" fmla="*/ 5 h 57"/>
                <a:gd name="T38" fmla="*/ 1 w 45"/>
                <a:gd name="T39" fmla="*/ 9 h 57"/>
                <a:gd name="T40" fmla="*/ 12 w 45"/>
                <a:gd name="T41" fmla="*/ 28 h 57"/>
                <a:gd name="T42" fmla="*/ 14 w 45"/>
                <a:gd name="T43" fmla="*/ 30 h 57"/>
                <a:gd name="T44" fmla="*/ 23 w 45"/>
                <a:gd name="T45" fmla="*/ 45 h 57"/>
                <a:gd name="T46" fmla="*/ 21 w 45"/>
                <a:gd name="T47" fmla="*/ 47 h 57"/>
                <a:gd name="T48" fmla="*/ 13 w 45"/>
                <a:gd name="T49" fmla="*/ 35 h 57"/>
                <a:gd name="T50" fmla="*/ 10 w 45"/>
                <a:gd name="T51" fmla="*/ 34 h 57"/>
                <a:gd name="T52" fmla="*/ 9 w 45"/>
                <a:gd name="T53" fmla="*/ 37 h 57"/>
                <a:gd name="T54" fmla="*/ 19 w 45"/>
                <a:gd name="T55" fmla="*/ 53 h 57"/>
                <a:gd name="T56" fmla="*/ 28 w 45"/>
                <a:gd name="T57" fmla="*/ 54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57">
                  <a:moveTo>
                    <a:pt x="28" y="54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4" y="45"/>
                    <a:pt x="45" y="42"/>
                    <a:pt x="43" y="38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1"/>
                    <a:pt x="31" y="21"/>
                    <a:pt x="30" y="22"/>
                  </a:cubicBezTo>
                  <a:cubicBezTo>
                    <a:pt x="29" y="22"/>
                    <a:pt x="29" y="24"/>
                    <a:pt x="30" y="25"/>
                  </a:cubicBezTo>
                  <a:cubicBezTo>
                    <a:pt x="30" y="25"/>
                    <a:pt x="36" y="36"/>
                    <a:pt x="37" y="37"/>
                  </a:cubicBezTo>
                  <a:cubicBezTo>
                    <a:pt x="38" y="38"/>
                    <a:pt x="35" y="40"/>
                    <a:pt x="35" y="38"/>
                  </a:cubicBezTo>
                  <a:cubicBezTo>
                    <a:pt x="34" y="37"/>
                    <a:pt x="28" y="28"/>
                    <a:pt x="25" y="24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0"/>
                    <a:pt x="10" y="0"/>
                    <a:pt x="9" y="0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1"/>
                    <a:pt x="6" y="3"/>
                    <a:pt x="7" y="5"/>
                  </a:cubicBezTo>
                  <a:cubicBezTo>
                    <a:pt x="7" y="5"/>
                    <a:pt x="18" y="23"/>
                    <a:pt x="19" y="24"/>
                  </a:cubicBezTo>
                  <a:cubicBezTo>
                    <a:pt x="20" y="25"/>
                    <a:pt x="18" y="26"/>
                    <a:pt x="17" y="25"/>
                  </a:cubicBezTo>
                  <a:cubicBezTo>
                    <a:pt x="17" y="23"/>
                    <a:pt x="6" y="6"/>
                    <a:pt x="6" y="6"/>
                  </a:cubicBezTo>
                  <a:cubicBezTo>
                    <a:pt x="5" y="4"/>
                    <a:pt x="3" y="4"/>
                    <a:pt x="2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6"/>
                    <a:pt x="0" y="7"/>
                    <a:pt x="1" y="9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7" y="35"/>
                    <a:pt x="22" y="44"/>
                    <a:pt x="23" y="45"/>
                  </a:cubicBezTo>
                  <a:cubicBezTo>
                    <a:pt x="24" y="47"/>
                    <a:pt x="21" y="48"/>
                    <a:pt x="21" y="47"/>
                  </a:cubicBezTo>
                  <a:cubicBezTo>
                    <a:pt x="20" y="46"/>
                    <a:pt x="13" y="35"/>
                    <a:pt x="13" y="35"/>
                  </a:cubicBezTo>
                  <a:cubicBezTo>
                    <a:pt x="13" y="34"/>
                    <a:pt x="11" y="33"/>
                    <a:pt x="10" y="34"/>
                  </a:cubicBezTo>
                  <a:cubicBezTo>
                    <a:pt x="9" y="34"/>
                    <a:pt x="9" y="36"/>
                    <a:pt x="9" y="37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21" y="56"/>
                    <a:pt x="24" y="57"/>
                    <a:pt x="28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41" name="Freeform 919"/>
            <p:cNvSpPr>
              <a:spLocks/>
            </p:cNvSpPr>
            <p:nvPr/>
          </p:nvSpPr>
          <p:spPr bwMode="auto">
            <a:xfrm>
              <a:off x="2064519" y="3279776"/>
              <a:ext cx="52388" cy="52388"/>
            </a:xfrm>
            <a:custGeom>
              <a:avLst/>
              <a:gdLst>
                <a:gd name="T0" fmla="*/ 2 w 12"/>
                <a:gd name="T1" fmla="*/ 9 h 12"/>
                <a:gd name="T2" fmla="*/ 4 w 12"/>
                <a:gd name="T3" fmla="*/ 2 h 12"/>
                <a:gd name="T4" fmla="*/ 11 w 12"/>
                <a:gd name="T5" fmla="*/ 3 h 12"/>
                <a:gd name="T6" fmla="*/ 9 w 12"/>
                <a:gd name="T7" fmla="*/ 10 h 12"/>
                <a:gd name="T8" fmla="*/ 2 w 12"/>
                <a:gd name="T9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2" y="9"/>
                  </a:moveTo>
                  <a:cubicBezTo>
                    <a:pt x="0" y="6"/>
                    <a:pt x="1" y="3"/>
                    <a:pt x="4" y="2"/>
                  </a:cubicBezTo>
                  <a:cubicBezTo>
                    <a:pt x="6" y="0"/>
                    <a:pt x="9" y="1"/>
                    <a:pt x="11" y="3"/>
                  </a:cubicBezTo>
                  <a:cubicBezTo>
                    <a:pt x="12" y="6"/>
                    <a:pt x="11" y="9"/>
                    <a:pt x="9" y="10"/>
                  </a:cubicBezTo>
                  <a:cubicBezTo>
                    <a:pt x="7" y="12"/>
                    <a:pt x="3" y="11"/>
                    <a:pt x="2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42" name="Freeform 920"/>
            <p:cNvSpPr>
              <a:spLocks/>
            </p:cNvSpPr>
            <p:nvPr/>
          </p:nvSpPr>
          <p:spPr bwMode="auto">
            <a:xfrm>
              <a:off x="1977206" y="3451226"/>
              <a:ext cx="161925" cy="260350"/>
            </a:xfrm>
            <a:custGeom>
              <a:avLst/>
              <a:gdLst>
                <a:gd name="T0" fmla="*/ 6 w 37"/>
                <a:gd name="T1" fmla="*/ 53 h 59"/>
                <a:gd name="T2" fmla="*/ 20 w 37"/>
                <a:gd name="T3" fmla="*/ 57 h 59"/>
                <a:gd name="T4" fmla="*/ 28 w 37"/>
                <a:gd name="T5" fmla="*/ 54 h 59"/>
                <a:gd name="T6" fmla="*/ 34 w 37"/>
                <a:gd name="T7" fmla="*/ 36 h 59"/>
                <a:gd name="T8" fmla="*/ 33 w 37"/>
                <a:gd name="T9" fmla="*/ 34 h 59"/>
                <a:gd name="T10" fmla="*/ 30 w 37"/>
                <a:gd name="T11" fmla="*/ 35 h 59"/>
                <a:gd name="T12" fmla="*/ 25 w 37"/>
                <a:gd name="T13" fmla="*/ 48 h 59"/>
                <a:gd name="T14" fmla="*/ 22 w 37"/>
                <a:gd name="T15" fmla="*/ 47 h 59"/>
                <a:gd name="T16" fmla="*/ 28 w 37"/>
                <a:gd name="T17" fmla="*/ 31 h 59"/>
                <a:gd name="T18" fmla="*/ 29 w 37"/>
                <a:gd name="T19" fmla="*/ 28 h 59"/>
                <a:gd name="T20" fmla="*/ 36 w 37"/>
                <a:gd name="T21" fmla="*/ 7 h 59"/>
                <a:gd name="T22" fmla="*/ 35 w 37"/>
                <a:gd name="T23" fmla="*/ 3 h 59"/>
                <a:gd name="T24" fmla="*/ 35 w 37"/>
                <a:gd name="T25" fmla="*/ 3 h 59"/>
                <a:gd name="T26" fmla="*/ 31 w 37"/>
                <a:gd name="T27" fmla="*/ 5 h 59"/>
                <a:gd name="T28" fmla="*/ 24 w 37"/>
                <a:gd name="T29" fmla="*/ 26 h 59"/>
                <a:gd name="T30" fmla="*/ 22 w 37"/>
                <a:gd name="T31" fmla="*/ 25 h 59"/>
                <a:gd name="T32" fmla="*/ 29 w 37"/>
                <a:gd name="T33" fmla="*/ 5 h 59"/>
                <a:gd name="T34" fmla="*/ 27 w 37"/>
                <a:gd name="T35" fmla="*/ 1 h 59"/>
                <a:gd name="T36" fmla="*/ 27 w 37"/>
                <a:gd name="T37" fmla="*/ 1 h 59"/>
                <a:gd name="T38" fmla="*/ 24 w 37"/>
                <a:gd name="T39" fmla="*/ 3 h 59"/>
                <a:gd name="T40" fmla="*/ 17 w 37"/>
                <a:gd name="T41" fmla="*/ 24 h 59"/>
                <a:gd name="T42" fmla="*/ 15 w 37"/>
                <a:gd name="T43" fmla="*/ 27 h 59"/>
                <a:gd name="T44" fmla="*/ 10 w 37"/>
                <a:gd name="T45" fmla="*/ 43 h 59"/>
                <a:gd name="T46" fmla="*/ 7 w 37"/>
                <a:gd name="T47" fmla="*/ 42 h 59"/>
                <a:gd name="T48" fmla="*/ 12 w 37"/>
                <a:gd name="T49" fmla="*/ 28 h 59"/>
                <a:gd name="T50" fmla="*/ 10 w 37"/>
                <a:gd name="T51" fmla="*/ 26 h 59"/>
                <a:gd name="T52" fmla="*/ 8 w 37"/>
                <a:gd name="T53" fmla="*/ 27 h 59"/>
                <a:gd name="T54" fmla="*/ 1 w 37"/>
                <a:gd name="T55" fmla="*/ 45 h 59"/>
                <a:gd name="T56" fmla="*/ 6 w 37"/>
                <a:gd name="T57" fmla="*/ 5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7" h="59">
                  <a:moveTo>
                    <a:pt x="6" y="53"/>
                  </a:moveTo>
                  <a:cubicBezTo>
                    <a:pt x="20" y="57"/>
                    <a:pt x="20" y="57"/>
                    <a:pt x="20" y="57"/>
                  </a:cubicBezTo>
                  <a:cubicBezTo>
                    <a:pt x="24" y="59"/>
                    <a:pt x="26" y="58"/>
                    <a:pt x="28" y="5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5"/>
                    <a:pt x="34" y="34"/>
                    <a:pt x="33" y="34"/>
                  </a:cubicBezTo>
                  <a:cubicBezTo>
                    <a:pt x="32" y="33"/>
                    <a:pt x="30" y="34"/>
                    <a:pt x="30" y="35"/>
                  </a:cubicBezTo>
                  <a:cubicBezTo>
                    <a:pt x="30" y="35"/>
                    <a:pt x="26" y="47"/>
                    <a:pt x="25" y="48"/>
                  </a:cubicBezTo>
                  <a:cubicBezTo>
                    <a:pt x="25" y="50"/>
                    <a:pt x="22" y="49"/>
                    <a:pt x="22" y="47"/>
                  </a:cubicBezTo>
                  <a:cubicBezTo>
                    <a:pt x="23" y="46"/>
                    <a:pt x="26" y="36"/>
                    <a:pt x="28" y="31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5"/>
                    <a:pt x="37" y="4"/>
                    <a:pt x="35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3" y="3"/>
                    <a:pt x="31" y="4"/>
                    <a:pt x="31" y="5"/>
                  </a:cubicBezTo>
                  <a:cubicBezTo>
                    <a:pt x="31" y="5"/>
                    <a:pt x="24" y="25"/>
                    <a:pt x="24" y="26"/>
                  </a:cubicBezTo>
                  <a:cubicBezTo>
                    <a:pt x="23" y="27"/>
                    <a:pt x="22" y="27"/>
                    <a:pt x="22" y="25"/>
                  </a:cubicBezTo>
                  <a:cubicBezTo>
                    <a:pt x="23" y="24"/>
                    <a:pt x="29" y="5"/>
                    <a:pt x="29" y="5"/>
                  </a:cubicBezTo>
                  <a:cubicBezTo>
                    <a:pt x="30" y="3"/>
                    <a:pt x="29" y="1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5" y="0"/>
                    <a:pt x="24" y="1"/>
                    <a:pt x="24" y="3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32"/>
                    <a:pt x="10" y="42"/>
                    <a:pt x="10" y="43"/>
                  </a:cubicBezTo>
                  <a:cubicBezTo>
                    <a:pt x="9" y="44"/>
                    <a:pt x="6" y="43"/>
                    <a:pt x="7" y="42"/>
                  </a:cubicBezTo>
                  <a:cubicBezTo>
                    <a:pt x="7" y="41"/>
                    <a:pt x="12" y="28"/>
                    <a:pt x="12" y="28"/>
                  </a:cubicBezTo>
                  <a:cubicBezTo>
                    <a:pt x="12" y="27"/>
                    <a:pt x="11" y="26"/>
                    <a:pt x="10" y="26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0" y="49"/>
                    <a:pt x="2" y="51"/>
                    <a:pt x="6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43" name="Freeform 921"/>
            <p:cNvSpPr>
              <a:spLocks/>
            </p:cNvSpPr>
            <p:nvPr/>
          </p:nvSpPr>
          <p:spPr bwMode="auto">
            <a:xfrm>
              <a:off x="1994669" y="3706813"/>
              <a:ext cx="47625" cy="52388"/>
            </a:xfrm>
            <a:custGeom>
              <a:avLst/>
              <a:gdLst>
                <a:gd name="T0" fmla="*/ 1 w 11"/>
                <a:gd name="T1" fmla="*/ 4 h 12"/>
                <a:gd name="T2" fmla="*/ 7 w 11"/>
                <a:gd name="T3" fmla="*/ 1 h 12"/>
                <a:gd name="T4" fmla="*/ 10 w 11"/>
                <a:gd name="T5" fmla="*/ 8 h 12"/>
                <a:gd name="T6" fmla="*/ 4 w 11"/>
                <a:gd name="T7" fmla="*/ 11 h 12"/>
                <a:gd name="T8" fmla="*/ 1 w 11"/>
                <a:gd name="T9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" y="4"/>
                  </a:moveTo>
                  <a:cubicBezTo>
                    <a:pt x="1" y="2"/>
                    <a:pt x="4" y="0"/>
                    <a:pt x="7" y="1"/>
                  </a:cubicBezTo>
                  <a:cubicBezTo>
                    <a:pt x="10" y="2"/>
                    <a:pt x="11" y="5"/>
                    <a:pt x="10" y="8"/>
                  </a:cubicBezTo>
                  <a:cubicBezTo>
                    <a:pt x="9" y="11"/>
                    <a:pt x="6" y="12"/>
                    <a:pt x="4" y="11"/>
                  </a:cubicBezTo>
                  <a:cubicBezTo>
                    <a:pt x="1" y="10"/>
                    <a:pt x="0" y="7"/>
                    <a:pt x="1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44" name="Freeform 922"/>
            <p:cNvSpPr>
              <a:spLocks/>
            </p:cNvSpPr>
            <p:nvPr/>
          </p:nvSpPr>
          <p:spPr bwMode="auto">
            <a:xfrm>
              <a:off x="2161356" y="3900488"/>
              <a:ext cx="61913" cy="44450"/>
            </a:xfrm>
            <a:custGeom>
              <a:avLst/>
              <a:gdLst>
                <a:gd name="T0" fmla="*/ 12 w 14"/>
                <a:gd name="T1" fmla="*/ 0 h 10"/>
                <a:gd name="T2" fmla="*/ 10 w 14"/>
                <a:gd name="T3" fmla="*/ 0 h 10"/>
                <a:gd name="T4" fmla="*/ 0 w 14"/>
                <a:gd name="T5" fmla="*/ 6 h 10"/>
                <a:gd name="T6" fmla="*/ 4 w 14"/>
                <a:gd name="T7" fmla="*/ 10 h 10"/>
                <a:gd name="T8" fmla="*/ 13 w 14"/>
                <a:gd name="T9" fmla="*/ 5 h 10"/>
                <a:gd name="T10" fmla="*/ 14 w 14"/>
                <a:gd name="T11" fmla="*/ 1 h 10"/>
                <a:gd name="T12" fmla="*/ 14 w 14"/>
                <a:gd name="T13" fmla="*/ 1 h 10"/>
                <a:gd name="T14" fmla="*/ 12 w 14"/>
                <a:gd name="T1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10">
                  <a:moveTo>
                    <a:pt x="12" y="0"/>
                  </a:moveTo>
                  <a:cubicBezTo>
                    <a:pt x="11" y="0"/>
                    <a:pt x="10" y="0"/>
                    <a:pt x="1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9" y="8"/>
                    <a:pt x="13" y="5"/>
                    <a:pt x="13" y="5"/>
                  </a:cubicBezTo>
                  <a:cubicBezTo>
                    <a:pt x="14" y="5"/>
                    <a:pt x="14" y="2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0"/>
                    <a:pt x="12" y="0"/>
                    <a:pt x="12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45" name="Freeform 923"/>
            <p:cNvSpPr>
              <a:spLocks/>
            </p:cNvSpPr>
            <p:nvPr/>
          </p:nvSpPr>
          <p:spPr bwMode="auto">
            <a:xfrm>
              <a:off x="2148656" y="3927476"/>
              <a:ext cx="30163" cy="25400"/>
            </a:xfrm>
            <a:custGeom>
              <a:avLst/>
              <a:gdLst>
                <a:gd name="T0" fmla="*/ 3 w 7"/>
                <a:gd name="T1" fmla="*/ 0 h 6"/>
                <a:gd name="T2" fmla="*/ 0 w 7"/>
                <a:gd name="T3" fmla="*/ 1 h 6"/>
                <a:gd name="T4" fmla="*/ 1 w 7"/>
                <a:gd name="T5" fmla="*/ 2 h 6"/>
                <a:gd name="T6" fmla="*/ 4 w 7"/>
                <a:gd name="T7" fmla="*/ 6 h 6"/>
                <a:gd name="T8" fmla="*/ 7 w 7"/>
                <a:gd name="T9" fmla="*/ 4 h 6"/>
                <a:gd name="T10" fmla="*/ 3 w 7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6"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3" y="3"/>
                    <a:pt x="4" y="4"/>
                    <a:pt x="4" y="6"/>
                  </a:cubicBezTo>
                  <a:cubicBezTo>
                    <a:pt x="5" y="5"/>
                    <a:pt x="6" y="5"/>
                    <a:pt x="7" y="4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46" name="Freeform 924"/>
            <p:cNvSpPr>
              <a:spLocks/>
            </p:cNvSpPr>
            <p:nvPr/>
          </p:nvSpPr>
          <p:spPr bwMode="auto">
            <a:xfrm>
              <a:off x="2161356" y="3927476"/>
              <a:ext cx="82550" cy="57150"/>
            </a:xfrm>
            <a:custGeom>
              <a:avLst/>
              <a:gdLst>
                <a:gd name="T0" fmla="*/ 15 w 19"/>
                <a:gd name="T1" fmla="*/ 0 h 13"/>
                <a:gd name="T2" fmla="*/ 13 w 19"/>
                <a:gd name="T3" fmla="*/ 1 h 13"/>
                <a:gd name="T4" fmla="*/ 5 w 19"/>
                <a:gd name="T5" fmla="*/ 5 h 13"/>
                <a:gd name="T6" fmla="*/ 5 w 19"/>
                <a:gd name="T7" fmla="*/ 5 h 13"/>
                <a:gd name="T8" fmla="*/ 5 w 19"/>
                <a:gd name="T9" fmla="*/ 8 h 13"/>
                <a:gd name="T10" fmla="*/ 4 w 19"/>
                <a:gd name="T11" fmla="*/ 9 h 13"/>
                <a:gd name="T12" fmla="*/ 2 w 19"/>
                <a:gd name="T13" fmla="*/ 8 h 13"/>
                <a:gd name="T14" fmla="*/ 2 w 19"/>
                <a:gd name="T15" fmla="*/ 8 h 13"/>
                <a:gd name="T16" fmla="*/ 0 w 19"/>
                <a:gd name="T17" fmla="*/ 11 h 13"/>
                <a:gd name="T18" fmla="*/ 2 w 19"/>
                <a:gd name="T19" fmla="*/ 13 h 13"/>
                <a:gd name="T20" fmla="*/ 3 w 19"/>
                <a:gd name="T21" fmla="*/ 13 h 13"/>
                <a:gd name="T22" fmla="*/ 16 w 19"/>
                <a:gd name="T23" fmla="*/ 6 h 13"/>
                <a:gd name="T24" fmla="*/ 18 w 19"/>
                <a:gd name="T25" fmla="*/ 2 h 13"/>
                <a:gd name="T26" fmla="*/ 18 w 19"/>
                <a:gd name="T27" fmla="*/ 2 h 13"/>
                <a:gd name="T28" fmla="*/ 15 w 19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" h="13">
                  <a:moveTo>
                    <a:pt x="15" y="0"/>
                  </a:moveTo>
                  <a:cubicBezTo>
                    <a:pt x="14" y="0"/>
                    <a:pt x="14" y="0"/>
                    <a:pt x="13" y="1"/>
                  </a:cubicBezTo>
                  <a:cubicBezTo>
                    <a:pt x="13" y="1"/>
                    <a:pt x="10" y="3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6" y="6"/>
                    <a:pt x="6" y="8"/>
                    <a:pt x="5" y="8"/>
                  </a:cubicBezTo>
                  <a:cubicBezTo>
                    <a:pt x="5" y="9"/>
                    <a:pt x="4" y="9"/>
                    <a:pt x="4" y="9"/>
                  </a:cubicBezTo>
                  <a:cubicBezTo>
                    <a:pt x="3" y="9"/>
                    <a:pt x="2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9"/>
                    <a:pt x="1" y="10"/>
                    <a:pt x="0" y="11"/>
                  </a:cubicBezTo>
                  <a:cubicBezTo>
                    <a:pt x="1" y="11"/>
                    <a:pt x="1" y="12"/>
                    <a:pt x="2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8" y="5"/>
                    <a:pt x="19" y="4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7" y="1"/>
                    <a:pt x="16" y="0"/>
                    <a:pt x="15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47" name="Freeform 925"/>
            <p:cNvSpPr>
              <a:spLocks noEditPoints="1"/>
            </p:cNvSpPr>
            <p:nvPr/>
          </p:nvSpPr>
          <p:spPr bwMode="auto">
            <a:xfrm>
              <a:off x="2139131" y="3948113"/>
              <a:ext cx="47625" cy="57150"/>
            </a:xfrm>
            <a:custGeom>
              <a:avLst/>
              <a:gdLst>
                <a:gd name="T0" fmla="*/ 5 w 11"/>
                <a:gd name="T1" fmla="*/ 6 h 13"/>
                <a:gd name="T2" fmla="*/ 5 w 11"/>
                <a:gd name="T3" fmla="*/ 6 h 13"/>
                <a:gd name="T4" fmla="*/ 0 w 11"/>
                <a:gd name="T5" fmla="*/ 13 h 13"/>
                <a:gd name="T6" fmla="*/ 2 w 11"/>
                <a:gd name="T7" fmla="*/ 12 h 13"/>
                <a:gd name="T8" fmla="*/ 8 w 11"/>
                <a:gd name="T9" fmla="*/ 8 h 13"/>
                <a:gd name="T10" fmla="*/ 7 w 11"/>
                <a:gd name="T11" fmla="*/ 8 h 13"/>
                <a:gd name="T12" fmla="*/ 5 w 11"/>
                <a:gd name="T13" fmla="*/ 6 h 13"/>
                <a:gd name="T14" fmla="*/ 10 w 11"/>
                <a:gd name="T15" fmla="*/ 0 h 13"/>
                <a:gd name="T16" fmla="*/ 7 w 11"/>
                <a:gd name="T17" fmla="*/ 2 h 13"/>
                <a:gd name="T18" fmla="*/ 7 w 11"/>
                <a:gd name="T19" fmla="*/ 3 h 13"/>
                <a:gd name="T20" fmla="*/ 7 w 11"/>
                <a:gd name="T21" fmla="*/ 3 h 13"/>
                <a:gd name="T22" fmla="*/ 9 w 11"/>
                <a:gd name="T23" fmla="*/ 4 h 13"/>
                <a:gd name="T24" fmla="*/ 10 w 11"/>
                <a:gd name="T25" fmla="*/ 3 h 13"/>
                <a:gd name="T26" fmla="*/ 10 w 11"/>
                <a:gd name="T27" fmla="*/ 0 h 13"/>
                <a:gd name="T28" fmla="*/ 10 w 11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" h="13">
                  <a:moveTo>
                    <a:pt x="5" y="6"/>
                  </a:moveTo>
                  <a:cubicBezTo>
                    <a:pt x="5" y="6"/>
                    <a:pt x="5" y="6"/>
                    <a:pt x="5" y="6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7"/>
                    <a:pt x="6" y="6"/>
                    <a:pt x="5" y="6"/>
                  </a:cubicBezTo>
                  <a:moveTo>
                    <a:pt x="10" y="0"/>
                  </a:moveTo>
                  <a:cubicBezTo>
                    <a:pt x="9" y="1"/>
                    <a:pt x="8" y="2"/>
                    <a:pt x="7" y="2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4"/>
                    <a:pt x="8" y="4"/>
                    <a:pt x="9" y="4"/>
                  </a:cubicBezTo>
                  <a:cubicBezTo>
                    <a:pt x="9" y="4"/>
                    <a:pt x="10" y="4"/>
                    <a:pt x="10" y="3"/>
                  </a:cubicBezTo>
                  <a:cubicBezTo>
                    <a:pt x="11" y="3"/>
                    <a:pt x="11" y="1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48" name="Freeform 926"/>
            <p:cNvSpPr>
              <a:spLocks/>
            </p:cNvSpPr>
            <p:nvPr/>
          </p:nvSpPr>
          <p:spPr bwMode="auto">
            <a:xfrm>
              <a:off x="2007369" y="3975101"/>
              <a:ext cx="34925" cy="26988"/>
            </a:xfrm>
            <a:custGeom>
              <a:avLst/>
              <a:gdLst>
                <a:gd name="T0" fmla="*/ 1 w 8"/>
                <a:gd name="T1" fmla="*/ 0 h 6"/>
                <a:gd name="T2" fmla="*/ 0 w 8"/>
                <a:gd name="T3" fmla="*/ 0 h 6"/>
                <a:gd name="T4" fmla="*/ 0 w 8"/>
                <a:gd name="T5" fmla="*/ 0 h 6"/>
                <a:gd name="T6" fmla="*/ 5 w 8"/>
                <a:gd name="T7" fmla="*/ 6 h 6"/>
                <a:gd name="T8" fmla="*/ 6 w 8"/>
                <a:gd name="T9" fmla="*/ 6 h 6"/>
                <a:gd name="T10" fmla="*/ 7 w 8"/>
                <a:gd name="T11" fmla="*/ 4 h 6"/>
                <a:gd name="T12" fmla="*/ 6 w 8"/>
                <a:gd name="T13" fmla="*/ 2 h 6"/>
                <a:gd name="T14" fmla="*/ 8 w 8"/>
                <a:gd name="T15" fmla="*/ 1 h 6"/>
                <a:gd name="T16" fmla="*/ 6 w 8"/>
                <a:gd name="T17" fmla="*/ 0 h 6"/>
                <a:gd name="T18" fmla="*/ 5 w 8"/>
                <a:gd name="T19" fmla="*/ 1 h 6"/>
                <a:gd name="T20" fmla="*/ 3 w 8"/>
                <a:gd name="T21" fmla="*/ 2 h 6"/>
                <a:gd name="T22" fmla="*/ 2 w 8"/>
                <a:gd name="T23" fmla="*/ 2 h 6"/>
                <a:gd name="T24" fmla="*/ 1 w 8"/>
                <a:gd name="T2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6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5"/>
                    <a:pt x="6" y="5"/>
                    <a:pt x="7" y="4"/>
                  </a:cubicBezTo>
                  <a:cubicBezTo>
                    <a:pt x="6" y="4"/>
                    <a:pt x="5" y="2"/>
                    <a:pt x="6" y="2"/>
                  </a:cubicBezTo>
                  <a:cubicBezTo>
                    <a:pt x="6" y="2"/>
                    <a:pt x="7" y="1"/>
                    <a:pt x="8" y="1"/>
                  </a:cubicBezTo>
                  <a:cubicBezTo>
                    <a:pt x="7" y="1"/>
                    <a:pt x="7" y="0"/>
                    <a:pt x="6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2"/>
                    <a:pt x="4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1" y="1"/>
                    <a:pt x="1" y="0"/>
                    <a:pt x="1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49" name="Freeform 927"/>
            <p:cNvSpPr>
              <a:spLocks/>
            </p:cNvSpPr>
            <p:nvPr/>
          </p:nvSpPr>
          <p:spPr bwMode="auto">
            <a:xfrm>
              <a:off x="2064519" y="3935413"/>
              <a:ext cx="12700" cy="12700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2 h 3"/>
                <a:gd name="T4" fmla="*/ 1 w 3"/>
                <a:gd name="T5" fmla="*/ 3 h 3"/>
                <a:gd name="T6" fmla="*/ 3 w 3"/>
                <a:gd name="T7" fmla="*/ 0 h 3"/>
                <a:gd name="T8" fmla="*/ 3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3"/>
                    <a:pt x="1" y="3"/>
                  </a:cubicBezTo>
                  <a:cubicBezTo>
                    <a:pt x="2" y="2"/>
                    <a:pt x="3" y="1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50" name="Freeform 928"/>
            <p:cNvSpPr>
              <a:spLocks/>
            </p:cNvSpPr>
            <p:nvPr/>
          </p:nvSpPr>
          <p:spPr bwMode="auto">
            <a:xfrm>
              <a:off x="1989906" y="3975101"/>
              <a:ext cx="39688" cy="57150"/>
            </a:xfrm>
            <a:custGeom>
              <a:avLst/>
              <a:gdLst>
                <a:gd name="T0" fmla="*/ 4 w 9"/>
                <a:gd name="T1" fmla="*/ 0 h 13"/>
                <a:gd name="T2" fmla="*/ 2 w 9"/>
                <a:gd name="T3" fmla="*/ 9 h 13"/>
                <a:gd name="T4" fmla="*/ 5 w 9"/>
                <a:gd name="T5" fmla="*/ 13 h 13"/>
                <a:gd name="T6" fmla="*/ 8 w 9"/>
                <a:gd name="T7" fmla="*/ 8 h 13"/>
                <a:gd name="T8" fmla="*/ 9 w 9"/>
                <a:gd name="T9" fmla="*/ 6 h 13"/>
                <a:gd name="T10" fmla="*/ 4 w 9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3">
                  <a:moveTo>
                    <a:pt x="4" y="0"/>
                  </a:moveTo>
                  <a:cubicBezTo>
                    <a:pt x="0" y="2"/>
                    <a:pt x="0" y="5"/>
                    <a:pt x="2" y="9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51" name="Freeform 929"/>
            <p:cNvSpPr>
              <a:spLocks/>
            </p:cNvSpPr>
            <p:nvPr/>
          </p:nvSpPr>
          <p:spPr bwMode="auto">
            <a:xfrm>
              <a:off x="2034356" y="3970338"/>
              <a:ext cx="7938" cy="9525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1 h 2"/>
                <a:gd name="T4" fmla="*/ 2 w 2"/>
                <a:gd name="T5" fmla="*/ 2 h 2"/>
                <a:gd name="T6" fmla="*/ 2 w 2"/>
                <a:gd name="T7" fmla="*/ 2 h 2"/>
                <a:gd name="T8" fmla="*/ 1 w 2"/>
                <a:gd name="T9" fmla="*/ 0 h 2"/>
                <a:gd name="T10" fmla="*/ 1 w 2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cubicBezTo>
                    <a:pt x="1" y="1"/>
                    <a:pt x="0" y="1"/>
                    <a:pt x="0" y="1"/>
                  </a:cubicBezTo>
                  <a:cubicBezTo>
                    <a:pt x="1" y="1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52" name="Freeform 930"/>
            <p:cNvSpPr>
              <a:spLocks/>
            </p:cNvSpPr>
            <p:nvPr/>
          </p:nvSpPr>
          <p:spPr bwMode="auto">
            <a:xfrm>
              <a:off x="2037531" y="3944938"/>
              <a:ext cx="31750" cy="34925"/>
            </a:xfrm>
            <a:custGeom>
              <a:avLst/>
              <a:gdLst>
                <a:gd name="T0" fmla="*/ 6 w 7"/>
                <a:gd name="T1" fmla="*/ 0 h 8"/>
                <a:gd name="T2" fmla="*/ 3 w 7"/>
                <a:gd name="T3" fmla="*/ 2 h 8"/>
                <a:gd name="T4" fmla="*/ 0 w 7"/>
                <a:gd name="T5" fmla="*/ 6 h 8"/>
                <a:gd name="T6" fmla="*/ 0 w 7"/>
                <a:gd name="T7" fmla="*/ 6 h 8"/>
                <a:gd name="T8" fmla="*/ 1 w 7"/>
                <a:gd name="T9" fmla="*/ 8 h 8"/>
                <a:gd name="T10" fmla="*/ 3 w 7"/>
                <a:gd name="T11" fmla="*/ 7 h 8"/>
                <a:gd name="T12" fmla="*/ 7 w 7"/>
                <a:gd name="T13" fmla="*/ 1 h 8"/>
                <a:gd name="T14" fmla="*/ 6 w 7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8">
                  <a:moveTo>
                    <a:pt x="6" y="0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2" y="3"/>
                    <a:pt x="1" y="5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7"/>
                    <a:pt x="2" y="7"/>
                    <a:pt x="3" y="7"/>
                  </a:cubicBezTo>
                  <a:cubicBezTo>
                    <a:pt x="4" y="5"/>
                    <a:pt x="6" y="3"/>
                    <a:pt x="7" y="1"/>
                  </a:cubicBezTo>
                  <a:cubicBezTo>
                    <a:pt x="7" y="1"/>
                    <a:pt x="6" y="0"/>
                    <a:pt x="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53" name="Freeform 931"/>
            <p:cNvSpPr>
              <a:spLocks noEditPoints="1"/>
            </p:cNvSpPr>
            <p:nvPr/>
          </p:nvSpPr>
          <p:spPr bwMode="auto">
            <a:xfrm>
              <a:off x="2074044" y="3997326"/>
              <a:ext cx="38100" cy="44450"/>
            </a:xfrm>
            <a:custGeom>
              <a:avLst/>
              <a:gdLst>
                <a:gd name="T0" fmla="*/ 3 w 9"/>
                <a:gd name="T1" fmla="*/ 6 h 10"/>
                <a:gd name="T2" fmla="*/ 2 w 9"/>
                <a:gd name="T3" fmla="*/ 8 h 10"/>
                <a:gd name="T4" fmla="*/ 0 w 9"/>
                <a:gd name="T5" fmla="*/ 10 h 10"/>
                <a:gd name="T6" fmla="*/ 4 w 9"/>
                <a:gd name="T7" fmla="*/ 8 h 10"/>
                <a:gd name="T8" fmla="*/ 3 w 9"/>
                <a:gd name="T9" fmla="*/ 6 h 10"/>
                <a:gd name="T10" fmla="*/ 7 w 9"/>
                <a:gd name="T11" fmla="*/ 0 h 10"/>
                <a:gd name="T12" fmla="*/ 6 w 9"/>
                <a:gd name="T13" fmla="*/ 3 h 10"/>
                <a:gd name="T14" fmla="*/ 8 w 9"/>
                <a:gd name="T15" fmla="*/ 5 h 10"/>
                <a:gd name="T16" fmla="*/ 9 w 9"/>
                <a:gd name="T17" fmla="*/ 2 h 10"/>
                <a:gd name="T18" fmla="*/ 7 w 9"/>
                <a:gd name="T1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10">
                  <a:moveTo>
                    <a:pt x="3" y="6"/>
                  </a:moveTo>
                  <a:cubicBezTo>
                    <a:pt x="2" y="7"/>
                    <a:pt x="2" y="8"/>
                    <a:pt x="2" y="8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3" y="9"/>
                    <a:pt x="4" y="8"/>
                  </a:cubicBezTo>
                  <a:cubicBezTo>
                    <a:pt x="3" y="6"/>
                    <a:pt x="3" y="6"/>
                    <a:pt x="3" y="6"/>
                  </a:cubicBezTo>
                  <a:moveTo>
                    <a:pt x="7" y="0"/>
                  </a:moveTo>
                  <a:cubicBezTo>
                    <a:pt x="7" y="1"/>
                    <a:pt x="6" y="2"/>
                    <a:pt x="6" y="3"/>
                  </a:cubicBezTo>
                  <a:cubicBezTo>
                    <a:pt x="7" y="4"/>
                    <a:pt x="7" y="5"/>
                    <a:pt x="8" y="5"/>
                  </a:cubicBezTo>
                  <a:cubicBezTo>
                    <a:pt x="8" y="4"/>
                    <a:pt x="9" y="3"/>
                    <a:pt x="9" y="2"/>
                  </a:cubicBezTo>
                  <a:cubicBezTo>
                    <a:pt x="9" y="2"/>
                    <a:pt x="8" y="1"/>
                    <a:pt x="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54" name="Freeform 932"/>
            <p:cNvSpPr>
              <a:spLocks noEditPoints="1"/>
            </p:cNvSpPr>
            <p:nvPr/>
          </p:nvSpPr>
          <p:spPr bwMode="auto">
            <a:xfrm>
              <a:off x="2086744" y="3970338"/>
              <a:ext cx="47625" cy="61913"/>
            </a:xfrm>
            <a:custGeom>
              <a:avLst/>
              <a:gdLst>
                <a:gd name="T0" fmla="*/ 3 w 11"/>
                <a:gd name="T1" fmla="*/ 9 h 14"/>
                <a:gd name="T2" fmla="*/ 0 w 11"/>
                <a:gd name="T3" fmla="*/ 12 h 14"/>
                <a:gd name="T4" fmla="*/ 1 w 11"/>
                <a:gd name="T5" fmla="*/ 14 h 14"/>
                <a:gd name="T6" fmla="*/ 3 w 11"/>
                <a:gd name="T7" fmla="*/ 13 h 14"/>
                <a:gd name="T8" fmla="*/ 5 w 11"/>
                <a:gd name="T9" fmla="*/ 11 h 14"/>
                <a:gd name="T10" fmla="*/ 3 w 11"/>
                <a:gd name="T11" fmla="*/ 9 h 14"/>
                <a:gd name="T12" fmla="*/ 9 w 11"/>
                <a:gd name="T13" fmla="*/ 0 h 14"/>
                <a:gd name="T14" fmla="*/ 9 w 11"/>
                <a:gd name="T15" fmla="*/ 0 h 14"/>
                <a:gd name="T16" fmla="*/ 4 w 11"/>
                <a:gd name="T17" fmla="*/ 6 h 14"/>
                <a:gd name="T18" fmla="*/ 6 w 11"/>
                <a:gd name="T19" fmla="*/ 8 h 14"/>
                <a:gd name="T20" fmla="*/ 11 w 11"/>
                <a:gd name="T21" fmla="*/ 2 h 14"/>
                <a:gd name="T22" fmla="*/ 11 w 11"/>
                <a:gd name="T23" fmla="*/ 2 h 14"/>
                <a:gd name="T24" fmla="*/ 11 w 11"/>
                <a:gd name="T25" fmla="*/ 2 h 14"/>
                <a:gd name="T26" fmla="*/ 10 w 11"/>
                <a:gd name="T27" fmla="*/ 0 h 14"/>
                <a:gd name="T28" fmla="*/ 11 w 11"/>
                <a:gd name="T29" fmla="*/ 0 h 14"/>
                <a:gd name="T30" fmla="*/ 9 w 11"/>
                <a:gd name="T3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14">
                  <a:moveTo>
                    <a:pt x="3" y="9"/>
                  </a:moveTo>
                  <a:cubicBezTo>
                    <a:pt x="2" y="10"/>
                    <a:pt x="1" y="11"/>
                    <a:pt x="0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2" y="14"/>
                    <a:pt x="3" y="13"/>
                    <a:pt x="3" y="13"/>
                  </a:cubicBezTo>
                  <a:cubicBezTo>
                    <a:pt x="4" y="12"/>
                    <a:pt x="4" y="12"/>
                    <a:pt x="5" y="11"/>
                  </a:cubicBezTo>
                  <a:cubicBezTo>
                    <a:pt x="4" y="11"/>
                    <a:pt x="4" y="10"/>
                    <a:pt x="3" y="9"/>
                  </a:cubicBezTo>
                  <a:moveTo>
                    <a:pt x="9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8" y="1"/>
                    <a:pt x="6" y="3"/>
                    <a:pt x="4" y="6"/>
                  </a:cubicBezTo>
                  <a:cubicBezTo>
                    <a:pt x="5" y="7"/>
                    <a:pt x="6" y="8"/>
                    <a:pt x="6" y="8"/>
                  </a:cubicBezTo>
                  <a:cubicBezTo>
                    <a:pt x="8" y="6"/>
                    <a:pt x="11" y="2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0" y="2"/>
                    <a:pt x="9" y="1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55" name="Freeform 933"/>
            <p:cNvSpPr>
              <a:spLocks noEditPoints="1"/>
            </p:cNvSpPr>
            <p:nvPr/>
          </p:nvSpPr>
          <p:spPr bwMode="auto">
            <a:xfrm>
              <a:off x="2042294" y="4024313"/>
              <a:ext cx="101600" cy="65088"/>
            </a:xfrm>
            <a:custGeom>
              <a:avLst/>
              <a:gdLst>
                <a:gd name="T0" fmla="*/ 13 w 23"/>
                <a:gd name="T1" fmla="*/ 4 h 15"/>
                <a:gd name="T2" fmla="*/ 8 w 23"/>
                <a:gd name="T3" fmla="*/ 7 h 15"/>
                <a:gd name="T4" fmla="*/ 7 w 23"/>
                <a:gd name="T5" fmla="*/ 8 h 15"/>
                <a:gd name="T6" fmla="*/ 6 w 23"/>
                <a:gd name="T7" fmla="*/ 6 h 15"/>
                <a:gd name="T8" fmla="*/ 0 w 23"/>
                <a:gd name="T9" fmla="*/ 14 h 15"/>
                <a:gd name="T10" fmla="*/ 3 w 23"/>
                <a:gd name="T11" fmla="*/ 15 h 15"/>
                <a:gd name="T12" fmla="*/ 6 w 23"/>
                <a:gd name="T13" fmla="*/ 14 h 15"/>
                <a:gd name="T14" fmla="*/ 7 w 23"/>
                <a:gd name="T15" fmla="*/ 13 h 15"/>
                <a:gd name="T16" fmla="*/ 9 w 23"/>
                <a:gd name="T17" fmla="*/ 11 h 15"/>
                <a:gd name="T18" fmla="*/ 10 w 23"/>
                <a:gd name="T19" fmla="*/ 11 h 15"/>
                <a:gd name="T20" fmla="*/ 13 w 23"/>
                <a:gd name="T21" fmla="*/ 9 h 15"/>
                <a:gd name="T22" fmla="*/ 14 w 23"/>
                <a:gd name="T23" fmla="*/ 6 h 15"/>
                <a:gd name="T24" fmla="*/ 14 w 23"/>
                <a:gd name="T25" fmla="*/ 5 h 15"/>
                <a:gd name="T26" fmla="*/ 13 w 23"/>
                <a:gd name="T27" fmla="*/ 5 h 15"/>
                <a:gd name="T28" fmla="*/ 13 w 23"/>
                <a:gd name="T29" fmla="*/ 4 h 15"/>
                <a:gd name="T30" fmla="*/ 20 w 23"/>
                <a:gd name="T31" fmla="*/ 0 h 15"/>
                <a:gd name="T32" fmla="*/ 18 w 23"/>
                <a:gd name="T33" fmla="*/ 1 h 15"/>
                <a:gd name="T34" fmla="*/ 17 w 23"/>
                <a:gd name="T35" fmla="*/ 3 h 15"/>
                <a:gd name="T36" fmla="*/ 18 w 23"/>
                <a:gd name="T37" fmla="*/ 3 h 15"/>
                <a:gd name="T38" fmla="*/ 20 w 23"/>
                <a:gd name="T39" fmla="*/ 3 h 15"/>
                <a:gd name="T40" fmla="*/ 22 w 23"/>
                <a:gd name="T41" fmla="*/ 4 h 15"/>
                <a:gd name="T42" fmla="*/ 22 w 23"/>
                <a:gd name="T43" fmla="*/ 4 h 15"/>
                <a:gd name="T44" fmla="*/ 23 w 23"/>
                <a:gd name="T45" fmla="*/ 4 h 15"/>
                <a:gd name="T46" fmla="*/ 21 w 23"/>
                <a:gd name="T47" fmla="*/ 2 h 15"/>
                <a:gd name="T48" fmla="*/ 20 w 23"/>
                <a:gd name="T4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" h="15">
                  <a:moveTo>
                    <a:pt x="13" y="4"/>
                  </a:moveTo>
                  <a:cubicBezTo>
                    <a:pt x="11" y="6"/>
                    <a:pt x="8" y="7"/>
                    <a:pt x="8" y="7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8"/>
                    <a:pt x="6" y="7"/>
                    <a:pt x="6" y="6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4"/>
                    <a:pt x="2" y="15"/>
                    <a:pt x="3" y="15"/>
                  </a:cubicBezTo>
                  <a:cubicBezTo>
                    <a:pt x="4" y="15"/>
                    <a:pt x="5" y="14"/>
                    <a:pt x="6" y="14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2"/>
                    <a:pt x="8" y="11"/>
                    <a:pt x="9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8"/>
                    <a:pt x="13" y="7"/>
                    <a:pt x="14" y="6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3" y="5"/>
                  </a:cubicBezTo>
                  <a:cubicBezTo>
                    <a:pt x="13" y="5"/>
                    <a:pt x="13" y="4"/>
                    <a:pt x="13" y="4"/>
                  </a:cubicBezTo>
                  <a:moveTo>
                    <a:pt x="20" y="0"/>
                  </a:moveTo>
                  <a:cubicBezTo>
                    <a:pt x="20" y="1"/>
                    <a:pt x="19" y="1"/>
                    <a:pt x="18" y="1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9" y="3"/>
                    <a:pt x="20" y="3"/>
                    <a:pt x="20" y="3"/>
                  </a:cubicBezTo>
                  <a:cubicBezTo>
                    <a:pt x="21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56" name="Freeform 934"/>
            <p:cNvSpPr>
              <a:spLocks/>
            </p:cNvSpPr>
            <p:nvPr/>
          </p:nvSpPr>
          <p:spPr bwMode="auto">
            <a:xfrm>
              <a:off x="2099444" y="4037013"/>
              <a:ext cx="39688" cy="25400"/>
            </a:xfrm>
            <a:custGeom>
              <a:avLst/>
              <a:gdLst>
                <a:gd name="T0" fmla="*/ 5 w 9"/>
                <a:gd name="T1" fmla="*/ 0 h 6"/>
                <a:gd name="T2" fmla="*/ 4 w 9"/>
                <a:gd name="T3" fmla="*/ 0 h 6"/>
                <a:gd name="T4" fmla="*/ 3 w 9"/>
                <a:gd name="T5" fmla="*/ 1 h 6"/>
                <a:gd name="T6" fmla="*/ 2 w 9"/>
                <a:gd name="T7" fmla="*/ 2 h 6"/>
                <a:gd name="T8" fmla="*/ 1 w 9"/>
                <a:gd name="T9" fmla="*/ 2 h 6"/>
                <a:gd name="T10" fmla="*/ 1 w 9"/>
                <a:gd name="T11" fmla="*/ 3 h 6"/>
                <a:gd name="T12" fmla="*/ 0 w 9"/>
                <a:gd name="T13" fmla="*/ 6 h 6"/>
                <a:gd name="T14" fmla="*/ 9 w 9"/>
                <a:gd name="T15" fmla="*/ 1 h 6"/>
                <a:gd name="T16" fmla="*/ 7 w 9"/>
                <a:gd name="T17" fmla="*/ 0 h 6"/>
                <a:gd name="T18" fmla="*/ 5 w 9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6">
                  <a:moveTo>
                    <a:pt x="5" y="0"/>
                  </a:moveTo>
                  <a:cubicBezTo>
                    <a:pt x="5" y="0"/>
                    <a:pt x="5" y="0"/>
                    <a:pt x="4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0" y="4"/>
                    <a:pt x="0" y="5"/>
                    <a:pt x="0" y="6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8" y="0"/>
                    <a:pt x="7" y="0"/>
                  </a:cubicBezTo>
                  <a:cubicBezTo>
                    <a:pt x="7" y="0"/>
                    <a:pt x="6" y="0"/>
                    <a:pt x="5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57" name="Freeform 935"/>
            <p:cNvSpPr>
              <a:spLocks/>
            </p:cNvSpPr>
            <p:nvPr/>
          </p:nvSpPr>
          <p:spPr bwMode="auto">
            <a:xfrm>
              <a:off x="2131194" y="4024313"/>
              <a:ext cx="12700" cy="17463"/>
            </a:xfrm>
            <a:custGeom>
              <a:avLst/>
              <a:gdLst>
                <a:gd name="T0" fmla="*/ 1 w 3"/>
                <a:gd name="T1" fmla="*/ 0 h 4"/>
                <a:gd name="T2" fmla="*/ 0 w 3"/>
                <a:gd name="T3" fmla="*/ 0 h 4"/>
                <a:gd name="T4" fmla="*/ 0 w 3"/>
                <a:gd name="T5" fmla="*/ 0 h 4"/>
                <a:gd name="T6" fmla="*/ 1 w 3"/>
                <a:gd name="T7" fmla="*/ 2 h 4"/>
                <a:gd name="T8" fmla="*/ 3 w 3"/>
                <a:gd name="T9" fmla="*/ 4 h 4"/>
                <a:gd name="T10" fmla="*/ 3 w 3"/>
                <a:gd name="T11" fmla="*/ 1 h 4"/>
                <a:gd name="T12" fmla="*/ 1 w 3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2"/>
                    <a:pt x="3" y="1"/>
                  </a:cubicBezTo>
                  <a:cubicBezTo>
                    <a:pt x="3" y="1"/>
                    <a:pt x="2" y="0"/>
                    <a:pt x="1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58" name="Freeform 936"/>
            <p:cNvSpPr>
              <a:spLocks/>
            </p:cNvSpPr>
            <p:nvPr/>
          </p:nvSpPr>
          <p:spPr bwMode="auto">
            <a:xfrm>
              <a:off x="2074044" y="4071938"/>
              <a:ext cx="12700" cy="9525"/>
            </a:xfrm>
            <a:custGeom>
              <a:avLst/>
              <a:gdLst>
                <a:gd name="T0" fmla="*/ 3 w 3"/>
                <a:gd name="T1" fmla="*/ 0 h 2"/>
                <a:gd name="T2" fmla="*/ 2 w 3"/>
                <a:gd name="T3" fmla="*/ 0 h 2"/>
                <a:gd name="T4" fmla="*/ 0 w 3"/>
                <a:gd name="T5" fmla="*/ 2 h 2"/>
                <a:gd name="T6" fmla="*/ 3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59" name="Freeform 937"/>
            <p:cNvSpPr>
              <a:spLocks/>
            </p:cNvSpPr>
            <p:nvPr/>
          </p:nvSpPr>
          <p:spPr bwMode="auto">
            <a:xfrm>
              <a:off x="2024831" y="4024313"/>
              <a:ext cx="26988" cy="38100"/>
            </a:xfrm>
            <a:custGeom>
              <a:avLst/>
              <a:gdLst>
                <a:gd name="T0" fmla="*/ 6 w 6"/>
                <a:gd name="T1" fmla="*/ 0 h 9"/>
                <a:gd name="T2" fmla="*/ 5 w 6"/>
                <a:gd name="T3" fmla="*/ 1 h 9"/>
                <a:gd name="T4" fmla="*/ 4 w 6"/>
                <a:gd name="T5" fmla="*/ 1 h 9"/>
                <a:gd name="T6" fmla="*/ 2 w 6"/>
                <a:gd name="T7" fmla="*/ 6 h 9"/>
                <a:gd name="T8" fmla="*/ 0 w 6"/>
                <a:gd name="T9" fmla="*/ 7 h 9"/>
                <a:gd name="T10" fmla="*/ 0 w 6"/>
                <a:gd name="T11" fmla="*/ 8 h 9"/>
                <a:gd name="T12" fmla="*/ 1 w 6"/>
                <a:gd name="T13" fmla="*/ 9 h 9"/>
                <a:gd name="T14" fmla="*/ 6 w 6"/>
                <a:gd name="T15" fmla="*/ 2 h 9"/>
                <a:gd name="T16" fmla="*/ 6 w 6"/>
                <a:gd name="T1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9">
                  <a:moveTo>
                    <a:pt x="6" y="0"/>
                  </a:moveTo>
                  <a:cubicBezTo>
                    <a:pt x="5" y="0"/>
                    <a:pt x="5" y="0"/>
                    <a:pt x="5" y="1"/>
                  </a:cubicBezTo>
                  <a:cubicBezTo>
                    <a:pt x="5" y="1"/>
                    <a:pt x="5" y="1"/>
                    <a:pt x="4" y="1"/>
                  </a:cubicBezTo>
                  <a:cubicBezTo>
                    <a:pt x="4" y="3"/>
                    <a:pt x="4" y="4"/>
                    <a:pt x="2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3" y="5"/>
                    <a:pt x="6" y="2"/>
                    <a:pt x="6" y="2"/>
                  </a:cubicBezTo>
                  <a:cubicBezTo>
                    <a:pt x="6" y="1"/>
                    <a:pt x="6" y="0"/>
                    <a:pt x="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60" name="Freeform 938"/>
            <p:cNvSpPr>
              <a:spLocks/>
            </p:cNvSpPr>
            <p:nvPr/>
          </p:nvSpPr>
          <p:spPr bwMode="auto">
            <a:xfrm>
              <a:off x="2024831" y="4027488"/>
              <a:ext cx="17463" cy="26988"/>
            </a:xfrm>
            <a:custGeom>
              <a:avLst/>
              <a:gdLst>
                <a:gd name="T0" fmla="*/ 4 w 4"/>
                <a:gd name="T1" fmla="*/ 0 h 6"/>
                <a:gd name="T2" fmla="*/ 0 w 4"/>
                <a:gd name="T3" fmla="*/ 6 h 6"/>
                <a:gd name="T4" fmla="*/ 2 w 4"/>
                <a:gd name="T5" fmla="*/ 5 h 6"/>
                <a:gd name="T6" fmla="*/ 4 w 4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cubicBezTo>
                    <a:pt x="4" y="1"/>
                    <a:pt x="2" y="4"/>
                    <a:pt x="0" y="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3"/>
                    <a:pt x="4" y="2"/>
                    <a:pt x="4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61" name="Freeform 939"/>
            <p:cNvSpPr>
              <a:spLocks noEditPoints="1"/>
            </p:cNvSpPr>
            <p:nvPr/>
          </p:nvSpPr>
          <p:spPr bwMode="auto">
            <a:xfrm>
              <a:off x="2024831" y="3935413"/>
              <a:ext cx="136525" cy="149225"/>
            </a:xfrm>
            <a:custGeom>
              <a:avLst/>
              <a:gdLst>
                <a:gd name="T0" fmla="*/ 0 w 31"/>
                <a:gd name="T1" fmla="*/ 27 h 34"/>
                <a:gd name="T2" fmla="*/ 0 w 31"/>
                <a:gd name="T3" fmla="*/ 28 h 34"/>
                <a:gd name="T4" fmla="*/ 0 w 31"/>
                <a:gd name="T5" fmla="*/ 28 h 34"/>
                <a:gd name="T6" fmla="*/ 0 w 31"/>
                <a:gd name="T7" fmla="*/ 27 h 34"/>
                <a:gd name="T8" fmla="*/ 6 w 31"/>
                <a:gd name="T9" fmla="*/ 12 h 34"/>
                <a:gd name="T10" fmla="*/ 4 w 31"/>
                <a:gd name="T11" fmla="*/ 13 h 34"/>
                <a:gd name="T12" fmla="*/ 3 w 31"/>
                <a:gd name="T13" fmla="*/ 14 h 34"/>
                <a:gd name="T14" fmla="*/ 3 w 31"/>
                <a:gd name="T15" fmla="*/ 13 h 34"/>
                <a:gd name="T16" fmla="*/ 2 w 31"/>
                <a:gd name="T17" fmla="*/ 15 h 34"/>
                <a:gd name="T18" fmla="*/ 1 w 31"/>
                <a:gd name="T19" fmla="*/ 15 h 34"/>
                <a:gd name="T20" fmla="*/ 2 w 31"/>
                <a:gd name="T21" fmla="*/ 17 h 34"/>
                <a:gd name="T22" fmla="*/ 4 w 31"/>
                <a:gd name="T23" fmla="*/ 21 h 34"/>
                <a:gd name="T24" fmla="*/ 5 w 31"/>
                <a:gd name="T25" fmla="*/ 21 h 34"/>
                <a:gd name="T26" fmla="*/ 6 w 31"/>
                <a:gd name="T27" fmla="*/ 20 h 34"/>
                <a:gd name="T28" fmla="*/ 6 w 31"/>
                <a:gd name="T29" fmla="*/ 22 h 34"/>
                <a:gd name="T30" fmla="*/ 1 w 31"/>
                <a:gd name="T31" fmla="*/ 29 h 34"/>
                <a:gd name="T32" fmla="*/ 2 w 31"/>
                <a:gd name="T33" fmla="*/ 31 h 34"/>
                <a:gd name="T34" fmla="*/ 4 w 31"/>
                <a:gd name="T35" fmla="*/ 34 h 34"/>
                <a:gd name="T36" fmla="*/ 10 w 31"/>
                <a:gd name="T37" fmla="*/ 26 h 34"/>
                <a:gd name="T38" fmla="*/ 10 w 31"/>
                <a:gd name="T39" fmla="*/ 25 h 34"/>
                <a:gd name="T40" fmla="*/ 11 w 31"/>
                <a:gd name="T41" fmla="*/ 24 h 34"/>
                <a:gd name="T42" fmla="*/ 13 w 31"/>
                <a:gd name="T43" fmla="*/ 22 h 34"/>
                <a:gd name="T44" fmla="*/ 14 w 31"/>
                <a:gd name="T45" fmla="*/ 20 h 34"/>
                <a:gd name="T46" fmla="*/ 6 w 31"/>
                <a:gd name="T47" fmla="*/ 12 h 34"/>
                <a:gd name="T48" fmla="*/ 13 w 31"/>
                <a:gd name="T49" fmla="*/ 8 h 34"/>
                <a:gd name="T50" fmla="*/ 10 w 31"/>
                <a:gd name="T51" fmla="*/ 10 h 34"/>
                <a:gd name="T52" fmla="*/ 17 w 31"/>
                <a:gd name="T53" fmla="*/ 17 h 34"/>
                <a:gd name="T54" fmla="*/ 18 w 31"/>
                <a:gd name="T55" fmla="*/ 14 h 34"/>
                <a:gd name="T56" fmla="*/ 13 w 31"/>
                <a:gd name="T57" fmla="*/ 8 h 34"/>
                <a:gd name="T58" fmla="*/ 27 w 31"/>
                <a:gd name="T59" fmla="*/ 0 h 34"/>
                <a:gd name="T60" fmla="*/ 25 w 31"/>
                <a:gd name="T61" fmla="*/ 1 h 34"/>
                <a:gd name="T62" fmla="*/ 29 w 31"/>
                <a:gd name="T63" fmla="*/ 6 h 34"/>
                <a:gd name="T64" fmla="*/ 31 w 31"/>
                <a:gd name="T65" fmla="*/ 4 h 34"/>
                <a:gd name="T66" fmla="*/ 27 w 31"/>
                <a:gd name="T6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1" h="34">
                  <a:moveTo>
                    <a:pt x="0" y="27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7"/>
                    <a:pt x="0" y="27"/>
                  </a:cubicBezTo>
                  <a:moveTo>
                    <a:pt x="6" y="12"/>
                  </a:moveTo>
                  <a:cubicBezTo>
                    <a:pt x="5" y="13"/>
                    <a:pt x="4" y="13"/>
                    <a:pt x="4" y="13"/>
                  </a:cubicBezTo>
                  <a:cubicBezTo>
                    <a:pt x="3" y="13"/>
                    <a:pt x="3" y="14"/>
                    <a:pt x="3" y="14"/>
                  </a:cubicBezTo>
                  <a:cubicBezTo>
                    <a:pt x="3" y="14"/>
                    <a:pt x="3" y="13"/>
                    <a:pt x="3" y="13"/>
                  </a:cubicBezTo>
                  <a:cubicBezTo>
                    <a:pt x="2" y="14"/>
                    <a:pt x="2" y="14"/>
                    <a:pt x="2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4" y="18"/>
                    <a:pt x="4" y="20"/>
                    <a:pt x="4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5" y="20"/>
                    <a:pt x="5" y="20"/>
                    <a:pt x="6" y="20"/>
                  </a:cubicBezTo>
                  <a:cubicBezTo>
                    <a:pt x="6" y="20"/>
                    <a:pt x="6" y="21"/>
                    <a:pt x="6" y="22"/>
                  </a:cubicBezTo>
                  <a:cubicBezTo>
                    <a:pt x="6" y="22"/>
                    <a:pt x="3" y="25"/>
                    <a:pt x="1" y="29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2" y="32"/>
                    <a:pt x="3" y="33"/>
                    <a:pt x="4" y="34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5"/>
                    <a:pt x="10" y="25"/>
                  </a:cubicBezTo>
                  <a:cubicBezTo>
                    <a:pt x="10" y="25"/>
                    <a:pt x="11" y="25"/>
                    <a:pt x="11" y="24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2"/>
                    <a:pt x="13" y="21"/>
                    <a:pt x="14" y="20"/>
                  </a:cubicBezTo>
                  <a:cubicBezTo>
                    <a:pt x="6" y="12"/>
                    <a:pt x="6" y="12"/>
                    <a:pt x="6" y="12"/>
                  </a:cubicBezTo>
                  <a:moveTo>
                    <a:pt x="13" y="8"/>
                  </a:moveTo>
                  <a:cubicBezTo>
                    <a:pt x="12" y="9"/>
                    <a:pt x="11" y="9"/>
                    <a:pt x="10" y="10"/>
                  </a:cubicBezTo>
                  <a:cubicBezTo>
                    <a:pt x="12" y="11"/>
                    <a:pt x="15" y="14"/>
                    <a:pt x="17" y="17"/>
                  </a:cubicBezTo>
                  <a:cubicBezTo>
                    <a:pt x="17" y="16"/>
                    <a:pt x="18" y="15"/>
                    <a:pt x="18" y="14"/>
                  </a:cubicBezTo>
                  <a:cubicBezTo>
                    <a:pt x="16" y="12"/>
                    <a:pt x="14" y="10"/>
                    <a:pt x="13" y="8"/>
                  </a:cubicBezTo>
                  <a:moveTo>
                    <a:pt x="27" y="0"/>
                  </a:moveTo>
                  <a:cubicBezTo>
                    <a:pt x="25" y="1"/>
                    <a:pt x="25" y="1"/>
                    <a:pt x="25" y="1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5"/>
                    <a:pt x="30" y="5"/>
                    <a:pt x="31" y="4"/>
                  </a:cubicBezTo>
                  <a:cubicBezTo>
                    <a:pt x="30" y="3"/>
                    <a:pt x="29" y="1"/>
                    <a:pt x="2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62" name="Freeform 940"/>
            <p:cNvSpPr>
              <a:spLocks noEditPoints="1"/>
            </p:cNvSpPr>
            <p:nvPr/>
          </p:nvSpPr>
          <p:spPr bwMode="auto">
            <a:xfrm>
              <a:off x="2051819" y="3930651"/>
              <a:ext cx="114300" cy="93663"/>
            </a:xfrm>
            <a:custGeom>
              <a:avLst/>
              <a:gdLst>
                <a:gd name="T0" fmla="*/ 4 w 26"/>
                <a:gd name="T1" fmla="*/ 11 h 21"/>
                <a:gd name="T2" fmla="*/ 0 w 26"/>
                <a:gd name="T3" fmla="*/ 13 h 21"/>
                <a:gd name="T4" fmla="*/ 8 w 26"/>
                <a:gd name="T5" fmla="*/ 21 h 21"/>
                <a:gd name="T6" fmla="*/ 11 w 26"/>
                <a:gd name="T7" fmla="*/ 18 h 21"/>
                <a:gd name="T8" fmla="*/ 4 w 26"/>
                <a:gd name="T9" fmla="*/ 11 h 21"/>
                <a:gd name="T10" fmla="*/ 19 w 26"/>
                <a:gd name="T11" fmla="*/ 2 h 21"/>
                <a:gd name="T12" fmla="*/ 16 w 26"/>
                <a:gd name="T13" fmla="*/ 4 h 21"/>
                <a:gd name="T14" fmla="*/ 13 w 26"/>
                <a:gd name="T15" fmla="*/ 6 h 21"/>
                <a:gd name="T16" fmla="*/ 7 w 26"/>
                <a:gd name="T17" fmla="*/ 9 h 21"/>
                <a:gd name="T18" fmla="*/ 12 w 26"/>
                <a:gd name="T19" fmla="*/ 15 h 21"/>
                <a:gd name="T20" fmla="*/ 17 w 26"/>
                <a:gd name="T21" fmla="*/ 9 h 21"/>
                <a:gd name="T22" fmla="*/ 17 w 26"/>
                <a:gd name="T23" fmla="*/ 9 h 21"/>
                <a:gd name="T24" fmla="*/ 19 w 26"/>
                <a:gd name="T25" fmla="*/ 9 h 21"/>
                <a:gd name="T26" fmla="*/ 23 w 26"/>
                <a:gd name="T27" fmla="*/ 7 h 21"/>
                <a:gd name="T28" fmla="*/ 19 w 26"/>
                <a:gd name="T29" fmla="*/ 2 h 21"/>
                <a:gd name="T30" fmla="*/ 22 w 26"/>
                <a:gd name="T31" fmla="*/ 0 h 21"/>
                <a:gd name="T32" fmla="*/ 21 w 26"/>
                <a:gd name="T33" fmla="*/ 1 h 21"/>
                <a:gd name="T34" fmla="*/ 25 w 26"/>
                <a:gd name="T35" fmla="*/ 5 h 21"/>
                <a:gd name="T36" fmla="*/ 26 w 26"/>
                <a:gd name="T37" fmla="*/ 5 h 21"/>
                <a:gd name="T38" fmla="*/ 23 w 26"/>
                <a:gd name="T39" fmla="*/ 1 h 21"/>
                <a:gd name="T40" fmla="*/ 22 w 26"/>
                <a:gd name="T4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" h="21">
                  <a:moveTo>
                    <a:pt x="4" y="11"/>
                  </a:moveTo>
                  <a:cubicBezTo>
                    <a:pt x="3" y="11"/>
                    <a:pt x="1" y="12"/>
                    <a:pt x="0" y="13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9" y="20"/>
                    <a:pt x="10" y="19"/>
                    <a:pt x="11" y="18"/>
                  </a:cubicBezTo>
                  <a:cubicBezTo>
                    <a:pt x="9" y="15"/>
                    <a:pt x="6" y="12"/>
                    <a:pt x="4" y="11"/>
                  </a:cubicBezTo>
                  <a:moveTo>
                    <a:pt x="19" y="2"/>
                  </a:moveTo>
                  <a:cubicBezTo>
                    <a:pt x="16" y="4"/>
                    <a:pt x="16" y="4"/>
                    <a:pt x="16" y="4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1" y="7"/>
                    <a:pt x="9" y="8"/>
                    <a:pt x="7" y="9"/>
                  </a:cubicBezTo>
                  <a:cubicBezTo>
                    <a:pt x="8" y="11"/>
                    <a:pt x="10" y="13"/>
                    <a:pt x="12" y="15"/>
                  </a:cubicBezTo>
                  <a:cubicBezTo>
                    <a:pt x="14" y="12"/>
                    <a:pt x="16" y="10"/>
                    <a:pt x="17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8" y="9"/>
                    <a:pt x="18" y="9"/>
                    <a:pt x="19" y="9"/>
                  </a:cubicBezTo>
                  <a:cubicBezTo>
                    <a:pt x="19" y="9"/>
                    <a:pt x="21" y="8"/>
                    <a:pt x="23" y="7"/>
                  </a:cubicBezTo>
                  <a:cubicBezTo>
                    <a:pt x="21" y="5"/>
                    <a:pt x="20" y="4"/>
                    <a:pt x="19" y="2"/>
                  </a:cubicBezTo>
                  <a:moveTo>
                    <a:pt x="22" y="0"/>
                  </a:moveTo>
                  <a:cubicBezTo>
                    <a:pt x="21" y="1"/>
                    <a:pt x="21" y="1"/>
                    <a:pt x="21" y="1"/>
                  </a:cubicBezTo>
                  <a:cubicBezTo>
                    <a:pt x="23" y="2"/>
                    <a:pt x="24" y="4"/>
                    <a:pt x="25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3"/>
                    <a:pt x="25" y="2"/>
                    <a:pt x="23" y="1"/>
                  </a:cubicBezTo>
                  <a:cubicBezTo>
                    <a:pt x="22" y="0"/>
                    <a:pt x="22" y="0"/>
                    <a:pt x="22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63" name="Freeform 941"/>
            <p:cNvSpPr>
              <a:spLocks/>
            </p:cNvSpPr>
            <p:nvPr/>
          </p:nvSpPr>
          <p:spPr bwMode="auto">
            <a:xfrm>
              <a:off x="2012131" y="4002088"/>
              <a:ext cx="30163" cy="57150"/>
            </a:xfrm>
            <a:custGeom>
              <a:avLst/>
              <a:gdLst>
                <a:gd name="T0" fmla="*/ 4 w 7"/>
                <a:gd name="T1" fmla="*/ 0 h 13"/>
                <a:gd name="T2" fmla="*/ 3 w 7"/>
                <a:gd name="T3" fmla="*/ 2 h 13"/>
                <a:gd name="T4" fmla="*/ 0 w 7"/>
                <a:gd name="T5" fmla="*/ 7 h 13"/>
                <a:gd name="T6" fmla="*/ 3 w 7"/>
                <a:gd name="T7" fmla="*/ 13 h 13"/>
                <a:gd name="T8" fmla="*/ 3 w 7"/>
                <a:gd name="T9" fmla="*/ 12 h 13"/>
                <a:gd name="T10" fmla="*/ 7 w 7"/>
                <a:gd name="T11" fmla="*/ 6 h 13"/>
                <a:gd name="T12" fmla="*/ 5 w 7"/>
                <a:gd name="T13" fmla="*/ 2 h 13"/>
                <a:gd name="T14" fmla="*/ 4 w 7"/>
                <a:gd name="T1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13">
                  <a:moveTo>
                    <a:pt x="4" y="0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5" y="10"/>
                    <a:pt x="7" y="7"/>
                    <a:pt x="7" y="6"/>
                  </a:cubicBezTo>
                  <a:cubicBezTo>
                    <a:pt x="7" y="5"/>
                    <a:pt x="7" y="3"/>
                    <a:pt x="5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64" name="Freeform 942"/>
            <p:cNvSpPr>
              <a:spLocks/>
            </p:cNvSpPr>
            <p:nvPr/>
          </p:nvSpPr>
          <p:spPr bwMode="auto">
            <a:xfrm>
              <a:off x="2069281" y="3935413"/>
              <a:ext cx="25400" cy="26988"/>
            </a:xfrm>
            <a:custGeom>
              <a:avLst/>
              <a:gdLst>
                <a:gd name="T0" fmla="*/ 3 w 6"/>
                <a:gd name="T1" fmla="*/ 0 h 6"/>
                <a:gd name="T2" fmla="*/ 2 w 6"/>
                <a:gd name="T3" fmla="*/ 0 h 6"/>
                <a:gd name="T4" fmla="*/ 2 w 6"/>
                <a:gd name="T5" fmla="*/ 0 h 6"/>
                <a:gd name="T6" fmla="*/ 2 w 6"/>
                <a:gd name="T7" fmla="*/ 0 h 6"/>
                <a:gd name="T8" fmla="*/ 0 w 6"/>
                <a:gd name="T9" fmla="*/ 3 h 6"/>
                <a:gd name="T10" fmla="*/ 0 w 6"/>
                <a:gd name="T11" fmla="*/ 6 h 6"/>
                <a:gd name="T12" fmla="*/ 5 w 6"/>
                <a:gd name="T13" fmla="*/ 4 h 6"/>
                <a:gd name="T14" fmla="*/ 5 w 6"/>
                <a:gd name="T15" fmla="*/ 1 h 6"/>
                <a:gd name="T16" fmla="*/ 3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3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1" y="2"/>
                    <a:pt x="0" y="3"/>
                  </a:cubicBezTo>
                  <a:cubicBezTo>
                    <a:pt x="0" y="4"/>
                    <a:pt x="0" y="5"/>
                    <a:pt x="0" y="6"/>
                  </a:cubicBezTo>
                  <a:cubicBezTo>
                    <a:pt x="2" y="5"/>
                    <a:pt x="5" y="4"/>
                    <a:pt x="5" y="4"/>
                  </a:cubicBezTo>
                  <a:cubicBezTo>
                    <a:pt x="6" y="3"/>
                    <a:pt x="6" y="2"/>
                    <a:pt x="5" y="1"/>
                  </a:cubicBezTo>
                  <a:cubicBezTo>
                    <a:pt x="5" y="0"/>
                    <a:pt x="4" y="0"/>
                    <a:pt x="3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65" name="Freeform 943"/>
            <p:cNvSpPr>
              <a:spLocks/>
            </p:cNvSpPr>
            <p:nvPr/>
          </p:nvSpPr>
          <p:spPr bwMode="auto">
            <a:xfrm>
              <a:off x="2051819" y="3948113"/>
              <a:ext cx="17463" cy="26988"/>
            </a:xfrm>
            <a:custGeom>
              <a:avLst/>
              <a:gdLst>
                <a:gd name="T0" fmla="*/ 4 w 4"/>
                <a:gd name="T1" fmla="*/ 0 h 6"/>
                <a:gd name="T2" fmla="*/ 0 w 4"/>
                <a:gd name="T3" fmla="*/ 6 h 6"/>
                <a:gd name="T4" fmla="*/ 4 w 4"/>
                <a:gd name="T5" fmla="*/ 3 h 6"/>
                <a:gd name="T6" fmla="*/ 4 w 4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cubicBezTo>
                    <a:pt x="3" y="2"/>
                    <a:pt x="1" y="4"/>
                    <a:pt x="0" y="6"/>
                  </a:cubicBezTo>
                  <a:cubicBezTo>
                    <a:pt x="1" y="5"/>
                    <a:pt x="3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66" name="Freeform 944"/>
            <p:cNvSpPr>
              <a:spLocks/>
            </p:cNvSpPr>
            <p:nvPr/>
          </p:nvSpPr>
          <p:spPr bwMode="auto">
            <a:xfrm>
              <a:off x="2012131" y="3965576"/>
              <a:ext cx="22225" cy="19050"/>
            </a:xfrm>
            <a:custGeom>
              <a:avLst/>
              <a:gdLst>
                <a:gd name="T0" fmla="*/ 3 w 5"/>
                <a:gd name="T1" fmla="*/ 0 h 4"/>
                <a:gd name="T2" fmla="*/ 0 w 5"/>
                <a:gd name="T3" fmla="*/ 2 h 4"/>
                <a:gd name="T4" fmla="*/ 1 w 5"/>
                <a:gd name="T5" fmla="*/ 4 h 4"/>
                <a:gd name="T6" fmla="*/ 2 w 5"/>
                <a:gd name="T7" fmla="*/ 4 h 4"/>
                <a:gd name="T8" fmla="*/ 4 w 5"/>
                <a:gd name="T9" fmla="*/ 3 h 4"/>
                <a:gd name="T10" fmla="*/ 5 w 5"/>
                <a:gd name="T11" fmla="*/ 2 h 4"/>
                <a:gd name="T12" fmla="*/ 4 w 5"/>
                <a:gd name="T13" fmla="*/ 1 h 4"/>
                <a:gd name="T14" fmla="*/ 3 w 5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4">
                  <a:moveTo>
                    <a:pt x="3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1" y="4"/>
                  </a:cubicBezTo>
                  <a:cubicBezTo>
                    <a:pt x="1" y="4"/>
                    <a:pt x="2" y="4"/>
                    <a:pt x="2" y="4"/>
                  </a:cubicBezTo>
                  <a:cubicBezTo>
                    <a:pt x="3" y="4"/>
                    <a:pt x="4" y="4"/>
                    <a:pt x="4" y="3"/>
                  </a:cubicBezTo>
                  <a:cubicBezTo>
                    <a:pt x="4" y="3"/>
                    <a:pt x="4" y="3"/>
                    <a:pt x="5" y="2"/>
                  </a:cubicBezTo>
                  <a:cubicBezTo>
                    <a:pt x="5" y="2"/>
                    <a:pt x="4" y="2"/>
                    <a:pt x="4" y="1"/>
                  </a:cubicBezTo>
                  <a:cubicBezTo>
                    <a:pt x="4" y="1"/>
                    <a:pt x="3" y="0"/>
                    <a:pt x="3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67" name="Freeform 945"/>
            <p:cNvSpPr>
              <a:spLocks/>
            </p:cNvSpPr>
            <p:nvPr/>
          </p:nvSpPr>
          <p:spPr bwMode="auto">
            <a:xfrm>
              <a:off x="2024831" y="3962401"/>
              <a:ext cx="12700" cy="12700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1 h 3"/>
                <a:gd name="T4" fmla="*/ 1 w 3"/>
                <a:gd name="T5" fmla="*/ 2 h 3"/>
                <a:gd name="T6" fmla="*/ 2 w 3"/>
                <a:gd name="T7" fmla="*/ 3 h 3"/>
                <a:gd name="T8" fmla="*/ 3 w 3"/>
                <a:gd name="T9" fmla="*/ 2 h 3"/>
                <a:gd name="T10" fmla="*/ 1 w 3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2"/>
                    <a:pt x="1" y="2"/>
                  </a:cubicBezTo>
                  <a:cubicBezTo>
                    <a:pt x="1" y="3"/>
                    <a:pt x="2" y="3"/>
                    <a:pt x="2" y="3"/>
                  </a:cubicBezTo>
                  <a:cubicBezTo>
                    <a:pt x="2" y="3"/>
                    <a:pt x="3" y="3"/>
                    <a:pt x="3" y="2"/>
                  </a:cubicBezTo>
                  <a:cubicBezTo>
                    <a:pt x="2" y="1"/>
                    <a:pt x="2" y="1"/>
                    <a:pt x="1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68" name="Freeform 946"/>
            <p:cNvSpPr>
              <a:spLocks/>
            </p:cNvSpPr>
            <p:nvPr/>
          </p:nvSpPr>
          <p:spPr bwMode="auto">
            <a:xfrm>
              <a:off x="2029594" y="3952876"/>
              <a:ext cx="22225" cy="17463"/>
            </a:xfrm>
            <a:custGeom>
              <a:avLst/>
              <a:gdLst>
                <a:gd name="T0" fmla="*/ 5 w 5"/>
                <a:gd name="T1" fmla="*/ 0 h 4"/>
                <a:gd name="T2" fmla="*/ 0 w 5"/>
                <a:gd name="T3" fmla="*/ 2 h 4"/>
                <a:gd name="T4" fmla="*/ 2 w 5"/>
                <a:gd name="T5" fmla="*/ 4 h 4"/>
                <a:gd name="T6" fmla="*/ 5 w 5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4">
                  <a:moveTo>
                    <a:pt x="5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" y="3"/>
                    <a:pt x="1" y="3"/>
                    <a:pt x="2" y="4"/>
                  </a:cubicBezTo>
                  <a:cubicBezTo>
                    <a:pt x="3" y="3"/>
                    <a:pt x="4" y="1"/>
                    <a:pt x="5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69" name="Freeform 947"/>
            <p:cNvSpPr>
              <a:spLocks noEditPoints="1"/>
            </p:cNvSpPr>
            <p:nvPr/>
          </p:nvSpPr>
          <p:spPr bwMode="auto">
            <a:xfrm>
              <a:off x="2108969" y="3962401"/>
              <a:ext cx="60325" cy="61913"/>
            </a:xfrm>
            <a:custGeom>
              <a:avLst/>
              <a:gdLst>
                <a:gd name="T0" fmla="*/ 1 w 14"/>
                <a:gd name="T1" fmla="*/ 10 h 14"/>
                <a:gd name="T2" fmla="*/ 0 w 14"/>
                <a:gd name="T3" fmla="*/ 13 h 14"/>
                <a:gd name="T4" fmla="*/ 0 w 14"/>
                <a:gd name="T5" fmla="*/ 13 h 14"/>
                <a:gd name="T6" fmla="*/ 0 w 14"/>
                <a:gd name="T7" fmla="*/ 14 h 14"/>
                <a:gd name="T8" fmla="*/ 3 w 14"/>
                <a:gd name="T9" fmla="*/ 12 h 14"/>
                <a:gd name="T10" fmla="*/ 1 w 14"/>
                <a:gd name="T11" fmla="*/ 10 h 14"/>
                <a:gd name="T12" fmla="*/ 13 w 14"/>
                <a:gd name="T13" fmla="*/ 0 h 14"/>
                <a:gd name="T14" fmla="*/ 11 w 14"/>
                <a:gd name="T15" fmla="*/ 1 h 14"/>
                <a:gd name="T16" fmla="*/ 12 w 14"/>
                <a:gd name="T17" fmla="*/ 3 h 14"/>
                <a:gd name="T18" fmla="*/ 14 w 14"/>
                <a:gd name="T19" fmla="*/ 0 h 14"/>
                <a:gd name="T20" fmla="*/ 13 w 14"/>
                <a:gd name="T2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4">
                  <a:moveTo>
                    <a:pt x="1" y="10"/>
                  </a:moveTo>
                  <a:cubicBezTo>
                    <a:pt x="1" y="11"/>
                    <a:pt x="0" y="12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4"/>
                    <a:pt x="0" y="14"/>
                  </a:cubicBezTo>
                  <a:cubicBezTo>
                    <a:pt x="1" y="13"/>
                    <a:pt x="2" y="13"/>
                    <a:pt x="3" y="12"/>
                  </a:cubicBezTo>
                  <a:cubicBezTo>
                    <a:pt x="2" y="12"/>
                    <a:pt x="2" y="11"/>
                    <a:pt x="1" y="10"/>
                  </a:cubicBezTo>
                  <a:moveTo>
                    <a:pt x="13" y="0"/>
                  </a:moveTo>
                  <a:cubicBezTo>
                    <a:pt x="12" y="0"/>
                    <a:pt x="12" y="1"/>
                    <a:pt x="11" y="1"/>
                  </a:cubicBezTo>
                  <a:cubicBezTo>
                    <a:pt x="11" y="2"/>
                    <a:pt x="12" y="2"/>
                    <a:pt x="12" y="3"/>
                  </a:cubicBezTo>
                  <a:cubicBezTo>
                    <a:pt x="13" y="2"/>
                    <a:pt x="13" y="1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70" name="Freeform 948"/>
            <p:cNvSpPr>
              <a:spLocks noEditPoints="1"/>
            </p:cNvSpPr>
            <p:nvPr/>
          </p:nvSpPr>
          <p:spPr bwMode="auto">
            <a:xfrm>
              <a:off x="2099444" y="3957638"/>
              <a:ext cx="69850" cy="69850"/>
            </a:xfrm>
            <a:custGeom>
              <a:avLst/>
              <a:gdLst>
                <a:gd name="T0" fmla="*/ 2 w 16"/>
                <a:gd name="T1" fmla="*/ 14 h 16"/>
                <a:gd name="T2" fmla="*/ 0 w 16"/>
                <a:gd name="T3" fmla="*/ 16 h 16"/>
                <a:gd name="T4" fmla="*/ 2 w 16"/>
                <a:gd name="T5" fmla="*/ 15 h 16"/>
                <a:gd name="T6" fmla="*/ 2 w 16"/>
                <a:gd name="T7" fmla="*/ 14 h 16"/>
                <a:gd name="T8" fmla="*/ 2 w 16"/>
                <a:gd name="T9" fmla="*/ 14 h 16"/>
                <a:gd name="T10" fmla="*/ 13 w 16"/>
                <a:gd name="T11" fmla="*/ 2 h 16"/>
                <a:gd name="T12" fmla="*/ 8 w 16"/>
                <a:gd name="T13" fmla="*/ 5 h 16"/>
                <a:gd name="T14" fmla="*/ 8 w 16"/>
                <a:gd name="T15" fmla="*/ 5 h 16"/>
                <a:gd name="T16" fmla="*/ 8 w 16"/>
                <a:gd name="T17" fmla="*/ 5 h 16"/>
                <a:gd name="T18" fmla="*/ 3 w 16"/>
                <a:gd name="T19" fmla="*/ 11 h 16"/>
                <a:gd name="T20" fmla="*/ 5 w 16"/>
                <a:gd name="T21" fmla="*/ 13 h 16"/>
                <a:gd name="T22" fmla="*/ 8 w 16"/>
                <a:gd name="T23" fmla="*/ 11 h 16"/>
                <a:gd name="T24" fmla="*/ 9 w 16"/>
                <a:gd name="T25" fmla="*/ 11 h 16"/>
                <a:gd name="T26" fmla="*/ 14 w 16"/>
                <a:gd name="T27" fmla="*/ 4 h 16"/>
                <a:gd name="T28" fmla="*/ 14 w 16"/>
                <a:gd name="T29" fmla="*/ 4 h 16"/>
                <a:gd name="T30" fmla="*/ 13 w 16"/>
                <a:gd name="T31" fmla="*/ 2 h 16"/>
                <a:gd name="T32" fmla="*/ 16 w 16"/>
                <a:gd name="T33" fmla="*/ 0 h 16"/>
                <a:gd name="T34" fmla="*/ 15 w 16"/>
                <a:gd name="T35" fmla="*/ 1 h 16"/>
                <a:gd name="T36" fmla="*/ 16 w 16"/>
                <a:gd name="T37" fmla="*/ 1 h 16"/>
                <a:gd name="T38" fmla="*/ 16 w 16"/>
                <a:gd name="T3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6" h="16">
                  <a:moveTo>
                    <a:pt x="2" y="14"/>
                  </a:moveTo>
                  <a:cubicBezTo>
                    <a:pt x="1" y="15"/>
                    <a:pt x="1" y="15"/>
                    <a:pt x="0" y="16"/>
                  </a:cubicBezTo>
                  <a:cubicBezTo>
                    <a:pt x="1" y="16"/>
                    <a:pt x="2" y="15"/>
                    <a:pt x="2" y="15"/>
                  </a:cubicBezTo>
                  <a:cubicBezTo>
                    <a:pt x="2" y="15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moveTo>
                    <a:pt x="13" y="2"/>
                  </a:moveTo>
                  <a:cubicBezTo>
                    <a:pt x="10" y="3"/>
                    <a:pt x="9" y="4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5" y="9"/>
                    <a:pt x="3" y="11"/>
                  </a:cubicBezTo>
                  <a:cubicBezTo>
                    <a:pt x="4" y="12"/>
                    <a:pt x="4" y="13"/>
                    <a:pt x="5" y="13"/>
                  </a:cubicBezTo>
                  <a:cubicBezTo>
                    <a:pt x="6" y="13"/>
                    <a:pt x="7" y="12"/>
                    <a:pt x="8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3" y="3"/>
                    <a:pt x="13" y="2"/>
                  </a:cubicBezTo>
                  <a:moveTo>
                    <a:pt x="16" y="0"/>
                  </a:moveTo>
                  <a:cubicBezTo>
                    <a:pt x="15" y="0"/>
                    <a:pt x="15" y="0"/>
                    <a:pt x="15" y="1"/>
                  </a:cubicBezTo>
                  <a:cubicBezTo>
                    <a:pt x="15" y="1"/>
                    <a:pt x="15" y="1"/>
                    <a:pt x="16" y="1"/>
                  </a:cubicBezTo>
                  <a:cubicBezTo>
                    <a:pt x="16" y="1"/>
                    <a:pt x="16" y="1"/>
                    <a:pt x="1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71" name="Freeform 949"/>
            <p:cNvSpPr>
              <a:spLocks/>
            </p:cNvSpPr>
            <p:nvPr/>
          </p:nvSpPr>
          <p:spPr bwMode="auto">
            <a:xfrm>
              <a:off x="2099444" y="4027488"/>
              <a:ext cx="22225" cy="17463"/>
            </a:xfrm>
            <a:custGeom>
              <a:avLst/>
              <a:gdLst>
                <a:gd name="T0" fmla="*/ 5 w 5"/>
                <a:gd name="T1" fmla="*/ 0 h 4"/>
                <a:gd name="T2" fmla="*/ 0 w 5"/>
                <a:gd name="T3" fmla="*/ 3 h 4"/>
                <a:gd name="T4" fmla="*/ 0 w 5"/>
                <a:gd name="T5" fmla="*/ 4 h 4"/>
                <a:gd name="T6" fmla="*/ 1 w 5"/>
                <a:gd name="T7" fmla="*/ 4 h 4"/>
                <a:gd name="T8" fmla="*/ 4 w 5"/>
                <a:gd name="T9" fmla="*/ 2 h 4"/>
                <a:gd name="T10" fmla="*/ 5 w 5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5" y="0"/>
                  </a:moveTo>
                  <a:cubicBezTo>
                    <a:pt x="4" y="1"/>
                    <a:pt x="2" y="2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" y="3"/>
                    <a:pt x="3" y="2"/>
                    <a:pt x="4" y="2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72" name="Freeform 950"/>
            <p:cNvSpPr>
              <a:spLocks/>
            </p:cNvSpPr>
            <p:nvPr/>
          </p:nvSpPr>
          <p:spPr bwMode="auto">
            <a:xfrm>
              <a:off x="2104206" y="4037013"/>
              <a:ext cx="12700" cy="7938"/>
            </a:xfrm>
            <a:custGeom>
              <a:avLst/>
              <a:gdLst>
                <a:gd name="T0" fmla="*/ 3 w 3"/>
                <a:gd name="T1" fmla="*/ 0 h 2"/>
                <a:gd name="T2" fmla="*/ 0 w 3"/>
                <a:gd name="T3" fmla="*/ 2 h 2"/>
                <a:gd name="T4" fmla="*/ 1 w 3"/>
                <a:gd name="T5" fmla="*/ 2 h 2"/>
                <a:gd name="T6" fmla="*/ 2 w 3"/>
                <a:gd name="T7" fmla="*/ 1 h 2"/>
                <a:gd name="T8" fmla="*/ 3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cubicBezTo>
                    <a:pt x="2" y="0"/>
                    <a:pt x="1" y="1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1" y="2"/>
                    <a:pt x="2" y="2"/>
                    <a:pt x="2" y="1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73" name="Freeform 951"/>
            <p:cNvSpPr>
              <a:spLocks/>
            </p:cNvSpPr>
            <p:nvPr/>
          </p:nvSpPr>
          <p:spPr bwMode="auto">
            <a:xfrm>
              <a:off x="1959744" y="4044951"/>
              <a:ext cx="38100" cy="36513"/>
            </a:xfrm>
            <a:custGeom>
              <a:avLst/>
              <a:gdLst>
                <a:gd name="T0" fmla="*/ 7 w 9"/>
                <a:gd name="T1" fmla="*/ 0 h 8"/>
                <a:gd name="T2" fmla="*/ 0 w 9"/>
                <a:gd name="T3" fmla="*/ 6 h 8"/>
                <a:gd name="T4" fmla="*/ 0 w 9"/>
                <a:gd name="T5" fmla="*/ 7 h 8"/>
                <a:gd name="T6" fmla="*/ 1 w 9"/>
                <a:gd name="T7" fmla="*/ 8 h 8"/>
                <a:gd name="T8" fmla="*/ 7 w 9"/>
                <a:gd name="T9" fmla="*/ 3 h 8"/>
                <a:gd name="T10" fmla="*/ 9 w 9"/>
                <a:gd name="T11" fmla="*/ 1 h 8"/>
                <a:gd name="T12" fmla="*/ 7 w 9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8">
                  <a:moveTo>
                    <a:pt x="7" y="0"/>
                  </a:moveTo>
                  <a:cubicBezTo>
                    <a:pt x="5" y="1"/>
                    <a:pt x="2" y="4"/>
                    <a:pt x="0" y="6"/>
                  </a:cubicBezTo>
                  <a:cubicBezTo>
                    <a:pt x="0" y="6"/>
                    <a:pt x="0" y="6"/>
                    <a:pt x="0" y="7"/>
                  </a:cubicBezTo>
                  <a:cubicBezTo>
                    <a:pt x="0" y="7"/>
                    <a:pt x="1" y="8"/>
                    <a:pt x="1" y="8"/>
                  </a:cubicBezTo>
                  <a:cubicBezTo>
                    <a:pt x="3" y="7"/>
                    <a:pt x="5" y="5"/>
                    <a:pt x="7" y="3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8" y="0"/>
                    <a:pt x="8" y="0"/>
                    <a:pt x="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74" name="Freeform 952"/>
            <p:cNvSpPr>
              <a:spLocks noEditPoints="1"/>
            </p:cNvSpPr>
            <p:nvPr/>
          </p:nvSpPr>
          <p:spPr bwMode="auto">
            <a:xfrm>
              <a:off x="1954981" y="4041776"/>
              <a:ext cx="34925" cy="42863"/>
            </a:xfrm>
            <a:custGeom>
              <a:avLst/>
              <a:gdLst>
                <a:gd name="T0" fmla="*/ 8 w 8"/>
                <a:gd name="T1" fmla="*/ 4 h 10"/>
                <a:gd name="T2" fmla="*/ 2 w 8"/>
                <a:gd name="T3" fmla="*/ 9 h 10"/>
                <a:gd name="T4" fmla="*/ 4 w 8"/>
                <a:gd name="T5" fmla="*/ 10 h 10"/>
                <a:gd name="T6" fmla="*/ 8 w 8"/>
                <a:gd name="T7" fmla="*/ 4 h 10"/>
                <a:gd name="T8" fmla="*/ 5 w 8"/>
                <a:gd name="T9" fmla="*/ 0 h 10"/>
                <a:gd name="T10" fmla="*/ 3 w 8"/>
                <a:gd name="T11" fmla="*/ 1 h 10"/>
                <a:gd name="T12" fmla="*/ 1 w 8"/>
                <a:gd name="T13" fmla="*/ 7 h 10"/>
                <a:gd name="T14" fmla="*/ 8 w 8"/>
                <a:gd name="T15" fmla="*/ 1 h 10"/>
                <a:gd name="T16" fmla="*/ 5 w 8"/>
                <a:gd name="T1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10">
                  <a:moveTo>
                    <a:pt x="8" y="4"/>
                  </a:moveTo>
                  <a:cubicBezTo>
                    <a:pt x="6" y="6"/>
                    <a:pt x="4" y="8"/>
                    <a:pt x="2" y="9"/>
                  </a:cubicBezTo>
                  <a:cubicBezTo>
                    <a:pt x="3" y="10"/>
                    <a:pt x="3" y="10"/>
                    <a:pt x="4" y="10"/>
                  </a:cubicBezTo>
                  <a:cubicBezTo>
                    <a:pt x="8" y="4"/>
                    <a:pt x="8" y="4"/>
                    <a:pt x="8" y="4"/>
                  </a:cubicBezTo>
                  <a:moveTo>
                    <a:pt x="5" y="0"/>
                  </a:moveTo>
                  <a:cubicBezTo>
                    <a:pt x="5" y="0"/>
                    <a:pt x="4" y="0"/>
                    <a:pt x="3" y="1"/>
                  </a:cubicBezTo>
                  <a:cubicBezTo>
                    <a:pt x="1" y="2"/>
                    <a:pt x="0" y="5"/>
                    <a:pt x="1" y="7"/>
                  </a:cubicBezTo>
                  <a:cubicBezTo>
                    <a:pt x="3" y="5"/>
                    <a:pt x="6" y="2"/>
                    <a:pt x="8" y="1"/>
                  </a:cubicBezTo>
                  <a:cubicBezTo>
                    <a:pt x="7" y="0"/>
                    <a:pt x="6" y="0"/>
                    <a:pt x="5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75" name="Freeform 953"/>
            <p:cNvSpPr>
              <a:spLocks/>
            </p:cNvSpPr>
            <p:nvPr/>
          </p:nvSpPr>
          <p:spPr bwMode="auto">
            <a:xfrm>
              <a:off x="1989906" y="4049713"/>
              <a:ext cx="7938" cy="952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2 h 2"/>
                <a:gd name="T4" fmla="*/ 2 w 2"/>
                <a:gd name="T5" fmla="*/ 1 h 2"/>
                <a:gd name="T6" fmla="*/ 2 w 2"/>
                <a:gd name="T7" fmla="*/ 1 h 2"/>
                <a:gd name="T8" fmla="*/ 2 w 2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76" name="Freeform 954"/>
            <p:cNvSpPr>
              <a:spLocks/>
            </p:cNvSpPr>
            <p:nvPr/>
          </p:nvSpPr>
          <p:spPr bwMode="auto">
            <a:xfrm>
              <a:off x="1972444" y="4054476"/>
              <a:ext cx="30163" cy="30163"/>
            </a:xfrm>
            <a:custGeom>
              <a:avLst/>
              <a:gdLst>
                <a:gd name="T0" fmla="*/ 6 w 7"/>
                <a:gd name="T1" fmla="*/ 0 h 7"/>
                <a:gd name="T2" fmla="*/ 4 w 7"/>
                <a:gd name="T3" fmla="*/ 1 h 7"/>
                <a:gd name="T4" fmla="*/ 0 w 7"/>
                <a:gd name="T5" fmla="*/ 7 h 7"/>
                <a:gd name="T6" fmla="*/ 1 w 7"/>
                <a:gd name="T7" fmla="*/ 7 h 7"/>
                <a:gd name="T8" fmla="*/ 4 w 7"/>
                <a:gd name="T9" fmla="*/ 7 h 7"/>
                <a:gd name="T10" fmla="*/ 6 w 7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7">
                  <a:moveTo>
                    <a:pt x="6" y="0"/>
                  </a:moveTo>
                  <a:cubicBezTo>
                    <a:pt x="5" y="0"/>
                    <a:pt x="5" y="1"/>
                    <a:pt x="4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1" y="7"/>
                    <a:pt x="1" y="7"/>
                  </a:cubicBezTo>
                  <a:cubicBezTo>
                    <a:pt x="2" y="7"/>
                    <a:pt x="3" y="7"/>
                    <a:pt x="4" y="7"/>
                  </a:cubicBezTo>
                  <a:cubicBezTo>
                    <a:pt x="6" y="5"/>
                    <a:pt x="7" y="2"/>
                    <a:pt x="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77" name="Freeform 955"/>
            <p:cNvSpPr>
              <a:spLocks/>
            </p:cNvSpPr>
            <p:nvPr/>
          </p:nvSpPr>
          <p:spPr bwMode="auto">
            <a:xfrm>
              <a:off x="548456" y="4921251"/>
              <a:ext cx="825500" cy="1065213"/>
            </a:xfrm>
            <a:custGeom>
              <a:avLst/>
              <a:gdLst>
                <a:gd name="T0" fmla="*/ 89 w 188"/>
                <a:gd name="T1" fmla="*/ 0 h 242"/>
                <a:gd name="T2" fmla="*/ 27 w 188"/>
                <a:gd name="T3" fmla="*/ 0 h 242"/>
                <a:gd name="T4" fmla="*/ 0 w 188"/>
                <a:gd name="T5" fmla="*/ 27 h 242"/>
                <a:gd name="T6" fmla="*/ 0 w 188"/>
                <a:gd name="T7" fmla="*/ 107 h 242"/>
                <a:gd name="T8" fmla="*/ 9 w 188"/>
                <a:gd name="T9" fmla="*/ 116 h 242"/>
                <a:gd name="T10" fmla="*/ 18 w 188"/>
                <a:gd name="T11" fmla="*/ 107 h 242"/>
                <a:gd name="T12" fmla="*/ 18 w 188"/>
                <a:gd name="T13" fmla="*/ 36 h 242"/>
                <a:gd name="T14" fmla="*/ 27 w 188"/>
                <a:gd name="T15" fmla="*/ 36 h 242"/>
                <a:gd name="T16" fmla="*/ 27 w 188"/>
                <a:gd name="T17" fmla="*/ 120 h 242"/>
                <a:gd name="T18" fmla="*/ 27 w 188"/>
                <a:gd name="T19" fmla="*/ 134 h 242"/>
                <a:gd name="T20" fmla="*/ 27 w 188"/>
                <a:gd name="T21" fmla="*/ 229 h 242"/>
                <a:gd name="T22" fmla="*/ 40 w 188"/>
                <a:gd name="T23" fmla="*/ 242 h 242"/>
                <a:gd name="T24" fmla="*/ 41 w 188"/>
                <a:gd name="T25" fmla="*/ 242 h 242"/>
                <a:gd name="T26" fmla="*/ 54 w 188"/>
                <a:gd name="T27" fmla="*/ 229 h 242"/>
                <a:gd name="T28" fmla="*/ 54 w 188"/>
                <a:gd name="T29" fmla="*/ 134 h 242"/>
                <a:gd name="T30" fmla="*/ 63 w 188"/>
                <a:gd name="T31" fmla="*/ 134 h 242"/>
                <a:gd name="T32" fmla="*/ 63 w 188"/>
                <a:gd name="T33" fmla="*/ 229 h 242"/>
                <a:gd name="T34" fmla="*/ 75 w 188"/>
                <a:gd name="T35" fmla="*/ 242 h 242"/>
                <a:gd name="T36" fmla="*/ 76 w 188"/>
                <a:gd name="T37" fmla="*/ 242 h 242"/>
                <a:gd name="T38" fmla="*/ 89 w 188"/>
                <a:gd name="T39" fmla="*/ 229 h 242"/>
                <a:gd name="T40" fmla="*/ 89 w 188"/>
                <a:gd name="T41" fmla="*/ 134 h 242"/>
                <a:gd name="T42" fmla="*/ 89 w 188"/>
                <a:gd name="T43" fmla="*/ 120 h 242"/>
                <a:gd name="T44" fmla="*/ 89 w 188"/>
                <a:gd name="T45" fmla="*/ 27 h 242"/>
                <a:gd name="T46" fmla="*/ 179 w 188"/>
                <a:gd name="T47" fmla="*/ 18 h 242"/>
                <a:gd name="T48" fmla="*/ 188 w 188"/>
                <a:gd name="T49" fmla="*/ 9 h 242"/>
                <a:gd name="T50" fmla="*/ 179 w 188"/>
                <a:gd name="T51" fmla="*/ 0 h 242"/>
                <a:gd name="T52" fmla="*/ 89 w 188"/>
                <a:gd name="T5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8" h="242">
                  <a:moveTo>
                    <a:pt x="89" y="0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9" y="0"/>
                    <a:pt x="0" y="9"/>
                    <a:pt x="0" y="2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12"/>
                    <a:pt x="4" y="116"/>
                    <a:pt x="9" y="116"/>
                  </a:cubicBezTo>
                  <a:cubicBezTo>
                    <a:pt x="14" y="116"/>
                    <a:pt x="18" y="112"/>
                    <a:pt x="18" y="107"/>
                  </a:cubicBezTo>
                  <a:cubicBezTo>
                    <a:pt x="18" y="107"/>
                    <a:pt x="18" y="45"/>
                    <a:pt x="18" y="36"/>
                  </a:cubicBezTo>
                  <a:cubicBezTo>
                    <a:pt x="18" y="27"/>
                    <a:pt x="27" y="27"/>
                    <a:pt x="27" y="36"/>
                  </a:cubicBezTo>
                  <a:cubicBezTo>
                    <a:pt x="27" y="42"/>
                    <a:pt x="27" y="97"/>
                    <a:pt x="27" y="120"/>
                  </a:cubicBezTo>
                  <a:cubicBezTo>
                    <a:pt x="27" y="134"/>
                    <a:pt x="27" y="134"/>
                    <a:pt x="27" y="134"/>
                  </a:cubicBezTo>
                  <a:cubicBezTo>
                    <a:pt x="27" y="229"/>
                    <a:pt x="27" y="229"/>
                    <a:pt x="27" y="229"/>
                  </a:cubicBezTo>
                  <a:cubicBezTo>
                    <a:pt x="27" y="236"/>
                    <a:pt x="32" y="242"/>
                    <a:pt x="40" y="242"/>
                  </a:cubicBezTo>
                  <a:cubicBezTo>
                    <a:pt x="41" y="242"/>
                    <a:pt x="41" y="242"/>
                    <a:pt x="41" y="242"/>
                  </a:cubicBezTo>
                  <a:cubicBezTo>
                    <a:pt x="48" y="242"/>
                    <a:pt x="54" y="236"/>
                    <a:pt x="54" y="229"/>
                  </a:cubicBezTo>
                  <a:cubicBezTo>
                    <a:pt x="54" y="229"/>
                    <a:pt x="54" y="143"/>
                    <a:pt x="54" y="134"/>
                  </a:cubicBezTo>
                  <a:cubicBezTo>
                    <a:pt x="54" y="125"/>
                    <a:pt x="63" y="125"/>
                    <a:pt x="63" y="134"/>
                  </a:cubicBezTo>
                  <a:cubicBezTo>
                    <a:pt x="63" y="143"/>
                    <a:pt x="63" y="229"/>
                    <a:pt x="63" y="229"/>
                  </a:cubicBezTo>
                  <a:cubicBezTo>
                    <a:pt x="63" y="236"/>
                    <a:pt x="68" y="242"/>
                    <a:pt x="75" y="242"/>
                  </a:cubicBezTo>
                  <a:cubicBezTo>
                    <a:pt x="76" y="242"/>
                    <a:pt x="76" y="242"/>
                    <a:pt x="76" y="242"/>
                  </a:cubicBezTo>
                  <a:cubicBezTo>
                    <a:pt x="84" y="242"/>
                    <a:pt x="89" y="236"/>
                    <a:pt x="89" y="229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20"/>
                    <a:pt x="89" y="120"/>
                    <a:pt x="89" y="120"/>
                  </a:cubicBezTo>
                  <a:cubicBezTo>
                    <a:pt x="89" y="97"/>
                    <a:pt x="89" y="33"/>
                    <a:pt x="89" y="27"/>
                  </a:cubicBezTo>
                  <a:cubicBezTo>
                    <a:pt x="89" y="18"/>
                    <a:pt x="170" y="18"/>
                    <a:pt x="179" y="18"/>
                  </a:cubicBezTo>
                  <a:cubicBezTo>
                    <a:pt x="188" y="18"/>
                    <a:pt x="188" y="9"/>
                    <a:pt x="188" y="9"/>
                  </a:cubicBezTo>
                  <a:cubicBezTo>
                    <a:pt x="188" y="9"/>
                    <a:pt x="188" y="0"/>
                    <a:pt x="179" y="0"/>
                  </a:cubicBezTo>
                  <a:cubicBezTo>
                    <a:pt x="170" y="0"/>
                    <a:pt x="107" y="0"/>
                    <a:pt x="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78" name="Oval 956"/>
            <p:cNvSpPr>
              <a:spLocks noChangeArrowheads="1"/>
            </p:cNvSpPr>
            <p:nvPr/>
          </p:nvSpPr>
          <p:spPr bwMode="auto">
            <a:xfrm>
              <a:off x="707206" y="4643438"/>
              <a:ext cx="192088" cy="1984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79" name="Freeform 957"/>
            <p:cNvSpPr>
              <a:spLocks/>
            </p:cNvSpPr>
            <p:nvPr/>
          </p:nvSpPr>
          <p:spPr bwMode="auto">
            <a:xfrm>
              <a:off x="1251719" y="4921251"/>
              <a:ext cx="825500" cy="1065213"/>
            </a:xfrm>
            <a:custGeom>
              <a:avLst/>
              <a:gdLst>
                <a:gd name="T0" fmla="*/ 89 w 188"/>
                <a:gd name="T1" fmla="*/ 0 h 242"/>
                <a:gd name="T2" fmla="*/ 27 w 188"/>
                <a:gd name="T3" fmla="*/ 0 h 242"/>
                <a:gd name="T4" fmla="*/ 0 w 188"/>
                <a:gd name="T5" fmla="*/ 27 h 242"/>
                <a:gd name="T6" fmla="*/ 0 w 188"/>
                <a:gd name="T7" fmla="*/ 107 h 242"/>
                <a:gd name="T8" fmla="*/ 9 w 188"/>
                <a:gd name="T9" fmla="*/ 116 h 242"/>
                <a:gd name="T10" fmla="*/ 18 w 188"/>
                <a:gd name="T11" fmla="*/ 107 h 242"/>
                <a:gd name="T12" fmla="*/ 18 w 188"/>
                <a:gd name="T13" fmla="*/ 36 h 242"/>
                <a:gd name="T14" fmla="*/ 27 w 188"/>
                <a:gd name="T15" fmla="*/ 36 h 242"/>
                <a:gd name="T16" fmla="*/ 27 w 188"/>
                <a:gd name="T17" fmla="*/ 120 h 242"/>
                <a:gd name="T18" fmla="*/ 27 w 188"/>
                <a:gd name="T19" fmla="*/ 134 h 242"/>
                <a:gd name="T20" fmla="*/ 27 w 188"/>
                <a:gd name="T21" fmla="*/ 229 h 242"/>
                <a:gd name="T22" fmla="*/ 40 w 188"/>
                <a:gd name="T23" fmla="*/ 242 h 242"/>
                <a:gd name="T24" fmla="*/ 41 w 188"/>
                <a:gd name="T25" fmla="*/ 242 h 242"/>
                <a:gd name="T26" fmla="*/ 54 w 188"/>
                <a:gd name="T27" fmla="*/ 229 h 242"/>
                <a:gd name="T28" fmla="*/ 54 w 188"/>
                <a:gd name="T29" fmla="*/ 134 h 242"/>
                <a:gd name="T30" fmla="*/ 63 w 188"/>
                <a:gd name="T31" fmla="*/ 134 h 242"/>
                <a:gd name="T32" fmla="*/ 63 w 188"/>
                <a:gd name="T33" fmla="*/ 229 h 242"/>
                <a:gd name="T34" fmla="*/ 75 w 188"/>
                <a:gd name="T35" fmla="*/ 242 h 242"/>
                <a:gd name="T36" fmla="*/ 76 w 188"/>
                <a:gd name="T37" fmla="*/ 242 h 242"/>
                <a:gd name="T38" fmla="*/ 89 w 188"/>
                <a:gd name="T39" fmla="*/ 229 h 242"/>
                <a:gd name="T40" fmla="*/ 89 w 188"/>
                <a:gd name="T41" fmla="*/ 134 h 242"/>
                <a:gd name="T42" fmla="*/ 89 w 188"/>
                <a:gd name="T43" fmla="*/ 120 h 242"/>
                <a:gd name="T44" fmla="*/ 89 w 188"/>
                <a:gd name="T45" fmla="*/ 27 h 242"/>
                <a:gd name="T46" fmla="*/ 179 w 188"/>
                <a:gd name="T47" fmla="*/ 18 h 242"/>
                <a:gd name="T48" fmla="*/ 188 w 188"/>
                <a:gd name="T49" fmla="*/ 9 h 242"/>
                <a:gd name="T50" fmla="*/ 179 w 188"/>
                <a:gd name="T51" fmla="*/ 0 h 242"/>
                <a:gd name="T52" fmla="*/ 89 w 188"/>
                <a:gd name="T5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8" h="242">
                  <a:moveTo>
                    <a:pt x="89" y="0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9" y="0"/>
                    <a:pt x="0" y="9"/>
                    <a:pt x="0" y="2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12"/>
                    <a:pt x="4" y="116"/>
                    <a:pt x="9" y="116"/>
                  </a:cubicBezTo>
                  <a:cubicBezTo>
                    <a:pt x="14" y="116"/>
                    <a:pt x="18" y="112"/>
                    <a:pt x="18" y="107"/>
                  </a:cubicBezTo>
                  <a:cubicBezTo>
                    <a:pt x="18" y="107"/>
                    <a:pt x="18" y="45"/>
                    <a:pt x="18" y="36"/>
                  </a:cubicBezTo>
                  <a:cubicBezTo>
                    <a:pt x="18" y="27"/>
                    <a:pt x="27" y="27"/>
                    <a:pt x="27" y="36"/>
                  </a:cubicBezTo>
                  <a:cubicBezTo>
                    <a:pt x="27" y="42"/>
                    <a:pt x="27" y="97"/>
                    <a:pt x="27" y="120"/>
                  </a:cubicBezTo>
                  <a:cubicBezTo>
                    <a:pt x="27" y="134"/>
                    <a:pt x="27" y="134"/>
                    <a:pt x="27" y="134"/>
                  </a:cubicBezTo>
                  <a:cubicBezTo>
                    <a:pt x="27" y="229"/>
                    <a:pt x="27" y="229"/>
                    <a:pt x="27" y="229"/>
                  </a:cubicBezTo>
                  <a:cubicBezTo>
                    <a:pt x="27" y="236"/>
                    <a:pt x="32" y="242"/>
                    <a:pt x="40" y="242"/>
                  </a:cubicBezTo>
                  <a:cubicBezTo>
                    <a:pt x="41" y="242"/>
                    <a:pt x="41" y="242"/>
                    <a:pt x="41" y="242"/>
                  </a:cubicBezTo>
                  <a:cubicBezTo>
                    <a:pt x="48" y="242"/>
                    <a:pt x="54" y="236"/>
                    <a:pt x="54" y="229"/>
                  </a:cubicBezTo>
                  <a:cubicBezTo>
                    <a:pt x="54" y="229"/>
                    <a:pt x="54" y="143"/>
                    <a:pt x="54" y="134"/>
                  </a:cubicBezTo>
                  <a:cubicBezTo>
                    <a:pt x="54" y="125"/>
                    <a:pt x="63" y="125"/>
                    <a:pt x="63" y="134"/>
                  </a:cubicBezTo>
                  <a:cubicBezTo>
                    <a:pt x="63" y="143"/>
                    <a:pt x="63" y="229"/>
                    <a:pt x="63" y="229"/>
                  </a:cubicBezTo>
                  <a:cubicBezTo>
                    <a:pt x="63" y="236"/>
                    <a:pt x="68" y="242"/>
                    <a:pt x="75" y="242"/>
                  </a:cubicBezTo>
                  <a:cubicBezTo>
                    <a:pt x="76" y="242"/>
                    <a:pt x="76" y="242"/>
                    <a:pt x="76" y="242"/>
                  </a:cubicBezTo>
                  <a:cubicBezTo>
                    <a:pt x="84" y="242"/>
                    <a:pt x="89" y="236"/>
                    <a:pt x="89" y="229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20"/>
                    <a:pt x="89" y="120"/>
                    <a:pt x="89" y="120"/>
                  </a:cubicBezTo>
                  <a:cubicBezTo>
                    <a:pt x="89" y="97"/>
                    <a:pt x="89" y="33"/>
                    <a:pt x="89" y="27"/>
                  </a:cubicBezTo>
                  <a:cubicBezTo>
                    <a:pt x="89" y="18"/>
                    <a:pt x="170" y="18"/>
                    <a:pt x="179" y="18"/>
                  </a:cubicBezTo>
                  <a:cubicBezTo>
                    <a:pt x="188" y="18"/>
                    <a:pt x="188" y="9"/>
                    <a:pt x="188" y="9"/>
                  </a:cubicBezTo>
                  <a:cubicBezTo>
                    <a:pt x="188" y="9"/>
                    <a:pt x="188" y="0"/>
                    <a:pt x="179" y="0"/>
                  </a:cubicBezTo>
                  <a:cubicBezTo>
                    <a:pt x="170" y="0"/>
                    <a:pt x="107" y="0"/>
                    <a:pt x="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80" name="Oval 958"/>
            <p:cNvSpPr>
              <a:spLocks noChangeArrowheads="1"/>
            </p:cNvSpPr>
            <p:nvPr/>
          </p:nvSpPr>
          <p:spPr bwMode="auto">
            <a:xfrm>
              <a:off x="1410469" y="4643438"/>
              <a:ext cx="192088" cy="1984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81" name="Freeform 959"/>
            <p:cNvSpPr>
              <a:spLocks/>
            </p:cNvSpPr>
            <p:nvPr/>
          </p:nvSpPr>
          <p:spPr bwMode="auto">
            <a:xfrm>
              <a:off x="1954981" y="4921251"/>
              <a:ext cx="825500" cy="1065213"/>
            </a:xfrm>
            <a:custGeom>
              <a:avLst/>
              <a:gdLst>
                <a:gd name="T0" fmla="*/ 89 w 188"/>
                <a:gd name="T1" fmla="*/ 0 h 242"/>
                <a:gd name="T2" fmla="*/ 27 w 188"/>
                <a:gd name="T3" fmla="*/ 0 h 242"/>
                <a:gd name="T4" fmla="*/ 0 w 188"/>
                <a:gd name="T5" fmla="*/ 27 h 242"/>
                <a:gd name="T6" fmla="*/ 0 w 188"/>
                <a:gd name="T7" fmla="*/ 107 h 242"/>
                <a:gd name="T8" fmla="*/ 9 w 188"/>
                <a:gd name="T9" fmla="*/ 116 h 242"/>
                <a:gd name="T10" fmla="*/ 18 w 188"/>
                <a:gd name="T11" fmla="*/ 107 h 242"/>
                <a:gd name="T12" fmla="*/ 18 w 188"/>
                <a:gd name="T13" fmla="*/ 36 h 242"/>
                <a:gd name="T14" fmla="*/ 27 w 188"/>
                <a:gd name="T15" fmla="*/ 36 h 242"/>
                <a:gd name="T16" fmla="*/ 27 w 188"/>
                <a:gd name="T17" fmla="*/ 120 h 242"/>
                <a:gd name="T18" fmla="*/ 27 w 188"/>
                <a:gd name="T19" fmla="*/ 134 h 242"/>
                <a:gd name="T20" fmla="*/ 27 w 188"/>
                <a:gd name="T21" fmla="*/ 229 h 242"/>
                <a:gd name="T22" fmla="*/ 40 w 188"/>
                <a:gd name="T23" fmla="*/ 242 h 242"/>
                <a:gd name="T24" fmla="*/ 41 w 188"/>
                <a:gd name="T25" fmla="*/ 242 h 242"/>
                <a:gd name="T26" fmla="*/ 54 w 188"/>
                <a:gd name="T27" fmla="*/ 229 h 242"/>
                <a:gd name="T28" fmla="*/ 54 w 188"/>
                <a:gd name="T29" fmla="*/ 134 h 242"/>
                <a:gd name="T30" fmla="*/ 63 w 188"/>
                <a:gd name="T31" fmla="*/ 134 h 242"/>
                <a:gd name="T32" fmla="*/ 63 w 188"/>
                <a:gd name="T33" fmla="*/ 229 h 242"/>
                <a:gd name="T34" fmla="*/ 75 w 188"/>
                <a:gd name="T35" fmla="*/ 242 h 242"/>
                <a:gd name="T36" fmla="*/ 76 w 188"/>
                <a:gd name="T37" fmla="*/ 242 h 242"/>
                <a:gd name="T38" fmla="*/ 89 w 188"/>
                <a:gd name="T39" fmla="*/ 229 h 242"/>
                <a:gd name="T40" fmla="*/ 89 w 188"/>
                <a:gd name="T41" fmla="*/ 134 h 242"/>
                <a:gd name="T42" fmla="*/ 89 w 188"/>
                <a:gd name="T43" fmla="*/ 120 h 242"/>
                <a:gd name="T44" fmla="*/ 89 w 188"/>
                <a:gd name="T45" fmla="*/ 27 h 242"/>
                <a:gd name="T46" fmla="*/ 179 w 188"/>
                <a:gd name="T47" fmla="*/ 18 h 242"/>
                <a:gd name="T48" fmla="*/ 188 w 188"/>
                <a:gd name="T49" fmla="*/ 9 h 242"/>
                <a:gd name="T50" fmla="*/ 179 w 188"/>
                <a:gd name="T51" fmla="*/ 0 h 242"/>
                <a:gd name="T52" fmla="*/ 89 w 188"/>
                <a:gd name="T5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8" h="242">
                  <a:moveTo>
                    <a:pt x="89" y="0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9" y="0"/>
                    <a:pt x="0" y="9"/>
                    <a:pt x="0" y="2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12"/>
                    <a:pt x="4" y="116"/>
                    <a:pt x="9" y="116"/>
                  </a:cubicBezTo>
                  <a:cubicBezTo>
                    <a:pt x="14" y="116"/>
                    <a:pt x="18" y="112"/>
                    <a:pt x="18" y="107"/>
                  </a:cubicBezTo>
                  <a:cubicBezTo>
                    <a:pt x="18" y="107"/>
                    <a:pt x="18" y="45"/>
                    <a:pt x="18" y="36"/>
                  </a:cubicBezTo>
                  <a:cubicBezTo>
                    <a:pt x="18" y="27"/>
                    <a:pt x="27" y="27"/>
                    <a:pt x="27" y="36"/>
                  </a:cubicBezTo>
                  <a:cubicBezTo>
                    <a:pt x="27" y="42"/>
                    <a:pt x="27" y="97"/>
                    <a:pt x="27" y="120"/>
                  </a:cubicBezTo>
                  <a:cubicBezTo>
                    <a:pt x="27" y="134"/>
                    <a:pt x="27" y="134"/>
                    <a:pt x="27" y="134"/>
                  </a:cubicBezTo>
                  <a:cubicBezTo>
                    <a:pt x="27" y="229"/>
                    <a:pt x="27" y="229"/>
                    <a:pt x="27" y="229"/>
                  </a:cubicBezTo>
                  <a:cubicBezTo>
                    <a:pt x="27" y="236"/>
                    <a:pt x="32" y="242"/>
                    <a:pt x="40" y="242"/>
                  </a:cubicBezTo>
                  <a:cubicBezTo>
                    <a:pt x="41" y="242"/>
                    <a:pt x="41" y="242"/>
                    <a:pt x="41" y="242"/>
                  </a:cubicBezTo>
                  <a:cubicBezTo>
                    <a:pt x="48" y="242"/>
                    <a:pt x="54" y="236"/>
                    <a:pt x="54" y="229"/>
                  </a:cubicBezTo>
                  <a:cubicBezTo>
                    <a:pt x="54" y="229"/>
                    <a:pt x="54" y="143"/>
                    <a:pt x="54" y="134"/>
                  </a:cubicBezTo>
                  <a:cubicBezTo>
                    <a:pt x="54" y="125"/>
                    <a:pt x="63" y="125"/>
                    <a:pt x="63" y="134"/>
                  </a:cubicBezTo>
                  <a:cubicBezTo>
                    <a:pt x="63" y="143"/>
                    <a:pt x="63" y="229"/>
                    <a:pt x="63" y="229"/>
                  </a:cubicBezTo>
                  <a:cubicBezTo>
                    <a:pt x="63" y="236"/>
                    <a:pt x="68" y="242"/>
                    <a:pt x="75" y="242"/>
                  </a:cubicBezTo>
                  <a:cubicBezTo>
                    <a:pt x="76" y="242"/>
                    <a:pt x="76" y="242"/>
                    <a:pt x="76" y="242"/>
                  </a:cubicBezTo>
                  <a:cubicBezTo>
                    <a:pt x="84" y="242"/>
                    <a:pt x="89" y="236"/>
                    <a:pt x="89" y="229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20"/>
                    <a:pt x="89" y="120"/>
                    <a:pt x="89" y="120"/>
                  </a:cubicBezTo>
                  <a:cubicBezTo>
                    <a:pt x="89" y="97"/>
                    <a:pt x="89" y="33"/>
                    <a:pt x="89" y="27"/>
                  </a:cubicBezTo>
                  <a:cubicBezTo>
                    <a:pt x="89" y="18"/>
                    <a:pt x="170" y="18"/>
                    <a:pt x="179" y="18"/>
                  </a:cubicBezTo>
                  <a:cubicBezTo>
                    <a:pt x="188" y="18"/>
                    <a:pt x="188" y="9"/>
                    <a:pt x="188" y="9"/>
                  </a:cubicBezTo>
                  <a:cubicBezTo>
                    <a:pt x="188" y="9"/>
                    <a:pt x="188" y="0"/>
                    <a:pt x="179" y="0"/>
                  </a:cubicBezTo>
                  <a:cubicBezTo>
                    <a:pt x="170" y="0"/>
                    <a:pt x="107" y="0"/>
                    <a:pt x="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82" name="Oval 960"/>
            <p:cNvSpPr>
              <a:spLocks noChangeArrowheads="1"/>
            </p:cNvSpPr>
            <p:nvPr/>
          </p:nvSpPr>
          <p:spPr bwMode="auto">
            <a:xfrm>
              <a:off x="2112144" y="4643438"/>
              <a:ext cx="193675" cy="1984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83" name="Freeform 961"/>
            <p:cNvSpPr>
              <a:spLocks/>
            </p:cNvSpPr>
            <p:nvPr/>
          </p:nvSpPr>
          <p:spPr bwMode="auto">
            <a:xfrm>
              <a:off x="2658244" y="4921251"/>
              <a:ext cx="825500" cy="1065213"/>
            </a:xfrm>
            <a:custGeom>
              <a:avLst/>
              <a:gdLst>
                <a:gd name="T0" fmla="*/ 89 w 188"/>
                <a:gd name="T1" fmla="*/ 0 h 242"/>
                <a:gd name="T2" fmla="*/ 27 w 188"/>
                <a:gd name="T3" fmla="*/ 0 h 242"/>
                <a:gd name="T4" fmla="*/ 0 w 188"/>
                <a:gd name="T5" fmla="*/ 27 h 242"/>
                <a:gd name="T6" fmla="*/ 0 w 188"/>
                <a:gd name="T7" fmla="*/ 107 h 242"/>
                <a:gd name="T8" fmla="*/ 9 w 188"/>
                <a:gd name="T9" fmla="*/ 116 h 242"/>
                <a:gd name="T10" fmla="*/ 18 w 188"/>
                <a:gd name="T11" fmla="*/ 107 h 242"/>
                <a:gd name="T12" fmla="*/ 18 w 188"/>
                <a:gd name="T13" fmla="*/ 36 h 242"/>
                <a:gd name="T14" fmla="*/ 27 w 188"/>
                <a:gd name="T15" fmla="*/ 36 h 242"/>
                <a:gd name="T16" fmla="*/ 27 w 188"/>
                <a:gd name="T17" fmla="*/ 120 h 242"/>
                <a:gd name="T18" fmla="*/ 27 w 188"/>
                <a:gd name="T19" fmla="*/ 134 h 242"/>
                <a:gd name="T20" fmla="*/ 27 w 188"/>
                <a:gd name="T21" fmla="*/ 229 h 242"/>
                <a:gd name="T22" fmla="*/ 40 w 188"/>
                <a:gd name="T23" fmla="*/ 242 h 242"/>
                <a:gd name="T24" fmla="*/ 41 w 188"/>
                <a:gd name="T25" fmla="*/ 242 h 242"/>
                <a:gd name="T26" fmla="*/ 54 w 188"/>
                <a:gd name="T27" fmla="*/ 229 h 242"/>
                <a:gd name="T28" fmla="*/ 54 w 188"/>
                <a:gd name="T29" fmla="*/ 134 h 242"/>
                <a:gd name="T30" fmla="*/ 63 w 188"/>
                <a:gd name="T31" fmla="*/ 134 h 242"/>
                <a:gd name="T32" fmla="*/ 63 w 188"/>
                <a:gd name="T33" fmla="*/ 229 h 242"/>
                <a:gd name="T34" fmla="*/ 75 w 188"/>
                <a:gd name="T35" fmla="*/ 242 h 242"/>
                <a:gd name="T36" fmla="*/ 76 w 188"/>
                <a:gd name="T37" fmla="*/ 242 h 242"/>
                <a:gd name="T38" fmla="*/ 89 w 188"/>
                <a:gd name="T39" fmla="*/ 229 h 242"/>
                <a:gd name="T40" fmla="*/ 89 w 188"/>
                <a:gd name="T41" fmla="*/ 134 h 242"/>
                <a:gd name="T42" fmla="*/ 89 w 188"/>
                <a:gd name="T43" fmla="*/ 120 h 242"/>
                <a:gd name="T44" fmla="*/ 89 w 188"/>
                <a:gd name="T45" fmla="*/ 27 h 242"/>
                <a:gd name="T46" fmla="*/ 179 w 188"/>
                <a:gd name="T47" fmla="*/ 18 h 242"/>
                <a:gd name="T48" fmla="*/ 188 w 188"/>
                <a:gd name="T49" fmla="*/ 9 h 242"/>
                <a:gd name="T50" fmla="*/ 179 w 188"/>
                <a:gd name="T51" fmla="*/ 0 h 242"/>
                <a:gd name="T52" fmla="*/ 89 w 188"/>
                <a:gd name="T5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8" h="242">
                  <a:moveTo>
                    <a:pt x="89" y="0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9" y="0"/>
                    <a:pt x="0" y="9"/>
                    <a:pt x="0" y="2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12"/>
                    <a:pt x="4" y="116"/>
                    <a:pt x="9" y="116"/>
                  </a:cubicBezTo>
                  <a:cubicBezTo>
                    <a:pt x="14" y="116"/>
                    <a:pt x="18" y="112"/>
                    <a:pt x="18" y="107"/>
                  </a:cubicBezTo>
                  <a:cubicBezTo>
                    <a:pt x="18" y="107"/>
                    <a:pt x="18" y="45"/>
                    <a:pt x="18" y="36"/>
                  </a:cubicBezTo>
                  <a:cubicBezTo>
                    <a:pt x="18" y="27"/>
                    <a:pt x="27" y="27"/>
                    <a:pt x="27" y="36"/>
                  </a:cubicBezTo>
                  <a:cubicBezTo>
                    <a:pt x="27" y="42"/>
                    <a:pt x="27" y="97"/>
                    <a:pt x="27" y="120"/>
                  </a:cubicBezTo>
                  <a:cubicBezTo>
                    <a:pt x="27" y="134"/>
                    <a:pt x="27" y="134"/>
                    <a:pt x="27" y="134"/>
                  </a:cubicBezTo>
                  <a:cubicBezTo>
                    <a:pt x="27" y="229"/>
                    <a:pt x="27" y="229"/>
                    <a:pt x="27" y="229"/>
                  </a:cubicBezTo>
                  <a:cubicBezTo>
                    <a:pt x="27" y="236"/>
                    <a:pt x="32" y="242"/>
                    <a:pt x="40" y="242"/>
                  </a:cubicBezTo>
                  <a:cubicBezTo>
                    <a:pt x="41" y="242"/>
                    <a:pt x="41" y="242"/>
                    <a:pt x="41" y="242"/>
                  </a:cubicBezTo>
                  <a:cubicBezTo>
                    <a:pt x="48" y="242"/>
                    <a:pt x="54" y="236"/>
                    <a:pt x="54" y="229"/>
                  </a:cubicBezTo>
                  <a:cubicBezTo>
                    <a:pt x="54" y="229"/>
                    <a:pt x="54" y="143"/>
                    <a:pt x="54" y="134"/>
                  </a:cubicBezTo>
                  <a:cubicBezTo>
                    <a:pt x="54" y="125"/>
                    <a:pt x="63" y="125"/>
                    <a:pt x="63" y="134"/>
                  </a:cubicBezTo>
                  <a:cubicBezTo>
                    <a:pt x="63" y="143"/>
                    <a:pt x="63" y="229"/>
                    <a:pt x="63" y="229"/>
                  </a:cubicBezTo>
                  <a:cubicBezTo>
                    <a:pt x="63" y="236"/>
                    <a:pt x="68" y="242"/>
                    <a:pt x="75" y="242"/>
                  </a:cubicBezTo>
                  <a:cubicBezTo>
                    <a:pt x="76" y="242"/>
                    <a:pt x="76" y="242"/>
                    <a:pt x="76" y="242"/>
                  </a:cubicBezTo>
                  <a:cubicBezTo>
                    <a:pt x="84" y="242"/>
                    <a:pt x="89" y="236"/>
                    <a:pt x="89" y="229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20"/>
                    <a:pt x="89" y="120"/>
                    <a:pt x="89" y="120"/>
                  </a:cubicBezTo>
                  <a:cubicBezTo>
                    <a:pt x="89" y="97"/>
                    <a:pt x="89" y="33"/>
                    <a:pt x="89" y="27"/>
                  </a:cubicBezTo>
                  <a:cubicBezTo>
                    <a:pt x="89" y="18"/>
                    <a:pt x="170" y="18"/>
                    <a:pt x="179" y="18"/>
                  </a:cubicBezTo>
                  <a:cubicBezTo>
                    <a:pt x="188" y="18"/>
                    <a:pt x="188" y="9"/>
                    <a:pt x="188" y="9"/>
                  </a:cubicBezTo>
                  <a:cubicBezTo>
                    <a:pt x="188" y="9"/>
                    <a:pt x="188" y="0"/>
                    <a:pt x="179" y="0"/>
                  </a:cubicBezTo>
                  <a:cubicBezTo>
                    <a:pt x="170" y="0"/>
                    <a:pt x="107" y="0"/>
                    <a:pt x="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84" name="Oval 962"/>
            <p:cNvSpPr>
              <a:spLocks noChangeArrowheads="1"/>
            </p:cNvSpPr>
            <p:nvPr/>
          </p:nvSpPr>
          <p:spPr bwMode="auto">
            <a:xfrm>
              <a:off x="2815406" y="4643438"/>
              <a:ext cx="193675" cy="1984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685" name="Freeform 963"/>
            <p:cNvSpPr>
              <a:spLocks/>
            </p:cNvSpPr>
            <p:nvPr/>
          </p:nvSpPr>
          <p:spPr bwMode="auto">
            <a:xfrm>
              <a:off x="3361506" y="4921251"/>
              <a:ext cx="825500" cy="1065213"/>
            </a:xfrm>
            <a:custGeom>
              <a:avLst/>
              <a:gdLst>
                <a:gd name="T0" fmla="*/ 89 w 188"/>
                <a:gd name="T1" fmla="*/ 0 h 242"/>
                <a:gd name="T2" fmla="*/ 27 w 188"/>
                <a:gd name="T3" fmla="*/ 0 h 242"/>
                <a:gd name="T4" fmla="*/ 0 w 188"/>
                <a:gd name="T5" fmla="*/ 27 h 242"/>
                <a:gd name="T6" fmla="*/ 0 w 188"/>
                <a:gd name="T7" fmla="*/ 107 h 242"/>
                <a:gd name="T8" fmla="*/ 9 w 188"/>
                <a:gd name="T9" fmla="*/ 116 h 242"/>
                <a:gd name="T10" fmla="*/ 18 w 188"/>
                <a:gd name="T11" fmla="*/ 107 h 242"/>
                <a:gd name="T12" fmla="*/ 18 w 188"/>
                <a:gd name="T13" fmla="*/ 36 h 242"/>
                <a:gd name="T14" fmla="*/ 27 w 188"/>
                <a:gd name="T15" fmla="*/ 36 h 242"/>
                <a:gd name="T16" fmla="*/ 27 w 188"/>
                <a:gd name="T17" fmla="*/ 120 h 242"/>
                <a:gd name="T18" fmla="*/ 27 w 188"/>
                <a:gd name="T19" fmla="*/ 134 h 242"/>
                <a:gd name="T20" fmla="*/ 27 w 188"/>
                <a:gd name="T21" fmla="*/ 229 h 242"/>
                <a:gd name="T22" fmla="*/ 40 w 188"/>
                <a:gd name="T23" fmla="*/ 242 h 242"/>
                <a:gd name="T24" fmla="*/ 41 w 188"/>
                <a:gd name="T25" fmla="*/ 242 h 242"/>
                <a:gd name="T26" fmla="*/ 54 w 188"/>
                <a:gd name="T27" fmla="*/ 229 h 242"/>
                <a:gd name="T28" fmla="*/ 54 w 188"/>
                <a:gd name="T29" fmla="*/ 134 h 242"/>
                <a:gd name="T30" fmla="*/ 63 w 188"/>
                <a:gd name="T31" fmla="*/ 134 h 242"/>
                <a:gd name="T32" fmla="*/ 63 w 188"/>
                <a:gd name="T33" fmla="*/ 229 h 242"/>
                <a:gd name="T34" fmla="*/ 75 w 188"/>
                <a:gd name="T35" fmla="*/ 242 h 242"/>
                <a:gd name="T36" fmla="*/ 76 w 188"/>
                <a:gd name="T37" fmla="*/ 242 h 242"/>
                <a:gd name="T38" fmla="*/ 89 w 188"/>
                <a:gd name="T39" fmla="*/ 229 h 242"/>
                <a:gd name="T40" fmla="*/ 89 w 188"/>
                <a:gd name="T41" fmla="*/ 134 h 242"/>
                <a:gd name="T42" fmla="*/ 89 w 188"/>
                <a:gd name="T43" fmla="*/ 120 h 242"/>
                <a:gd name="T44" fmla="*/ 89 w 188"/>
                <a:gd name="T45" fmla="*/ 27 h 242"/>
                <a:gd name="T46" fmla="*/ 179 w 188"/>
                <a:gd name="T47" fmla="*/ 18 h 242"/>
                <a:gd name="T48" fmla="*/ 188 w 188"/>
                <a:gd name="T49" fmla="*/ 9 h 242"/>
                <a:gd name="T50" fmla="*/ 179 w 188"/>
                <a:gd name="T51" fmla="*/ 0 h 242"/>
                <a:gd name="T52" fmla="*/ 89 w 188"/>
                <a:gd name="T5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8" h="242">
                  <a:moveTo>
                    <a:pt x="89" y="0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9" y="0"/>
                    <a:pt x="0" y="9"/>
                    <a:pt x="0" y="2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12"/>
                    <a:pt x="4" y="116"/>
                    <a:pt x="9" y="116"/>
                  </a:cubicBezTo>
                  <a:cubicBezTo>
                    <a:pt x="14" y="116"/>
                    <a:pt x="18" y="112"/>
                    <a:pt x="18" y="107"/>
                  </a:cubicBezTo>
                  <a:cubicBezTo>
                    <a:pt x="18" y="107"/>
                    <a:pt x="18" y="45"/>
                    <a:pt x="18" y="36"/>
                  </a:cubicBezTo>
                  <a:cubicBezTo>
                    <a:pt x="18" y="27"/>
                    <a:pt x="27" y="27"/>
                    <a:pt x="27" y="36"/>
                  </a:cubicBezTo>
                  <a:cubicBezTo>
                    <a:pt x="27" y="42"/>
                    <a:pt x="27" y="97"/>
                    <a:pt x="27" y="120"/>
                  </a:cubicBezTo>
                  <a:cubicBezTo>
                    <a:pt x="27" y="134"/>
                    <a:pt x="27" y="134"/>
                    <a:pt x="27" y="134"/>
                  </a:cubicBezTo>
                  <a:cubicBezTo>
                    <a:pt x="27" y="229"/>
                    <a:pt x="27" y="229"/>
                    <a:pt x="27" y="229"/>
                  </a:cubicBezTo>
                  <a:cubicBezTo>
                    <a:pt x="27" y="236"/>
                    <a:pt x="32" y="242"/>
                    <a:pt x="40" y="242"/>
                  </a:cubicBezTo>
                  <a:cubicBezTo>
                    <a:pt x="41" y="242"/>
                    <a:pt x="41" y="242"/>
                    <a:pt x="41" y="242"/>
                  </a:cubicBezTo>
                  <a:cubicBezTo>
                    <a:pt x="48" y="242"/>
                    <a:pt x="54" y="236"/>
                    <a:pt x="54" y="229"/>
                  </a:cubicBezTo>
                  <a:cubicBezTo>
                    <a:pt x="54" y="229"/>
                    <a:pt x="54" y="143"/>
                    <a:pt x="54" y="134"/>
                  </a:cubicBezTo>
                  <a:cubicBezTo>
                    <a:pt x="54" y="125"/>
                    <a:pt x="63" y="125"/>
                    <a:pt x="63" y="134"/>
                  </a:cubicBezTo>
                  <a:cubicBezTo>
                    <a:pt x="63" y="143"/>
                    <a:pt x="63" y="229"/>
                    <a:pt x="63" y="229"/>
                  </a:cubicBezTo>
                  <a:cubicBezTo>
                    <a:pt x="63" y="236"/>
                    <a:pt x="68" y="242"/>
                    <a:pt x="75" y="242"/>
                  </a:cubicBezTo>
                  <a:cubicBezTo>
                    <a:pt x="76" y="242"/>
                    <a:pt x="76" y="242"/>
                    <a:pt x="76" y="242"/>
                  </a:cubicBezTo>
                  <a:cubicBezTo>
                    <a:pt x="84" y="242"/>
                    <a:pt x="89" y="236"/>
                    <a:pt x="89" y="229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20"/>
                    <a:pt x="89" y="120"/>
                    <a:pt x="89" y="120"/>
                  </a:cubicBezTo>
                  <a:cubicBezTo>
                    <a:pt x="89" y="97"/>
                    <a:pt x="89" y="33"/>
                    <a:pt x="89" y="27"/>
                  </a:cubicBezTo>
                  <a:cubicBezTo>
                    <a:pt x="89" y="18"/>
                    <a:pt x="170" y="18"/>
                    <a:pt x="179" y="18"/>
                  </a:cubicBezTo>
                  <a:cubicBezTo>
                    <a:pt x="188" y="18"/>
                    <a:pt x="188" y="9"/>
                    <a:pt x="188" y="9"/>
                  </a:cubicBezTo>
                  <a:cubicBezTo>
                    <a:pt x="188" y="9"/>
                    <a:pt x="188" y="0"/>
                    <a:pt x="179" y="0"/>
                  </a:cubicBezTo>
                  <a:cubicBezTo>
                    <a:pt x="170" y="0"/>
                    <a:pt x="107" y="0"/>
                    <a:pt x="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396" name="Oval 965"/>
            <p:cNvSpPr>
              <a:spLocks noChangeArrowheads="1"/>
            </p:cNvSpPr>
            <p:nvPr/>
          </p:nvSpPr>
          <p:spPr bwMode="auto">
            <a:xfrm>
              <a:off x="3518668" y="4643438"/>
              <a:ext cx="193675" cy="1984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397" name="Freeform 966"/>
            <p:cNvSpPr>
              <a:spLocks/>
            </p:cNvSpPr>
            <p:nvPr/>
          </p:nvSpPr>
          <p:spPr bwMode="auto">
            <a:xfrm>
              <a:off x="4063181" y="4921250"/>
              <a:ext cx="827088" cy="1065213"/>
            </a:xfrm>
            <a:custGeom>
              <a:avLst/>
              <a:gdLst>
                <a:gd name="T0" fmla="*/ 89 w 188"/>
                <a:gd name="T1" fmla="*/ 0 h 242"/>
                <a:gd name="T2" fmla="*/ 27 w 188"/>
                <a:gd name="T3" fmla="*/ 0 h 242"/>
                <a:gd name="T4" fmla="*/ 0 w 188"/>
                <a:gd name="T5" fmla="*/ 27 h 242"/>
                <a:gd name="T6" fmla="*/ 0 w 188"/>
                <a:gd name="T7" fmla="*/ 107 h 242"/>
                <a:gd name="T8" fmla="*/ 9 w 188"/>
                <a:gd name="T9" fmla="*/ 116 h 242"/>
                <a:gd name="T10" fmla="*/ 18 w 188"/>
                <a:gd name="T11" fmla="*/ 107 h 242"/>
                <a:gd name="T12" fmla="*/ 18 w 188"/>
                <a:gd name="T13" fmla="*/ 36 h 242"/>
                <a:gd name="T14" fmla="*/ 27 w 188"/>
                <a:gd name="T15" fmla="*/ 36 h 242"/>
                <a:gd name="T16" fmla="*/ 27 w 188"/>
                <a:gd name="T17" fmla="*/ 120 h 242"/>
                <a:gd name="T18" fmla="*/ 27 w 188"/>
                <a:gd name="T19" fmla="*/ 134 h 242"/>
                <a:gd name="T20" fmla="*/ 27 w 188"/>
                <a:gd name="T21" fmla="*/ 229 h 242"/>
                <a:gd name="T22" fmla="*/ 40 w 188"/>
                <a:gd name="T23" fmla="*/ 242 h 242"/>
                <a:gd name="T24" fmla="*/ 41 w 188"/>
                <a:gd name="T25" fmla="*/ 242 h 242"/>
                <a:gd name="T26" fmla="*/ 54 w 188"/>
                <a:gd name="T27" fmla="*/ 229 h 242"/>
                <a:gd name="T28" fmla="*/ 54 w 188"/>
                <a:gd name="T29" fmla="*/ 134 h 242"/>
                <a:gd name="T30" fmla="*/ 63 w 188"/>
                <a:gd name="T31" fmla="*/ 134 h 242"/>
                <a:gd name="T32" fmla="*/ 63 w 188"/>
                <a:gd name="T33" fmla="*/ 229 h 242"/>
                <a:gd name="T34" fmla="*/ 75 w 188"/>
                <a:gd name="T35" fmla="*/ 242 h 242"/>
                <a:gd name="T36" fmla="*/ 76 w 188"/>
                <a:gd name="T37" fmla="*/ 242 h 242"/>
                <a:gd name="T38" fmla="*/ 89 w 188"/>
                <a:gd name="T39" fmla="*/ 229 h 242"/>
                <a:gd name="T40" fmla="*/ 89 w 188"/>
                <a:gd name="T41" fmla="*/ 134 h 242"/>
                <a:gd name="T42" fmla="*/ 89 w 188"/>
                <a:gd name="T43" fmla="*/ 120 h 242"/>
                <a:gd name="T44" fmla="*/ 89 w 188"/>
                <a:gd name="T45" fmla="*/ 27 h 242"/>
                <a:gd name="T46" fmla="*/ 179 w 188"/>
                <a:gd name="T47" fmla="*/ 18 h 242"/>
                <a:gd name="T48" fmla="*/ 188 w 188"/>
                <a:gd name="T49" fmla="*/ 9 h 242"/>
                <a:gd name="T50" fmla="*/ 179 w 188"/>
                <a:gd name="T51" fmla="*/ 0 h 242"/>
                <a:gd name="T52" fmla="*/ 89 w 188"/>
                <a:gd name="T5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8" h="242">
                  <a:moveTo>
                    <a:pt x="89" y="0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9" y="0"/>
                    <a:pt x="0" y="9"/>
                    <a:pt x="0" y="2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12"/>
                    <a:pt x="4" y="116"/>
                    <a:pt x="9" y="116"/>
                  </a:cubicBezTo>
                  <a:cubicBezTo>
                    <a:pt x="14" y="116"/>
                    <a:pt x="18" y="112"/>
                    <a:pt x="18" y="107"/>
                  </a:cubicBezTo>
                  <a:cubicBezTo>
                    <a:pt x="18" y="107"/>
                    <a:pt x="18" y="45"/>
                    <a:pt x="18" y="36"/>
                  </a:cubicBezTo>
                  <a:cubicBezTo>
                    <a:pt x="18" y="27"/>
                    <a:pt x="27" y="27"/>
                    <a:pt x="27" y="36"/>
                  </a:cubicBezTo>
                  <a:cubicBezTo>
                    <a:pt x="27" y="42"/>
                    <a:pt x="27" y="97"/>
                    <a:pt x="27" y="120"/>
                  </a:cubicBezTo>
                  <a:cubicBezTo>
                    <a:pt x="27" y="134"/>
                    <a:pt x="27" y="134"/>
                    <a:pt x="27" y="134"/>
                  </a:cubicBezTo>
                  <a:cubicBezTo>
                    <a:pt x="27" y="229"/>
                    <a:pt x="27" y="229"/>
                    <a:pt x="27" y="229"/>
                  </a:cubicBezTo>
                  <a:cubicBezTo>
                    <a:pt x="27" y="236"/>
                    <a:pt x="32" y="242"/>
                    <a:pt x="40" y="242"/>
                  </a:cubicBezTo>
                  <a:cubicBezTo>
                    <a:pt x="41" y="242"/>
                    <a:pt x="41" y="242"/>
                    <a:pt x="41" y="242"/>
                  </a:cubicBezTo>
                  <a:cubicBezTo>
                    <a:pt x="48" y="242"/>
                    <a:pt x="54" y="236"/>
                    <a:pt x="54" y="229"/>
                  </a:cubicBezTo>
                  <a:cubicBezTo>
                    <a:pt x="54" y="229"/>
                    <a:pt x="54" y="143"/>
                    <a:pt x="54" y="134"/>
                  </a:cubicBezTo>
                  <a:cubicBezTo>
                    <a:pt x="54" y="125"/>
                    <a:pt x="63" y="125"/>
                    <a:pt x="63" y="134"/>
                  </a:cubicBezTo>
                  <a:cubicBezTo>
                    <a:pt x="63" y="143"/>
                    <a:pt x="63" y="229"/>
                    <a:pt x="63" y="229"/>
                  </a:cubicBezTo>
                  <a:cubicBezTo>
                    <a:pt x="63" y="236"/>
                    <a:pt x="68" y="242"/>
                    <a:pt x="75" y="242"/>
                  </a:cubicBezTo>
                  <a:cubicBezTo>
                    <a:pt x="76" y="242"/>
                    <a:pt x="76" y="242"/>
                    <a:pt x="76" y="242"/>
                  </a:cubicBezTo>
                  <a:cubicBezTo>
                    <a:pt x="84" y="242"/>
                    <a:pt x="89" y="236"/>
                    <a:pt x="89" y="229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20"/>
                    <a:pt x="89" y="120"/>
                    <a:pt x="89" y="120"/>
                  </a:cubicBezTo>
                  <a:cubicBezTo>
                    <a:pt x="89" y="97"/>
                    <a:pt x="89" y="33"/>
                    <a:pt x="89" y="27"/>
                  </a:cubicBezTo>
                  <a:cubicBezTo>
                    <a:pt x="89" y="18"/>
                    <a:pt x="170" y="18"/>
                    <a:pt x="179" y="18"/>
                  </a:cubicBezTo>
                  <a:cubicBezTo>
                    <a:pt x="188" y="18"/>
                    <a:pt x="188" y="9"/>
                    <a:pt x="188" y="9"/>
                  </a:cubicBezTo>
                  <a:cubicBezTo>
                    <a:pt x="188" y="9"/>
                    <a:pt x="188" y="0"/>
                    <a:pt x="179" y="0"/>
                  </a:cubicBezTo>
                  <a:cubicBezTo>
                    <a:pt x="170" y="0"/>
                    <a:pt x="107" y="0"/>
                    <a:pt x="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398" name="Oval 967"/>
            <p:cNvSpPr>
              <a:spLocks noChangeArrowheads="1"/>
            </p:cNvSpPr>
            <p:nvPr/>
          </p:nvSpPr>
          <p:spPr bwMode="auto">
            <a:xfrm>
              <a:off x="4221931" y="4643438"/>
              <a:ext cx="193675" cy="1984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476" name="Freeform 1045"/>
            <p:cNvSpPr>
              <a:spLocks/>
            </p:cNvSpPr>
            <p:nvPr/>
          </p:nvSpPr>
          <p:spPr bwMode="auto">
            <a:xfrm>
              <a:off x="5342706" y="1643063"/>
              <a:ext cx="869950" cy="690563"/>
            </a:xfrm>
            <a:custGeom>
              <a:avLst/>
              <a:gdLst>
                <a:gd name="T0" fmla="*/ 99 w 198"/>
                <a:gd name="T1" fmla="*/ 0 h 157"/>
                <a:gd name="T2" fmla="*/ 0 w 198"/>
                <a:gd name="T3" fmla="*/ 76 h 157"/>
                <a:gd name="T4" fmla="*/ 35 w 198"/>
                <a:gd name="T5" fmla="*/ 134 h 157"/>
                <a:gd name="T6" fmla="*/ 11 w 198"/>
                <a:gd name="T7" fmla="*/ 157 h 157"/>
                <a:gd name="T8" fmla="*/ 54 w 198"/>
                <a:gd name="T9" fmla="*/ 144 h 157"/>
                <a:gd name="T10" fmla="*/ 99 w 198"/>
                <a:gd name="T11" fmla="*/ 152 h 157"/>
                <a:gd name="T12" fmla="*/ 198 w 198"/>
                <a:gd name="T13" fmla="*/ 76 h 157"/>
                <a:gd name="T14" fmla="*/ 99 w 198"/>
                <a:gd name="T1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8" h="157">
                  <a:moveTo>
                    <a:pt x="99" y="0"/>
                  </a:moveTo>
                  <a:cubicBezTo>
                    <a:pt x="44" y="0"/>
                    <a:pt x="0" y="34"/>
                    <a:pt x="0" y="76"/>
                  </a:cubicBezTo>
                  <a:cubicBezTo>
                    <a:pt x="0" y="100"/>
                    <a:pt x="13" y="121"/>
                    <a:pt x="35" y="134"/>
                  </a:cubicBezTo>
                  <a:cubicBezTo>
                    <a:pt x="24" y="151"/>
                    <a:pt x="11" y="157"/>
                    <a:pt x="11" y="157"/>
                  </a:cubicBezTo>
                  <a:cubicBezTo>
                    <a:pt x="29" y="154"/>
                    <a:pt x="43" y="149"/>
                    <a:pt x="54" y="144"/>
                  </a:cubicBezTo>
                  <a:cubicBezTo>
                    <a:pt x="68" y="149"/>
                    <a:pt x="83" y="152"/>
                    <a:pt x="99" y="152"/>
                  </a:cubicBezTo>
                  <a:cubicBezTo>
                    <a:pt x="154" y="152"/>
                    <a:pt x="198" y="118"/>
                    <a:pt x="198" y="76"/>
                  </a:cubicBezTo>
                  <a:cubicBezTo>
                    <a:pt x="198" y="34"/>
                    <a:pt x="154" y="0"/>
                    <a:pt x="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477" name="Rectangle 1046"/>
            <p:cNvSpPr>
              <a:spLocks noChangeArrowheads="1"/>
            </p:cNvSpPr>
            <p:nvPr/>
          </p:nvSpPr>
          <p:spPr bwMode="auto">
            <a:xfrm>
              <a:off x="5474468" y="1893888"/>
              <a:ext cx="30163" cy="1619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478" name="Freeform 1047"/>
            <p:cNvSpPr>
              <a:spLocks noEditPoints="1"/>
            </p:cNvSpPr>
            <p:nvPr/>
          </p:nvSpPr>
          <p:spPr bwMode="auto">
            <a:xfrm>
              <a:off x="5588768" y="1889125"/>
              <a:ext cx="158750" cy="220663"/>
            </a:xfrm>
            <a:custGeom>
              <a:avLst/>
              <a:gdLst>
                <a:gd name="T0" fmla="*/ 0 w 36"/>
                <a:gd name="T1" fmla="*/ 20 h 50"/>
                <a:gd name="T2" fmla="*/ 4 w 36"/>
                <a:gd name="T3" fmla="*/ 5 h 50"/>
                <a:gd name="T4" fmla="*/ 16 w 36"/>
                <a:gd name="T5" fmla="*/ 0 h 50"/>
                <a:gd name="T6" fmla="*/ 23 w 36"/>
                <a:gd name="T7" fmla="*/ 1 h 50"/>
                <a:gd name="T8" fmla="*/ 28 w 36"/>
                <a:gd name="T9" fmla="*/ 5 h 50"/>
                <a:gd name="T10" fmla="*/ 31 w 36"/>
                <a:gd name="T11" fmla="*/ 12 h 50"/>
                <a:gd name="T12" fmla="*/ 32 w 36"/>
                <a:gd name="T13" fmla="*/ 20 h 50"/>
                <a:gd name="T14" fmla="*/ 28 w 36"/>
                <a:gd name="T15" fmla="*/ 34 h 50"/>
                <a:gd name="T16" fmla="*/ 16 w 36"/>
                <a:gd name="T17" fmla="*/ 39 h 50"/>
                <a:gd name="T18" fmla="*/ 9 w 36"/>
                <a:gd name="T19" fmla="*/ 38 h 50"/>
                <a:gd name="T20" fmla="*/ 4 w 36"/>
                <a:gd name="T21" fmla="*/ 34 h 50"/>
                <a:gd name="T22" fmla="*/ 1 w 36"/>
                <a:gd name="T23" fmla="*/ 28 h 50"/>
                <a:gd name="T24" fmla="*/ 0 w 36"/>
                <a:gd name="T25" fmla="*/ 20 h 50"/>
                <a:gd name="T26" fmla="*/ 8 w 36"/>
                <a:gd name="T27" fmla="*/ 20 h 50"/>
                <a:gd name="T28" fmla="*/ 8 w 36"/>
                <a:gd name="T29" fmla="*/ 25 h 50"/>
                <a:gd name="T30" fmla="*/ 10 w 36"/>
                <a:gd name="T31" fmla="*/ 29 h 50"/>
                <a:gd name="T32" fmla="*/ 12 w 36"/>
                <a:gd name="T33" fmla="*/ 32 h 50"/>
                <a:gd name="T34" fmla="*/ 16 w 36"/>
                <a:gd name="T35" fmla="*/ 33 h 50"/>
                <a:gd name="T36" fmla="*/ 22 w 36"/>
                <a:gd name="T37" fmla="*/ 30 h 50"/>
                <a:gd name="T38" fmla="*/ 24 w 36"/>
                <a:gd name="T39" fmla="*/ 20 h 50"/>
                <a:gd name="T40" fmla="*/ 24 w 36"/>
                <a:gd name="T41" fmla="*/ 14 h 50"/>
                <a:gd name="T42" fmla="*/ 22 w 36"/>
                <a:gd name="T43" fmla="*/ 10 h 50"/>
                <a:gd name="T44" fmla="*/ 20 w 36"/>
                <a:gd name="T45" fmla="*/ 8 h 50"/>
                <a:gd name="T46" fmla="*/ 16 w 36"/>
                <a:gd name="T47" fmla="*/ 7 h 50"/>
                <a:gd name="T48" fmla="*/ 10 w 36"/>
                <a:gd name="T49" fmla="*/ 10 h 50"/>
                <a:gd name="T50" fmla="*/ 8 w 36"/>
                <a:gd name="T51" fmla="*/ 20 h 50"/>
                <a:gd name="T52" fmla="*/ 36 w 36"/>
                <a:gd name="T53" fmla="*/ 49 h 50"/>
                <a:gd name="T54" fmla="*/ 31 w 36"/>
                <a:gd name="T55" fmla="*/ 50 h 50"/>
                <a:gd name="T56" fmla="*/ 25 w 36"/>
                <a:gd name="T57" fmla="*/ 49 h 50"/>
                <a:gd name="T58" fmla="*/ 20 w 36"/>
                <a:gd name="T59" fmla="*/ 48 h 50"/>
                <a:gd name="T60" fmla="*/ 16 w 36"/>
                <a:gd name="T61" fmla="*/ 47 h 50"/>
                <a:gd name="T62" fmla="*/ 11 w 36"/>
                <a:gd name="T63" fmla="*/ 46 h 50"/>
                <a:gd name="T64" fmla="*/ 9 w 36"/>
                <a:gd name="T65" fmla="*/ 47 h 50"/>
                <a:gd name="T66" fmla="*/ 9 w 36"/>
                <a:gd name="T67" fmla="*/ 40 h 50"/>
                <a:gd name="T68" fmla="*/ 12 w 36"/>
                <a:gd name="T69" fmla="*/ 40 h 50"/>
                <a:gd name="T70" fmla="*/ 16 w 36"/>
                <a:gd name="T71" fmla="*/ 41 h 50"/>
                <a:gd name="T72" fmla="*/ 21 w 36"/>
                <a:gd name="T73" fmla="*/ 42 h 50"/>
                <a:gd name="T74" fmla="*/ 26 w 36"/>
                <a:gd name="T75" fmla="*/ 43 h 50"/>
                <a:gd name="T76" fmla="*/ 31 w 36"/>
                <a:gd name="T77" fmla="*/ 43 h 50"/>
                <a:gd name="T78" fmla="*/ 33 w 36"/>
                <a:gd name="T79" fmla="*/ 43 h 50"/>
                <a:gd name="T80" fmla="*/ 36 w 36"/>
                <a:gd name="T81" fmla="*/ 43 h 50"/>
                <a:gd name="T82" fmla="*/ 36 w 36"/>
                <a:gd name="T83" fmla="*/ 4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6" h="50">
                  <a:moveTo>
                    <a:pt x="0" y="20"/>
                  </a:moveTo>
                  <a:cubicBezTo>
                    <a:pt x="0" y="13"/>
                    <a:pt x="1" y="8"/>
                    <a:pt x="4" y="5"/>
                  </a:cubicBezTo>
                  <a:cubicBezTo>
                    <a:pt x="7" y="2"/>
                    <a:pt x="11" y="0"/>
                    <a:pt x="16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2"/>
                    <a:pt x="27" y="4"/>
                    <a:pt x="28" y="5"/>
                  </a:cubicBezTo>
                  <a:cubicBezTo>
                    <a:pt x="29" y="7"/>
                    <a:pt x="30" y="9"/>
                    <a:pt x="31" y="12"/>
                  </a:cubicBezTo>
                  <a:cubicBezTo>
                    <a:pt x="32" y="14"/>
                    <a:pt x="32" y="17"/>
                    <a:pt x="32" y="20"/>
                  </a:cubicBezTo>
                  <a:cubicBezTo>
                    <a:pt x="32" y="26"/>
                    <a:pt x="31" y="31"/>
                    <a:pt x="28" y="34"/>
                  </a:cubicBezTo>
                  <a:cubicBezTo>
                    <a:pt x="25" y="37"/>
                    <a:pt x="21" y="39"/>
                    <a:pt x="16" y="39"/>
                  </a:cubicBezTo>
                  <a:cubicBezTo>
                    <a:pt x="13" y="39"/>
                    <a:pt x="11" y="39"/>
                    <a:pt x="9" y="38"/>
                  </a:cubicBezTo>
                  <a:cubicBezTo>
                    <a:pt x="7" y="37"/>
                    <a:pt x="5" y="35"/>
                    <a:pt x="4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lose/>
                  <a:moveTo>
                    <a:pt x="8" y="20"/>
                  </a:moveTo>
                  <a:cubicBezTo>
                    <a:pt x="8" y="21"/>
                    <a:pt x="8" y="23"/>
                    <a:pt x="8" y="25"/>
                  </a:cubicBezTo>
                  <a:cubicBezTo>
                    <a:pt x="9" y="26"/>
                    <a:pt x="9" y="28"/>
                    <a:pt x="10" y="29"/>
                  </a:cubicBezTo>
                  <a:cubicBezTo>
                    <a:pt x="10" y="30"/>
                    <a:pt x="11" y="31"/>
                    <a:pt x="12" y="32"/>
                  </a:cubicBezTo>
                  <a:cubicBezTo>
                    <a:pt x="13" y="32"/>
                    <a:pt x="15" y="33"/>
                    <a:pt x="16" y="33"/>
                  </a:cubicBezTo>
                  <a:cubicBezTo>
                    <a:pt x="19" y="33"/>
                    <a:pt x="21" y="32"/>
                    <a:pt x="22" y="30"/>
                  </a:cubicBezTo>
                  <a:cubicBezTo>
                    <a:pt x="24" y="27"/>
                    <a:pt x="24" y="24"/>
                    <a:pt x="24" y="20"/>
                  </a:cubicBezTo>
                  <a:cubicBezTo>
                    <a:pt x="24" y="18"/>
                    <a:pt x="24" y="16"/>
                    <a:pt x="24" y="14"/>
                  </a:cubicBezTo>
                  <a:cubicBezTo>
                    <a:pt x="23" y="13"/>
                    <a:pt x="23" y="12"/>
                    <a:pt x="22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5"/>
                    <a:pt x="8" y="20"/>
                  </a:cubicBezTo>
                  <a:close/>
                  <a:moveTo>
                    <a:pt x="36" y="49"/>
                  </a:moveTo>
                  <a:cubicBezTo>
                    <a:pt x="34" y="50"/>
                    <a:pt x="32" y="50"/>
                    <a:pt x="31" y="50"/>
                  </a:cubicBezTo>
                  <a:cubicBezTo>
                    <a:pt x="29" y="50"/>
                    <a:pt x="27" y="50"/>
                    <a:pt x="25" y="49"/>
                  </a:cubicBezTo>
                  <a:cubicBezTo>
                    <a:pt x="24" y="49"/>
                    <a:pt x="22" y="49"/>
                    <a:pt x="20" y="48"/>
                  </a:cubicBezTo>
                  <a:cubicBezTo>
                    <a:pt x="19" y="48"/>
                    <a:pt x="17" y="47"/>
                    <a:pt x="16" y="47"/>
                  </a:cubicBezTo>
                  <a:cubicBezTo>
                    <a:pt x="14" y="47"/>
                    <a:pt x="13" y="46"/>
                    <a:pt x="11" y="46"/>
                  </a:cubicBezTo>
                  <a:cubicBezTo>
                    <a:pt x="10" y="46"/>
                    <a:pt x="10" y="47"/>
                    <a:pt x="9" y="4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0" y="40"/>
                    <a:pt x="11" y="40"/>
                    <a:pt x="12" y="40"/>
                  </a:cubicBezTo>
                  <a:cubicBezTo>
                    <a:pt x="13" y="40"/>
                    <a:pt x="15" y="40"/>
                    <a:pt x="16" y="41"/>
                  </a:cubicBezTo>
                  <a:cubicBezTo>
                    <a:pt x="18" y="41"/>
                    <a:pt x="19" y="41"/>
                    <a:pt x="21" y="42"/>
                  </a:cubicBezTo>
                  <a:cubicBezTo>
                    <a:pt x="23" y="42"/>
                    <a:pt x="24" y="43"/>
                    <a:pt x="26" y="43"/>
                  </a:cubicBezTo>
                  <a:cubicBezTo>
                    <a:pt x="27" y="43"/>
                    <a:pt x="29" y="43"/>
                    <a:pt x="31" y="43"/>
                  </a:cubicBezTo>
                  <a:cubicBezTo>
                    <a:pt x="32" y="43"/>
                    <a:pt x="32" y="43"/>
                    <a:pt x="33" y="43"/>
                  </a:cubicBezTo>
                  <a:cubicBezTo>
                    <a:pt x="34" y="43"/>
                    <a:pt x="35" y="43"/>
                    <a:pt x="36" y="43"/>
                  </a:cubicBezTo>
                  <a:lnTo>
                    <a:pt x="36" y="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479" name="Freeform 1048"/>
            <p:cNvSpPr>
              <a:spLocks/>
            </p:cNvSpPr>
            <p:nvPr/>
          </p:nvSpPr>
          <p:spPr bwMode="auto">
            <a:xfrm>
              <a:off x="5750693" y="1893888"/>
              <a:ext cx="123825" cy="166688"/>
            </a:xfrm>
            <a:custGeom>
              <a:avLst/>
              <a:gdLst>
                <a:gd name="T0" fmla="*/ 21 w 28"/>
                <a:gd name="T1" fmla="*/ 0 h 38"/>
                <a:gd name="T2" fmla="*/ 28 w 28"/>
                <a:gd name="T3" fmla="*/ 0 h 38"/>
                <a:gd name="T4" fmla="*/ 28 w 28"/>
                <a:gd name="T5" fmla="*/ 24 h 38"/>
                <a:gd name="T6" fmla="*/ 27 w 28"/>
                <a:gd name="T7" fmla="*/ 30 h 38"/>
                <a:gd name="T8" fmla="*/ 24 w 28"/>
                <a:gd name="T9" fmla="*/ 35 h 38"/>
                <a:gd name="T10" fmla="*/ 20 w 28"/>
                <a:gd name="T11" fmla="*/ 37 h 38"/>
                <a:gd name="T12" fmla="*/ 14 w 28"/>
                <a:gd name="T13" fmla="*/ 38 h 38"/>
                <a:gd name="T14" fmla="*/ 0 w 28"/>
                <a:gd name="T15" fmla="*/ 25 h 38"/>
                <a:gd name="T16" fmla="*/ 0 w 28"/>
                <a:gd name="T17" fmla="*/ 0 h 38"/>
                <a:gd name="T18" fmla="*/ 7 w 28"/>
                <a:gd name="T19" fmla="*/ 0 h 38"/>
                <a:gd name="T20" fmla="*/ 7 w 28"/>
                <a:gd name="T21" fmla="*/ 24 h 38"/>
                <a:gd name="T22" fmla="*/ 8 w 28"/>
                <a:gd name="T23" fmla="*/ 27 h 38"/>
                <a:gd name="T24" fmla="*/ 9 w 28"/>
                <a:gd name="T25" fmla="*/ 30 h 38"/>
                <a:gd name="T26" fmla="*/ 11 w 28"/>
                <a:gd name="T27" fmla="*/ 31 h 38"/>
                <a:gd name="T28" fmla="*/ 14 w 28"/>
                <a:gd name="T29" fmla="*/ 31 h 38"/>
                <a:gd name="T30" fmla="*/ 19 w 28"/>
                <a:gd name="T31" fmla="*/ 30 h 38"/>
                <a:gd name="T32" fmla="*/ 21 w 28"/>
                <a:gd name="T33" fmla="*/ 24 h 38"/>
                <a:gd name="T34" fmla="*/ 21 w 28"/>
                <a:gd name="T3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38">
                  <a:moveTo>
                    <a:pt x="21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6"/>
                    <a:pt x="27" y="29"/>
                    <a:pt x="27" y="30"/>
                  </a:cubicBezTo>
                  <a:cubicBezTo>
                    <a:pt x="26" y="32"/>
                    <a:pt x="25" y="34"/>
                    <a:pt x="24" y="35"/>
                  </a:cubicBezTo>
                  <a:cubicBezTo>
                    <a:pt x="23" y="36"/>
                    <a:pt x="21" y="37"/>
                    <a:pt x="20" y="37"/>
                  </a:cubicBezTo>
                  <a:cubicBezTo>
                    <a:pt x="18" y="38"/>
                    <a:pt x="16" y="38"/>
                    <a:pt x="14" y="38"/>
                  </a:cubicBezTo>
                  <a:cubicBezTo>
                    <a:pt x="5" y="38"/>
                    <a:pt x="0" y="34"/>
                    <a:pt x="0" y="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5"/>
                    <a:pt x="8" y="26"/>
                    <a:pt x="8" y="27"/>
                  </a:cubicBezTo>
                  <a:cubicBezTo>
                    <a:pt x="8" y="28"/>
                    <a:pt x="9" y="29"/>
                    <a:pt x="9" y="30"/>
                  </a:cubicBezTo>
                  <a:cubicBezTo>
                    <a:pt x="10" y="30"/>
                    <a:pt x="10" y="31"/>
                    <a:pt x="11" y="31"/>
                  </a:cubicBezTo>
                  <a:cubicBezTo>
                    <a:pt x="12" y="31"/>
                    <a:pt x="13" y="31"/>
                    <a:pt x="14" y="31"/>
                  </a:cubicBezTo>
                  <a:cubicBezTo>
                    <a:pt x="17" y="31"/>
                    <a:pt x="18" y="31"/>
                    <a:pt x="19" y="30"/>
                  </a:cubicBezTo>
                  <a:cubicBezTo>
                    <a:pt x="20" y="28"/>
                    <a:pt x="21" y="26"/>
                    <a:pt x="21" y="24"/>
                  </a:cubicBezTo>
                  <a:lnTo>
                    <a:pt x="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480" name="Rectangle 1049"/>
            <p:cNvSpPr>
              <a:spLocks noChangeArrowheads="1"/>
            </p:cNvSpPr>
            <p:nvPr/>
          </p:nvSpPr>
          <p:spPr bwMode="auto">
            <a:xfrm>
              <a:off x="5904681" y="1893888"/>
              <a:ext cx="31750" cy="1619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481" name="Freeform 1050"/>
            <p:cNvSpPr>
              <a:spLocks/>
            </p:cNvSpPr>
            <p:nvPr/>
          </p:nvSpPr>
          <p:spPr bwMode="auto">
            <a:xfrm>
              <a:off x="5957068" y="1893888"/>
              <a:ext cx="128588" cy="161925"/>
            </a:xfrm>
            <a:custGeom>
              <a:avLst/>
              <a:gdLst>
                <a:gd name="T0" fmla="*/ 81 w 81"/>
                <a:gd name="T1" fmla="*/ 16 h 102"/>
                <a:gd name="T2" fmla="*/ 50 w 81"/>
                <a:gd name="T3" fmla="*/ 16 h 102"/>
                <a:gd name="T4" fmla="*/ 50 w 81"/>
                <a:gd name="T5" fmla="*/ 102 h 102"/>
                <a:gd name="T6" fmla="*/ 31 w 81"/>
                <a:gd name="T7" fmla="*/ 102 h 102"/>
                <a:gd name="T8" fmla="*/ 31 w 81"/>
                <a:gd name="T9" fmla="*/ 16 h 102"/>
                <a:gd name="T10" fmla="*/ 0 w 81"/>
                <a:gd name="T11" fmla="*/ 16 h 102"/>
                <a:gd name="T12" fmla="*/ 0 w 81"/>
                <a:gd name="T13" fmla="*/ 0 h 102"/>
                <a:gd name="T14" fmla="*/ 81 w 81"/>
                <a:gd name="T15" fmla="*/ 0 h 102"/>
                <a:gd name="T16" fmla="*/ 81 w 81"/>
                <a:gd name="T17" fmla="*/ 16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" h="102">
                  <a:moveTo>
                    <a:pt x="81" y="16"/>
                  </a:moveTo>
                  <a:lnTo>
                    <a:pt x="50" y="16"/>
                  </a:lnTo>
                  <a:lnTo>
                    <a:pt x="50" y="102"/>
                  </a:lnTo>
                  <a:lnTo>
                    <a:pt x="31" y="102"/>
                  </a:lnTo>
                  <a:lnTo>
                    <a:pt x="31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81" y="0"/>
                  </a:lnTo>
                  <a:lnTo>
                    <a:pt x="81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482" name="Freeform 1051"/>
            <p:cNvSpPr>
              <a:spLocks/>
            </p:cNvSpPr>
            <p:nvPr/>
          </p:nvSpPr>
          <p:spPr bwMode="auto">
            <a:xfrm>
              <a:off x="4763268" y="4665663"/>
              <a:ext cx="755650" cy="1316038"/>
            </a:xfrm>
            <a:custGeom>
              <a:avLst/>
              <a:gdLst>
                <a:gd name="T0" fmla="*/ 89 w 172"/>
                <a:gd name="T1" fmla="*/ 58 h 299"/>
                <a:gd name="T2" fmla="*/ 27 w 172"/>
                <a:gd name="T3" fmla="*/ 58 h 299"/>
                <a:gd name="T4" fmla="*/ 0 w 172"/>
                <a:gd name="T5" fmla="*/ 85 h 299"/>
                <a:gd name="T6" fmla="*/ 0 w 172"/>
                <a:gd name="T7" fmla="*/ 165 h 299"/>
                <a:gd name="T8" fmla="*/ 9 w 172"/>
                <a:gd name="T9" fmla="*/ 174 h 299"/>
                <a:gd name="T10" fmla="*/ 18 w 172"/>
                <a:gd name="T11" fmla="*/ 165 h 299"/>
                <a:gd name="T12" fmla="*/ 18 w 172"/>
                <a:gd name="T13" fmla="*/ 103 h 299"/>
                <a:gd name="T14" fmla="*/ 27 w 172"/>
                <a:gd name="T15" fmla="*/ 103 h 299"/>
                <a:gd name="T16" fmla="*/ 27 w 172"/>
                <a:gd name="T17" fmla="*/ 178 h 299"/>
                <a:gd name="T18" fmla="*/ 27 w 172"/>
                <a:gd name="T19" fmla="*/ 192 h 299"/>
                <a:gd name="T20" fmla="*/ 27 w 172"/>
                <a:gd name="T21" fmla="*/ 286 h 299"/>
                <a:gd name="T22" fmla="*/ 40 w 172"/>
                <a:gd name="T23" fmla="*/ 299 h 299"/>
                <a:gd name="T24" fmla="*/ 41 w 172"/>
                <a:gd name="T25" fmla="*/ 299 h 299"/>
                <a:gd name="T26" fmla="*/ 53 w 172"/>
                <a:gd name="T27" fmla="*/ 286 h 299"/>
                <a:gd name="T28" fmla="*/ 53 w 172"/>
                <a:gd name="T29" fmla="*/ 192 h 299"/>
                <a:gd name="T30" fmla="*/ 62 w 172"/>
                <a:gd name="T31" fmla="*/ 192 h 299"/>
                <a:gd name="T32" fmla="*/ 62 w 172"/>
                <a:gd name="T33" fmla="*/ 286 h 299"/>
                <a:gd name="T34" fmla="*/ 75 w 172"/>
                <a:gd name="T35" fmla="*/ 299 h 299"/>
                <a:gd name="T36" fmla="*/ 76 w 172"/>
                <a:gd name="T37" fmla="*/ 299 h 299"/>
                <a:gd name="T38" fmla="*/ 89 w 172"/>
                <a:gd name="T39" fmla="*/ 286 h 299"/>
                <a:gd name="T40" fmla="*/ 89 w 172"/>
                <a:gd name="T41" fmla="*/ 192 h 299"/>
                <a:gd name="T42" fmla="*/ 89 w 172"/>
                <a:gd name="T43" fmla="*/ 178 h 299"/>
                <a:gd name="T44" fmla="*/ 89 w 172"/>
                <a:gd name="T45" fmla="*/ 94 h 299"/>
                <a:gd name="T46" fmla="*/ 169 w 172"/>
                <a:gd name="T47" fmla="*/ 14 h 299"/>
                <a:gd name="T48" fmla="*/ 165 w 172"/>
                <a:gd name="T49" fmla="*/ 3 h 299"/>
                <a:gd name="T50" fmla="*/ 151 w 172"/>
                <a:gd name="T51" fmla="*/ 5 h 299"/>
                <a:gd name="T52" fmla="*/ 89 w 172"/>
                <a:gd name="T53" fmla="*/ 58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72" h="299">
                  <a:moveTo>
                    <a:pt x="89" y="58"/>
                  </a:moveTo>
                  <a:cubicBezTo>
                    <a:pt x="27" y="58"/>
                    <a:pt x="27" y="58"/>
                    <a:pt x="27" y="58"/>
                  </a:cubicBezTo>
                  <a:cubicBezTo>
                    <a:pt x="9" y="58"/>
                    <a:pt x="0" y="67"/>
                    <a:pt x="0" y="85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0" y="170"/>
                    <a:pt x="4" y="174"/>
                    <a:pt x="9" y="174"/>
                  </a:cubicBezTo>
                  <a:cubicBezTo>
                    <a:pt x="14" y="174"/>
                    <a:pt x="18" y="170"/>
                    <a:pt x="18" y="165"/>
                  </a:cubicBezTo>
                  <a:cubicBezTo>
                    <a:pt x="18" y="165"/>
                    <a:pt x="18" y="112"/>
                    <a:pt x="18" y="103"/>
                  </a:cubicBezTo>
                  <a:cubicBezTo>
                    <a:pt x="18" y="94"/>
                    <a:pt x="27" y="94"/>
                    <a:pt x="27" y="103"/>
                  </a:cubicBezTo>
                  <a:cubicBezTo>
                    <a:pt x="27" y="110"/>
                    <a:pt x="27" y="155"/>
                    <a:pt x="27" y="178"/>
                  </a:cubicBezTo>
                  <a:cubicBezTo>
                    <a:pt x="27" y="192"/>
                    <a:pt x="27" y="192"/>
                    <a:pt x="27" y="192"/>
                  </a:cubicBezTo>
                  <a:cubicBezTo>
                    <a:pt x="27" y="286"/>
                    <a:pt x="27" y="286"/>
                    <a:pt x="27" y="286"/>
                  </a:cubicBezTo>
                  <a:cubicBezTo>
                    <a:pt x="27" y="293"/>
                    <a:pt x="32" y="299"/>
                    <a:pt x="40" y="299"/>
                  </a:cubicBezTo>
                  <a:cubicBezTo>
                    <a:pt x="41" y="299"/>
                    <a:pt x="41" y="299"/>
                    <a:pt x="41" y="299"/>
                  </a:cubicBezTo>
                  <a:cubicBezTo>
                    <a:pt x="48" y="299"/>
                    <a:pt x="53" y="293"/>
                    <a:pt x="53" y="286"/>
                  </a:cubicBezTo>
                  <a:cubicBezTo>
                    <a:pt x="53" y="286"/>
                    <a:pt x="53" y="201"/>
                    <a:pt x="53" y="192"/>
                  </a:cubicBezTo>
                  <a:cubicBezTo>
                    <a:pt x="53" y="183"/>
                    <a:pt x="62" y="183"/>
                    <a:pt x="62" y="192"/>
                  </a:cubicBezTo>
                  <a:cubicBezTo>
                    <a:pt x="62" y="201"/>
                    <a:pt x="62" y="286"/>
                    <a:pt x="62" y="286"/>
                  </a:cubicBezTo>
                  <a:cubicBezTo>
                    <a:pt x="62" y="293"/>
                    <a:pt x="68" y="299"/>
                    <a:pt x="75" y="299"/>
                  </a:cubicBezTo>
                  <a:cubicBezTo>
                    <a:pt x="76" y="299"/>
                    <a:pt x="76" y="299"/>
                    <a:pt x="76" y="299"/>
                  </a:cubicBezTo>
                  <a:cubicBezTo>
                    <a:pt x="83" y="299"/>
                    <a:pt x="89" y="293"/>
                    <a:pt x="89" y="286"/>
                  </a:cubicBezTo>
                  <a:cubicBezTo>
                    <a:pt x="89" y="192"/>
                    <a:pt x="89" y="192"/>
                    <a:pt x="89" y="192"/>
                  </a:cubicBezTo>
                  <a:cubicBezTo>
                    <a:pt x="89" y="178"/>
                    <a:pt x="89" y="178"/>
                    <a:pt x="89" y="178"/>
                  </a:cubicBezTo>
                  <a:cubicBezTo>
                    <a:pt x="89" y="155"/>
                    <a:pt x="89" y="101"/>
                    <a:pt x="89" y="94"/>
                  </a:cubicBezTo>
                  <a:cubicBezTo>
                    <a:pt x="89" y="85"/>
                    <a:pt x="168" y="16"/>
                    <a:pt x="169" y="14"/>
                  </a:cubicBezTo>
                  <a:cubicBezTo>
                    <a:pt x="171" y="11"/>
                    <a:pt x="172" y="5"/>
                    <a:pt x="165" y="3"/>
                  </a:cubicBezTo>
                  <a:cubicBezTo>
                    <a:pt x="158" y="0"/>
                    <a:pt x="153" y="4"/>
                    <a:pt x="151" y="5"/>
                  </a:cubicBezTo>
                  <a:cubicBezTo>
                    <a:pt x="150" y="6"/>
                    <a:pt x="116" y="41"/>
                    <a:pt x="89" y="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483" name="Oval 1052"/>
            <p:cNvSpPr>
              <a:spLocks noChangeArrowheads="1"/>
            </p:cNvSpPr>
            <p:nvPr/>
          </p:nvSpPr>
          <p:spPr bwMode="auto">
            <a:xfrm>
              <a:off x="4920431" y="4648200"/>
              <a:ext cx="193675" cy="19843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484" name="Freeform 1053"/>
            <p:cNvSpPr>
              <a:spLocks/>
            </p:cNvSpPr>
            <p:nvPr/>
          </p:nvSpPr>
          <p:spPr bwMode="auto">
            <a:xfrm>
              <a:off x="5417318" y="4665663"/>
              <a:ext cx="755650" cy="1316038"/>
            </a:xfrm>
            <a:custGeom>
              <a:avLst/>
              <a:gdLst>
                <a:gd name="T0" fmla="*/ 83 w 172"/>
                <a:gd name="T1" fmla="*/ 58 h 299"/>
                <a:gd name="T2" fmla="*/ 145 w 172"/>
                <a:gd name="T3" fmla="*/ 58 h 299"/>
                <a:gd name="T4" fmla="*/ 172 w 172"/>
                <a:gd name="T5" fmla="*/ 85 h 299"/>
                <a:gd name="T6" fmla="*/ 172 w 172"/>
                <a:gd name="T7" fmla="*/ 165 h 299"/>
                <a:gd name="T8" fmla="*/ 163 w 172"/>
                <a:gd name="T9" fmla="*/ 174 h 299"/>
                <a:gd name="T10" fmla="*/ 154 w 172"/>
                <a:gd name="T11" fmla="*/ 165 h 299"/>
                <a:gd name="T12" fmla="*/ 154 w 172"/>
                <a:gd name="T13" fmla="*/ 103 h 299"/>
                <a:gd name="T14" fmla="*/ 145 w 172"/>
                <a:gd name="T15" fmla="*/ 103 h 299"/>
                <a:gd name="T16" fmla="*/ 145 w 172"/>
                <a:gd name="T17" fmla="*/ 178 h 299"/>
                <a:gd name="T18" fmla="*/ 145 w 172"/>
                <a:gd name="T19" fmla="*/ 192 h 299"/>
                <a:gd name="T20" fmla="*/ 145 w 172"/>
                <a:gd name="T21" fmla="*/ 286 h 299"/>
                <a:gd name="T22" fmla="*/ 132 w 172"/>
                <a:gd name="T23" fmla="*/ 299 h 299"/>
                <a:gd name="T24" fmla="*/ 131 w 172"/>
                <a:gd name="T25" fmla="*/ 299 h 299"/>
                <a:gd name="T26" fmla="*/ 118 w 172"/>
                <a:gd name="T27" fmla="*/ 286 h 299"/>
                <a:gd name="T28" fmla="*/ 118 w 172"/>
                <a:gd name="T29" fmla="*/ 192 h 299"/>
                <a:gd name="T30" fmla="*/ 110 w 172"/>
                <a:gd name="T31" fmla="*/ 192 h 299"/>
                <a:gd name="T32" fmla="*/ 110 w 172"/>
                <a:gd name="T33" fmla="*/ 286 h 299"/>
                <a:gd name="T34" fmla="*/ 97 w 172"/>
                <a:gd name="T35" fmla="*/ 299 h 299"/>
                <a:gd name="T36" fmla="*/ 96 w 172"/>
                <a:gd name="T37" fmla="*/ 299 h 299"/>
                <a:gd name="T38" fmla="*/ 83 w 172"/>
                <a:gd name="T39" fmla="*/ 286 h 299"/>
                <a:gd name="T40" fmla="*/ 83 w 172"/>
                <a:gd name="T41" fmla="*/ 192 h 299"/>
                <a:gd name="T42" fmla="*/ 83 w 172"/>
                <a:gd name="T43" fmla="*/ 178 h 299"/>
                <a:gd name="T44" fmla="*/ 83 w 172"/>
                <a:gd name="T45" fmla="*/ 94 h 299"/>
                <a:gd name="T46" fmla="*/ 3 w 172"/>
                <a:gd name="T47" fmla="*/ 14 h 299"/>
                <a:gd name="T48" fmla="*/ 7 w 172"/>
                <a:gd name="T49" fmla="*/ 3 h 299"/>
                <a:gd name="T50" fmla="*/ 20 w 172"/>
                <a:gd name="T51" fmla="*/ 5 h 299"/>
                <a:gd name="T52" fmla="*/ 83 w 172"/>
                <a:gd name="T53" fmla="*/ 58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72" h="299">
                  <a:moveTo>
                    <a:pt x="83" y="58"/>
                  </a:moveTo>
                  <a:cubicBezTo>
                    <a:pt x="145" y="58"/>
                    <a:pt x="145" y="58"/>
                    <a:pt x="145" y="58"/>
                  </a:cubicBezTo>
                  <a:cubicBezTo>
                    <a:pt x="163" y="58"/>
                    <a:pt x="172" y="67"/>
                    <a:pt x="172" y="85"/>
                  </a:cubicBezTo>
                  <a:cubicBezTo>
                    <a:pt x="172" y="165"/>
                    <a:pt x="172" y="165"/>
                    <a:pt x="172" y="165"/>
                  </a:cubicBezTo>
                  <a:cubicBezTo>
                    <a:pt x="172" y="170"/>
                    <a:pt x="168" y="174"/>
                    <a:pt x="163" y="174"/>
                  </a:cubicBezTo>
                  <a:cubicBezTo>
                    <a:pt x="158" y="174"/>
                    <a:pt x="154" y="170"/>
                    <a:pt x="154" y="165"/>
                  </a:cubicBezTo>
                  <a:cubicBezTo>
                    <a:pt x="154" y="165"/>
                    <a:pt x="154" y="112"/>
                    <a:pt x="154" y="103"/>
                  </a:cubicBezTo>
                  <a:cubicBezTo>
                    <a:pt x="154" y="94"/>
                    <a:pt x="145" y="94"/>
                    <a:pt x="145" y="103"/>
                  </a:cubicBezTo>
                  <a:cubicBezTo>
                    <a:pt x="145" y="110"/>
                    <a:pt x="145" y="155"/>
                    <a:pt x="145" y="178"/>
                  </a:cubicBezTo>
                  <a:cubicBezTo>
                    <a:pt x="145" y="192"/>
                    <a:pt x="145" y="192"/>
                    <a:pt x="145" y="192"/>
                  </a:cubicBezTo>
                  <a:cubicBezTo>
                    <a:pt x="145" y="286"/>
                    <a:pt x="145" y="286"/>
                    <a:pt x="145" y="286"/>
                  </a:cubicBezTo>
                  <a:cubicBezTo>
                    <a:pt x="145" y="293"/>
                    <a:pt x="139" y="299"/>
                    <a:pt x="132" y="299"/>
                  </a:cubicBezTo>
                  <a:cubicBezTo>
                    <a:pt x="131" y="299"/>
                    <a:pt x="131" y="299"/>
                    <a:pt x="131" y="299"/>
                  </a:cubicBezTo>
                  <a:cubicBezTo>
                    <a:pt x="124" y="299"/>
                    <a:pt x="118" y="293"/>
                    <a:pt x="118" y="286"/>
                  </a:cubicBezTo>
                  <a:cubicBezTo>
                    <a:pt x="118" y="286"/>
                    <a:pt x="118" y="201"/>
                    <a:pt x="118" y="192"/>
                  </a:cubicBezTo>
                  <a:cubicBezTo>
                    <a:pt x="118" y="183"/>
                    <a:pt x="110" y="183"/>
                    <a:pt x="110" y="192"/>
                  </a:cubicBezTo>
                  <a:cubicBezTo>
                    <a:pt x="110" y="201"/>
                    <a:pt x="110" y="286"/>
                    <a:pt x="110" y="286"/>
                  </a:cubicBezTo>
                  <a:cubicBezTo>
                    <a:pt x="110" y="293"/>
                    <a:pt x="104" y="299"/>
                    <a:pt x="97" y="299"/>
                  </a:cubicBezTo>
                  <a:cubicBezTo>
                    <a:pt x="96" y="299"/>
                    <a:pt x="96" y="299"/>
                    <a:pt x="96" y="299"/>
                  </a:cubicBezTo>
                  <a:cubicBezTo>
                    <a:pt x="89" y="299"/>
                    <a:pt x="83" y="293"/>
                    <a:pt x="83" y="286"/>
                  </a:cubicBezTo>
                  <a:cubicBezTo>
                    <a:pt x="83" y="192"/>
                    <a:pt x="83" y="192"/>
                    <a:pt x="83" y="192"/>
                  </a:cubicBezTo>
                  <a:cubicBezTo>
                    <a:pt x="83" y="178"/>
                    <a:pt x="83" y="178"/>
                    <a:pt x="83" y="178"/>
                  </a:cubicBezTo>
                  <a:cubicBezTo>
                    <a:pt x="83" y="155"/>
                    <a:pt x="83" y="101"/>
                    <a:pt x="83" y="94"/>
                  </a:cubicBezTo>
                  <a:cubicBezTo>
                    <a:pt x="83" y="85"/>
                    <a:pt x="4" y="16"/>
                    <a:pt x="3" y="14"/>
                  </a:cubicBezTo>
                  <a:cubicBezTo>
                    <a:pt x="1" y="11"/>
                    <a:pt x="0" y="5"/>
                    <a:pt x="7" y="3"/>
                  </a:cubicBezTo>
                  <a:cubicBezTo>
                    <a:pt x="13" y="0"/>
                    <a:pt x="19" y="4"/>
                    <a:pt x="20" y="5"/>
                  </a:cubicBezTo>
                  <a:cubicBezTo>
                    <a:pt x="22" y="6"/>
                    <a:pt x="56" y="41"/>
                    <a:pt x="83" y="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485" name="Oval 1054"/>
            <p:cNvSpPr>
              <a:spLocks noChangeArrowheads="1"/>
            </p:cNvSpPr>
            <p:nvPr/>
          </p:nvSpPr>
          <p:spPr bwMode="auto">
            <a:xfrm>
              <a:off x="5822131" y="4648200"/>
              <a:ext cx="192088" cy="19843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</p:grpSp>
      <p:grpSp>
        <p:nvGrpSpPr>
          <p:cNvPr id="1089" name="组合 1088"/>
          <p:cNvGrpSpPr/>
          <p:nvPr/>
        </p:nvGrpSpPr>
        <p:grpSpPr>
          <a:xfrm>
            <a:off x="6515867" y="2825499"/>
            <a:ext cx="2124221" cy="351187"/>
            <a:chOff x="5892910" y="1608912"/>
            <a:chExt cx="2124221" cy="351186"/>
          </a:xfrm>
        </p:grpSpPr>
        <p:sp>
          <p:nvSpPr>
            <p:cNvPr id="1090" name="矩形 1089"/>
            <p:cNvSpPr/>
            <p:nvPr/>
          </p:nvSpPr>
          <p:spPr>
            <a:xfrm>
              <a:off x="5892910" y="1652086"/>
              <a:ext cx="2124221" cy="3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092" name="矩形 1091"/>
            <p:cNvSpPr/>
            <p:nvPr/>
          </p:nvSpPr>
          <p:spPr>
            <a:xfrm>
              <a:off x="5915354" y="1608912"/>
              <a:ext cx="1157689" cy="3282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prstClr val="white"/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cs typeface="Open Sans" panose="020B0606030504020204" pitchFamily="34" charset="0"/>
                  <a:sym typeface="字魂36号-正文宋楷" panose="02000000000000000000" pitchFamily="2" charset="-122"/>
                </a:rPr>
                <a:t>Title Preset</a:t>
              </a:r>
            </a:p>
          </p:txBody>
        </p:sp>
      </p:grpSp>
      <p:grpSp>
        <p:nvGrpSpPr>
          <p:cNvPr id="1097" name="组合 1096"/>
          <p:cNvGrpSpPr/>
          <p:nvPr/>
        </p:nvGrpSpPr>
        <p:grpSpPr>
          <a:xfrm>
            <a:off x="9555831" y="2806036"/>
            <a:ext cx="2124221" cy="351187"/>
            <a:chOff x="5892910" y="1608912"/>
            <a:chExt cx="2124221" cy="351186"/>
          </a:xfrm>
        </p:grpSpPr>
        <p:sp>
          <p:nvSpPr>
            <p:cNvPr id="1098" name="矩形 1097"/>
            <p:cNvSpPr/>
            <p:nvPr/>
          </p:nvSpPr>
          <p:spPr>
            <a:xfrm>
              <a:off x="5892910" y="1652086"/>
              <a:ext cx="2124221" cy="3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endParaRPr>
            </a:p>
          </p:txBody>
        </p:sp>
        <p:sp>
          <p:nvSpPr>
            <p:cNvPr id="1100" name="矩形 1099"/>
            <p:cNvSpPr/>
            <p:nvPr/>
          </p:nvSpPr>
          <p:spPr>
            <a:xfrm>
              <a:off x="5915354" y="1608912"/>
              <a:ext cx="1157689" cy="3282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prstClr val="white"/>
                  </a:solidFill>
                  <a:latin typeface="Source Han Sans CN Medium" panose="020B0500000000000000" pitchFamily="34" charset="-128"/>
                  <a:ea typeface="Source Han Sans CN Medium" panose="020B0500000000000000" pitchFamily="34" charset="-128"/>
                  <a:cs typeface="Open Sans" panose="020B0606030504020204" pitchFamily="34" charset="0"/>
                  <a:sym typeface="字魂36号-正文宋楷" panose="02000000000000000000" pitchFamily="2" charset="-122"/>
                </a:rPr>
                <a:t>Title Preset</a:t>
              </a:r>
            </a:p>
          </p:txBody>
        </p:sp>
      </p:grpSp>
      <p:cxnSp>
        <p:nvCxnSpPr>
          <p:cNvPr id="1105" name="直接连接符 1104"/>
          <p:cNvCxnSpPr/>
          <p:nvPr/>
        </p:nvCxnSpPr>
        <p:spPr>
          <a:xfrm>
            <a:off x="6476350" y="4884603"/>
            <a:ext cx="51428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6" name="Rectangle 9"/>
          <p:cNvSpPr/>
          <p:nvPr/>
        </p:nvSpPr>
        <p:spPr>
          <a:xfrm>
            <a:off x="6476350" y="5129363"/>
            <a:ext cx="5142855" cy="717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Open Sans" panose="020B0606030504020204" pitchFamily="34" charset="0"/>
                <a:sym typeface="字魂36号-正文宋楷" panose="02000000000000000000" pitchFamily="2" charset="-122"/>
              </a:rPr>
              <a:t>This is a placeholder. You can key in or paste your texts here. </a:t>
            </a:r>
          </a:p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prstClr val="black">
                    <a:lumMod val="50000"/>
                    <a:lumOff val="50000"/>
                  </a:prst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You can key in or paste your texts here. </a:t>
            </a:r>
          </a:p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prstClr val="black">
                    <a:lumMod val="50000"/>
                    <a:lumOff val="50000"/>
                  </a:prst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sym typeface="字魂36号-正文宋楷" panose="02000000000000000000" pitchFamily="2" charset="-122"/>
              </a:rPr>
              <a:t>This is a placeholder. You can key in or paste your texts here. </a:t>
            </a:r>
          </a:p>
        </p:txBody>
      </p: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289B0E97-5F8C-41E4-8E5C-3C9E6571FB13}"/>
              </a:ext>
            </a:extLst>
          </p:cNvPr>
          <p:cNvGrpSpPr/>
          <p:nvPr/>
        </p:nvGrpSpPr>
        <p:grpSpPr>
          <a:xfrm>
            <a:off x="6621670" y="3608316"/>
            <a:ext cx="1934629" cy="894643"/>
            <a:chOff x="468937" y="2419540"/>
            <a:chExt cx="1934629" cy="894643"/>
          </a:xfrm>
        </p:grpSpPr>
        <p:sp>
          <p:nvSpPr>
            <p:cNvPr id="133" name="TextBox 18">
              <a:extLst>
                <a:ext uri="{FF2B5EF4-FFF2-40B4-BE49-F238E27FC236}">
                  <a16:creationId xmlns:a16="http://schemas.microsoft.com/office/drawing/2014/main" id="{D100A9F7-6462-4846-B220-22C290B26094}"/>
                </a:ext>
              </a:extLst>
            </p:cNvPr>
            <p:cNvSpPr txBox="1"/>
            <p:nvPr/>
          </p:nvSpPr>
          <p:spPr>
            <a:xfrm flipH="1">
              <a:off x="468937" y="2419540"/>
              <a:ext cx="18565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cs typeface="Roboto Black" charset="0"/>
                  <a:sym typeface="字魂36号-正文宋楷" panose="02000000000000000000" pitchFamily="2" charset="-122"/>
                </a:rPr>
                <a:t>Title Preset</a:t>
              </a:r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Roboto Black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03EC2681-C664-44A9-856A-FA7A59137F9A}"/>
                </a:ext>
              </a:extLst>
            </p:cNvPr>
            <p:cNvSpPr/>
            <p:nvPr/>
          </p:nvSpPr>
          <p:spPr>
            <a:xfrm>
              <a:off x="470268" y="2823664"/>
              <a:ext cx="1933298" cy="4905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900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This is a placeholder. You can key in or paste your texts here. </a:t>
              </a:r>
            </a:p>
          </p:txBody>
        </p:sp>
      </p:grp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ECE4698E-E24E-4250-8DFF-FA51A1626027}"/>
              </a:ext>
            </a:extLst>
          </p:cNvPr>
          <p:cNvGrpSpPr/>
          <p:nvPr/>
        </p:nvGrpSpPr>
        <p:grpSpPr>
          <a:xfrm>
            <a:off x="9730630" y="3608316"/>
            <a:ext cx="1934629" cy="894643"/>
            <a:chOff x="468937" y="2419540"/>
            <a:chExt cx="1934629" cy="894643"/>
          </a:xfrm>
        </p:grpSpPr>
        <p:sp>
          <p:nvSpPr>
            <p:cNvPr id="136" name="TextBox 18">
              <a:extLst>
                <a:ext uri="{FF2B5EF4-FFF2-40B4-BE49-F238E27FC236}">
                  <a16:creationId xmlns:a16="http://schemas.microsoft.com/office/drawing/2014/main" id="{0AA1C8D2-782E-4854-A426-7336A64FE59C}"/>
                </a:ext>
              </a:extLst>
            </p:cNvPr>
            <p:cNvSpPr txBox="1"/>
            <p:nvPr/>
          </p:nvSpPr>
          <p:spPr>
            <a:xfrm flipH="1">
              <a:off x="468937" y="2419540"/>
              <a:ext cx="18565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cs typeface="Roboto Black" charset="0"/>
                  <a:sym typeface="字魂36号-正文宋楷" panose="02000000000000000000" pitchFamily="2" charset="-122"/>
                </a:rPr>
                <a:t>Title Preset</a:t>
              </a:r>
              <a:endParaRPr lang="en-US" sz="2400" dirty="0"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Roboto Black" charset="0"/>
                <a:sym typeface="字魂36号-正文宋楷" panose="02000000000000000000" pitchFamily="2" charset="-122"/>
              </a:endParaRPr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7D878E09-00A9-42A7-B6D5-7FD50E318501}"/>
                </a:ext>
              </a:extLst>
            </p:cNvPr>
            <p:cNvSpPr/>
            <p:nvPr/>
          </p:nvSpPr>
          <p:spPr>
            <a:xfrm>
              <a:off x="470268" y="2823664"/>
              <a:ext cx="1933298" cy="4905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900" dirty="0">
                  <a:latin typeface="Source Han Sans CN Medium" panose="020B0500000000000000" pitchFamily="34" charset="-128"/>
                  <a:ea typeface="Source Han Sans CN Medium" panose="020B0500000000000000" pitchFamily="34" charset="-128"/>
                  <a:sym typeface="字魂36号-正文宋楷" panose="02000000000000000000" pitchFamily="2" charset="-122"/>
                </a:rPr>
                <a:t>This is a placeholder. You can key in or paste your texts here. </a:t>
              </a:r>
            </a:p>
          </p:txBody>
        </p:sp>
      </p:grp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0F5BA7EC-A3A1-41BF-95F9-28320172A280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A41A810D-4CC6-4980-ACE7-D8DDE5758D7B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本框 124">
            <a:extLst>
              <a:ext uri="{FF2B5EF4-FFF2-40B4-BE49-F238E27FC236}">
                <a16:creationId xmlns:a16="http://schemas.microsoft.com/office/drawing/2014/main" id="{C96622AF-9A32-4EF5-B3F1-12AD979372A1}"/>
              </a:ext>
            </a:extLst>
          </p:cNvPr>
          <p:cNvSpPr txBox="1"/>
          <p:nvPr/>
        </p:nvSpPr>
        <p:spPr>
          <a:xfrm>
            <a:off x="4799613" y="105165"/>
            <a:ext cx="313401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5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Title Here</a:t>
            </a:r>
            <a:endParaRPr lang="zh-CN" altLang="en-US" sz="4500" dirty="0">
              <a:solidFill>
                <a:schemeClr val="accent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8617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:wipe/>
      </p:transition>
    </mc:Choice>
    <mc:Fallback xmlns="">
      <p:transition spd="slow" advTm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5400000">
            <a:off x="3995967" y="3585091"/>
            <a:ext cx="1810329" cy="621129"/>
          </a:xfrm>
          <a:prstGeom prst="trapezoid">
            <a:avLst>
              <a:gd name="adj" fmla="val 57643"/>
            </a:avLst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36" name="梯形 35"/>
          <p:cNvSpPr/>
          <p:nvPr/>
        </p:nvSpPr>
        <p:spPr>
          <a:xfrm rot="8993242">
            <a:off x="4638834" y="2469084"/>
            <a:ext cx="1810329" cy="621129"/>
          </a:xfrm>
          <a:prstGeom prst="trapezoid">
            <a:avLst>
              <a:gd name="adj" fmla="val 57643"/>
            </a:avLst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37" name="梯形 36"/>
          <p:cNvSpPr/>
          <p:nvPr/>
        </p:nvSpPr>
        <p:spPr>
          <a:xfrm rot="1800000">
            <a:off x="4641029" y="4702369"/>
            <a:ext cx="1810329" cy="621129"/>
          </a:xfrm>
          <a:prstGeom prst="trapezoid">
            <a:avLst>
              <a:gd name="adj" fmla="val 57643"/>
            </a:avLst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39" name="梯形 38"/>
          <p:cNvSpPr/>
          <p:nvPr/>
        </p:nvSpPr>
        <p:spPr>
          <a:xfrm rot="16200000" flipH="1">
            <a:off x="6576202" y="3585093"/>
            <a:ext cx="1810329" cy="621129"/>
          </a:xfrm>
          <a:prstGeom prst="trapezoid">
            <a:avLst>
              <a:gd name="adj" fmla="val 57643"/>
            </a:avLst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40" name="梯形 39"/>
          <p:cNvSpPr/>
          <p:nvPr/>
        </p:nvSpPr>
        <p:spPr>
          <a:xfrm rot="19793242" flipH="1">
            <a:off x="5933339" y="4701094"/>
            <a:ext cx="1810330" cy="621129"/>
          </a:xfrm>
          <a:prstGeom prst="trapezoid">
            <a:avLst>
              <a:gd name="adj" fmla="val 57643"/>
            </a:avLst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41" name="梯形 40"/>
          <p:cNvSpPr/>
          <p:nvPr/>
        </p:nvSpPr>
        <p:spPr>
          <a:xfrm rot="12600000" flipH="1">
            <a:off x="5931146" y="2467822"/>
            <a:ext cx="1810330" cy="621129"/>
          </a:xfrm>
          <a:prstGeom prst="trapezoid">
            <a:avLst>
              <a:gd name="adj" fmla="val 57643"/>
            </a:avLst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42" name="TextBox 54"/>
          <p:cNvSpPr txBox="1"/>
          <p:nvPr/>
        </p:nvSpPr>
        <p:spPr>
          <a:xfrm>
            <a:off x="1504461" y="2178054"/>
            <a:ext cx="2798674" cy="57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This is a placeholder. You can key in or paste your texts here. 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504460" y="1826014"/>
            <a:ext cx="344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Keyword Here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sp>
        <p:nvSpPr>
          <p:cNvPr id="44" name="TextBox 54"/>
          <p:cNvSpPr txBox="1"/>
          <p:nvPr/>
        </p:nvSpPr>
        <p:spPr>
          <a:xfrm>
            <a:off x="1504461" y="3621133"/>
            <a:ext cx="2798674" cy="57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This is a placeholder. You can key in or paste your texts here. 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504460" y="3269093"/>
            <a:ext cx="344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Keyword Here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sp>
        <p:nvSpPr>
          <p:cNvPr id="46" name="TextBox 54"/>
          <p:cNvSpPr txBox="1"/>
          <p:nvPr/>
        </p:nvSpPr>
        <p:spPr>
          <a:xfrm>
            <a:off x="1504461" y="5350646"/>
            <a:ext cx="2798674" cy="57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This is a placeholder. You can key in or paste your texts here. 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504460" y="4998606"/>
            <a:ext cx="344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Keyword Here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sp>
        <p:nvSpPr>
          <p:cNvPr id="48" name="TextBox 54"/>
          <p:cNvSpPr txBox="1"/>
          <p:nvPr/>
        </p:nvSpPr>
        <p:spPr>
          <a:xfrm>
            <a:off x="8122976" y="2178054"/>
            <a:ext cx="2798674" cy="57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This is a placeholder. You can key in or paste your texts here. 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122975" y="1826014"/>
            <a:ext cx="344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Keyword Here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sp>
        <p:nvSpPr>
          <p:cNvPr id="50" name="TextBox 54"/>
          <p:cNvSpPr txBox="1"/>
          <p:nvPr/>
        </p:nvSpPr>
        <p:spPr>
          <a:xfrm>
            <a:off x="8122976" y="3621133"/>
            <a:ext cx="2798674" cy="557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This is a placeholder. You can key in or paste your texts here. 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122975" y="3269093"/>
            <a:ext cx="344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Keyword Here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sp>
        <p:nvSpPr>
          <p:cNvPr id="52" name="TextBox 54"/>
          <p:cNvSpPr txBox="1"/>
          <p:nvPr/>
        </p:nvSpPr>
        <p:spPr>
          <a:xfrm>
            <a:off x="8122976" y="5350646"/>
            <a:ext cx="2798674" cy="57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This is a placeholder. You can key in or paste your texts here. 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122975" y="4998606"/>
            <a:ext cx="344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Keyword Here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sp>
        <p:nvSpPr>
          <p:cNvPr id="3" name="十字形 2"/>
          <p:cNvSpPr/>
          <p:nvPr/>
        </p:nvSpPr>
        <p:spPr>
          <a:xfrm>
            <a:off x="5820767" y="3537189"/>
            <a:ext cx="676663" cy="676663"/>
          </a:xfrm>
          <a:prstGeom prst="plus">
            <a:avLst>
              <a:gd name="adj" fmla="val 3230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C568CBF-E6D5-4196-AC13-9153EF71F02F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2B06903-E58A-49E3-9447-23C87050399E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1BE97579-6F58-4B3B-B12B-BADABE617DA1}"/>
              </a:ext>
            </a:extLst>
          </p:cNvPr>
          <p:cNvSpPr txBox="1"/>
          <p:nvPr/>
        </p:nvSpPr>
        <p:spPr>
          <a:xfrm>
            <a:off x="4799613" y="105165"/>
            <a:ext cx="313401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5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Title Here</a:t>
            </a:r>
            <a:endParaRPr lang="zh-CN" altLang="en-US" sz="4500" dirty="0">
              <a:solidFill>
                <a:schemeClr val="accent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989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wipe/>
      </p:transition>
    </mc:Choice>
    <mc:Fallback xmlns="">
      <p:transition spd="slow" advClick="0" advTm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2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/>
          <p:cNvSpPr/>
          <p:nvPr/>
        </p:nvSpPr>
        <p:spPr>
          <a:xfrm>
            <a:off x="1439530" y="2928874"/>
            <a:ext cx="872007" cy="872007"/>
          </a:xfrm>
          <a:prstGeom prst="ellipse">
            <a:avLst/>
          </a:prstGeom>
          <a:solidFill>
            <a:schemeClr val="tx1">
              <a:lumMod val="85000"/>
              <a:lumOff val="1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2518182" y="1466452"/>
            <a:ext cx="2556933" cy="2556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3237514" y="2709331"/>
            <a:ext cx="2556933" cy="255693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4931556" y="4091841"/>
            <a:ext cx="1295703" cy="1295703"/>
          </a:xfrm>
          <a:prstGeom prst="ellipse">
            <a:avLst/>
          </a:prstGeom>
          <a:solidFill>
            <a:schemeClr val="bg2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5199383" y="2059545"/>
            <a:ext cx="724537" cy="7245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2002637" y="4123547"/>
            <a:ext cx="1220532" cy="1220532"/>
          </a:xfrm>
          <a:prstGeom prst="ellipse">
            <a:avLst/>
          </a:prstGeom>
          <a:solidFill>
            <a:schemeClr val="bg2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Source Han Sans CN Medium" panose="020B0500000000000000" pitchFamily="34" charset="-128"/>
              <a:ea typeface="Source Han Sans CN Medium" panose="020B0500000000000000" pitchFamily="34" charset="-128"/>
              <a:sym typeface="字魂36号-正文宋楷" panose="02000000000000000000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002078" y="1783883"/>
            <a:ext cx="3253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chi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002077" y="2400772"/>
            <a:ext cx="3253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đâu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860261" y="3364877"/>
            <a:ext cx="3626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khó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- chi </a:t>
            </a:r>
            <a:r>
              <a:rPr lang="en-US" dirty="0" err="1"/>
              <a:t>tiêu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E7FFFB5-36D9-40D2-9BB5-01085211F3DA}"/>
              </a:ext>
            </a:extLst>
          </p:cNvPr>
          <p:cNvCxnSpPr/>
          <p:nvPr/>
        </p:nvCxnSpPr>
        <p:spPr>
          <a:xfrm>
            <a:off x="1016000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6AF2219-212A-4959-A392-6904AF457389}"/>
              </a:ext>
            </a:extLst>
          </p:cNvPr>
          <p:cNvCxnSpPr/>
          <p:nvPr/>
        </p:nvCxnSpPr>
        <p:spPr>
          <a:xfrm>
            <a:off x="7590972" y="508000"/>
            <a:ext cx="3589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2F118F79-76EB-49D6-A6E9-339BE1001643}"/>
              </a:ext>
            </a:extLst>
          </p:cNvPr>
          <p:cNvSpPr txBox="1"/>
          <p:nvPr/>
        </p:nvSpPr>
        <p:spPr>
          <a:xfrm>
            <a:off x="4799613" y="105165"/>
            <a:ext cx="447220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500" dirty="0" err="1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Vấn</a:t>
            </a:r>
            <a:r>
              <a:rPr lang="en-US" altLang="zh-CN" sz="45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 </a:t>
            </a:r>
            <a:r>
              <a:rPr lang="en-US" altLang="zh-CN" sz="4500" dirty="0" err="1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đề</a:t>
            </a:r>
            <a:r>
              <a:rPr lang="en-US" altLang="zh-CN" sz="45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 </a:t>
            </a:r>
            <a:r>
              <a:rPr lang="en-US" altLang="zh-CN" sz="4500" dirty="0" err="1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thực</a:t>
            </a:r>
            <a:r>
              <a:rPr lang="en-US" altLang="zh-CN" sz="4500" dirty="0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 </a:t>
            </a:r>
            <a:r>
              <a:rPr lang="en-US" altLang="zh-CN" sz="4500" dirty="0" err="1">
                <a:solidFill>
                  <a:schemeClr val="accent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ea"/>
                <a:sym typeface="字魂36号-正文宋楷" panose="02000000000000000000" pitchFamily="2" charset="-122"/>
              </a:rPr>
              <a:t>tế</a:t>
            </a:r>
            <a:endParaRPr lang="zh-CN" altLang="en-US" sz="4500" dirty="0">
              <a:solidFill>
                <a:schemeClr val="accent1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  <a:cs typeface="+mn-ea"/>
              <a:sym typeface="字魂36号-正文宋楷" panose="02000000000000000000" pitchFamily="2" charset="-122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A01A769D-B888-4315-84D6-19E3BC5667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66" t="7256" r="18570" b="10270"/>
          <a:stretch>
            <a:fillRect/>
          </a:stretch>
        </p:blipFill>
        <p:spPr>
          <a:xfrm>
            <a:off x="2171700" y="2326537"/>
            <a:ext cx="2942616" cy="2906582"/>
          </a:xfrm>
          <a:custGeom>
            <a:avLst/>
            <a:gdLst>
              <a:gd name="connsiteX0" fmla="*/ 1471308 w 2942616"/>
              <a:gd name="connsiteY0" fmla="*/ 0 h 2906582"/>
              <a:gd name="connsiteX1" fmla="*/ 2942616 w 2942616"/>
              <a:gd name="connsiteY1" fmla="*/ 1453291 h 2906582"/>
              <a:gd name="connsiteX2" fmla="*/ 1471308 w 2942616"/>
              <a:gd name="connsiteY2" fmla="*/ 2906582 h 2906582"/>
              <a:gd name="connsiteX3" fmla="*/ 0 w 2942616"/>
              <a:gd name="connsiteY3" fmla="*/ 1453291 h 2906582"/>
              <a:gd name="connsiteX4" fmla="*/ 1471308 w 2942616"/>
              <a:gd name="connsiteY4" fmla="*/ 0 h 2906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2616" h="2906582">
                <a:moveTo>
                  <a:pt x="1471308" y="0"/>
                </a:moveTo>
                <a:cubicBezTo>
                  <a:pt x="2283889" y="0"/>
                  <a:pt x="2942616" y="650661"/>
                  <a:pt x="2942616" y="1453291"/>
                </a:cubicBezTo>
                <a:cubicBezTo>
                  <a:pt x="2942616" y="2255921"/>
                  <a:pt x="2283889" y="2906582"/>
                  <a:pt x="1471308" y="2906582"/>
                </a:cubicBezTo>
                <a:cubicBezTo>
                  <a:pt x="658727" y="2906582"/>
                  <a:pt x="0" y="2255921"/>
                  <a:pt x="0" y="1453291"/>
                </a:cubicBezTo>
                <a:cubicBezTo>
                  <a:pt x="0" y="650661"/>
                  <a:pt x="658727" y="0"/>
                  <a:pt x="1471308" y="0"/>
                </a:cubicBez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4B84A6-F6E2-0006-1AD4-AA617332E3C2}"/>
              </a:ext>
            </a:extLst>
          </p:cNvPr>
          <p:cNvSpPr txBox="1"/>
          <p:nvPr/>
        </p:nvSpPr>
        <p:spPr>
          <a:xfrm>
            <a:off x="7993626" y="4522839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Vượt</a:t>
            </a:r>
            <a:r>
              <a:rPr lang="en-US" dirty="0"/>
              <a:t> </a:t>
            </a:r>
            <a:r>
              <a:rPr lang="en-US" dirty="0" err="1"/>
              <a:t>ngân</a:t>
            </a:r>
            <a:r>
              <a:rPr lang="en-US" dirty="0"/>
              <a:t> </a:t>
            </a:r>
            <a:r>
              <a:rPr lang="en-US" dirty="0" err="1"/>
              <a:t>sách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65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:push dir="u"/>
      </p:transition>
    </mc:Choice>
    <mc:Fallback xmlns="">
      <p:transition spd="slow" advClick="0" advTm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2" grpId="0"/>
      <p:bldP spid="44" grpId="0"/>
      <p:bldP spid="2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7-0627-1垃圾分类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SHAPELINE" val="true,403.1619,297.403,580.4793,389.8209"/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SHAPELINE" val="true,580.4793,389.8209,681.4943,222.7835"/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SHAPELINE" val="true,681.4943,222.7835,858.8077,172.5448"/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SHAPELINE" val="true,681.4943,222.7835,858.8077,172.5448"/>
  <p:tag name="PA" val="v3.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SHAPELINE" val="true,681.4943,222.7835,858.8077,172.5448"/>
  <p:tag name="PA" val="v3.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SHAPELINE" val="true,681.4943,222.7835,858.8077,172.5448"/>
  <p:tag name="PA" val="v3.0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千图网拥有20W+精美PPT模板 更多PPT模板下载至：www.58pic.com/office/ppt​​​​​​​​​​​​">
  <a:themeElements>
    <a:clrScheme name="自定义 3359">
      <a:dk1>
        <a:sysClr val="windowText" lastClr="000000"/>
      </a:dk1>
      <a:lt1>
        <a:sysClr val="window" lastClr="FFFFFF"/>
      </a:lt1>
      <a:dk2>
        <a:srgbClr val="487731"/>
      </a:dk2>
      <a:lt2>
        <a:srgbClr val="E7E6E6"/>
      </a:lt2>
      <a:accent1>
        <a:srgbClr val="487731"/>
      </a:accent1>
      <a:accent2>
        <a:srgbClr val="487731"/>
      </a:accent2>
      <a:accent3>
        <a:srgbClr val="487731"/>
      </a:accent3>
      <a:accent4>
        <a:srgbClr val="487731"/>
      </a:accent4>
      <a:accent5>
        <a:srgbClr val="487731"/>
      </a:accent5>
      <a:accent6>
        <a:srgbClr val="487731"/>
      </a:accent6>
      <a:hlink>
        <a:srgbClr val="487731"/>
      </a:hlink>
      <a:folHlink>
        <a:srgbClr val="487731"/>
      </a:folHlink>
    </a:clrScheme>
    <a:fontScheme name="自定义 2">
      <a:majorFont>
        <a:latin typeface="Arial"/>
        <a:ea typeface="Noto Sans CJK Bold"/>
        <a:cs typeface=""/>
      </a:majorFont>
      <a:minorFont>
        <a:latin typeface="Arial"/>
        <a:ea typeface="Noto Sans CJK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1239</TotalTime>
  <Words>1892</Words>
  <Application>Microsoft Office PowerPoint</Application>
  <PresentationFormat>Widescreen</PresentationFormat>
  <Paragraphs>260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Source Han Sans CN Medium</vt:lpstr>
      <vt:lpstr>Times New Roman</vt:lpstr>
      <vt:lpstr>思源黑体 CN Heavy</vt:lpstr>
      <vt:lpstr>千图网拥有20W+精美PPT模板 更多PPT模板下载至：www.58pic.com/office/ppt​​​​​​​​​​​​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7-0627-1垃圾分类PPT模板</dc:title>
  <dc:creator>User</dc:creator>
  <cp:lastModifiedBy>Lụa Vi</cp:lastModifiedBy>
  <cp:revision>293</cp:revision>
  <dcterms:created xsi:type="dcterms:W3CDTF">2018-08-29T13:00:05Z</dcterms:created>
  <dcterms:modified xsi:type="dcterms:W3CDTF">2026-07-29T20:37:51Z</dcterms:modified>
</cp:coreProperties>
</file>